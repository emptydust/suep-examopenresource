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6" r:id="rId4"/>
    <p:sldMasterId id="2147483700" r:id="rId5"/>
    <p:sldMasterId id="2147483712" r:id="rId6"/>
  </p:sldMasterIdLst>
  <p:notesMasterIdLst>
    <p:notesMasterId r:id="rId123"/>
  </p:notesMasterIdLst>
  <p:sldIdLst>
    <p:sldId id="361" r:id="rId7"/>
    <p:sldId id="537" r:id="rId8"/>
    <p:sldId id="362" r:id="rId9"/>
    <p:sldId id="363" r:id="rId10"/>
    <p:sldId id="364" r:id="rId11"/>
    <p:sldId id="365" r:id="rId12"/>
    <p:sldId id="366" r:id="rId13"/>
    <p:sldId id="367" r:id="rId14"/>
    <p:sldId id="326" r:id="rId15"/>
    <p:sldId id="317" r:id="rId16"/>
    <p:sldId id="327" r:id="rId17"/>
    <p:sldId id="328" r:id="rId18"/>
    <p:sldId id="329" r:id="rId19"/>
    <p:sldId id="540" r:id="rId20"/>
    <p:sldId id="539" r:id="rId21"/>
    <p:sldId id="337" r:id="rId22"/>
    <p:sldId id="338" r:id="rId23"/>
    <p:sldId id="339" r:id="rId24"/>
    <p:sldId id="340" r:id="rId25"/>
    <p:sldId id="341" r:id="rId26"/>
    <p:sldId id="342" r:id="rId27"/>
    <p:sldId id="343" r:id="rId28"/>
    <p:sldId id="344" r:id="rId29"/>
    <p:sldId id="348" r:id="rId30"/>
    <p:sldId id="345" r:id="rId31"/>
    <p:sldId id="346" r:id="rId32"/>
    <p:sldId id="347" r:id="rId33"/>
    <p:sldId id="354" r:id="rId34"/>
    <p:sldId id="349" r:id="rId35"/>
    <p:sldId id="535" r:id="rId36"/>
    <p:sldId id="536" r:id="rId37"/>
    <p:sldId id="502" r:id="rId38"/>
    <p:sldId id="503" r:id="rId39"/>
    <p:sldId id="475" r:id="rId40"/>
    <p:sldId id="300" r:id="rId41"/>
    <p:sldId id="423" r:id="rId42"/>
    <p:sldId id="301" r:id="rId43"/>
    <p:sldId id="562" r:id="rId44"/>
    <p:sldId id="368" r:id="rId45"/>
    <p:sldId id="508" r:id="rId46"/>
    <p:sldId id="509" r:id="rId47"/>
    <p:sldId id="510" r:id="rId48"/>
    <p:sldId id="380" r:id="rId49"/>
    <p:sldId id="419" r:id="rId50"/>
    <p:sldId id="308" r:id="rId51"/>
    <p:sldId id="309" r:id="rId52"/>
    <p:sldId id="310" r:id="rId53"/>
    <p:sldId id="511" r:id="rId54"/>
    <p:sldId id="563" r:id="rId55"/>
    <p:sldId id="512" r:id="rId56"/>
    <p:sldId id="474" r:id="rId57"/>
    <p:sldId id="430" r:id="rId58"/>
    <p:sldId id="541" r:id="rId59"/>
    <p:sldId id="542" r:id="rId60"/>
    <p:sldId id="288" r:id="rId61"/>
    <p:sldId id="431" r:id="rId62"/>
    <p:sldId id="543" r:id="rId63"/>
    <p:sldId id="544" r:id="rId64"/>
    <p:sldId id="546" r:id="rId65"/>
    <p:sldId id="547" r:id="rId66"/>
    <p:sldId id="548" r:id="rId67"/>
    <p:sldId id="284" r:id="rId68"/>
    <p:sldId id="432" r:id="rId69"/>
    <p:sldId id="452" r:id="rId70"/>
    <p:sldId id="290" r:id="rId71"/>
    <p:sldId id="291" r:id="rId72"/>
    <p:sldId id="433" r:id="rId73"/>
    <p:sldId id="434" r:id="rId74"/>
    <p:sldId id="561" r:id="rId75"/>
    <p:sldId id="549" r:id="rId76"/>
    <p:sldId id="513" r:id="rId77"/>
    <p:sldId id="514" r:id="rId78"/>
    <p:sldId id="524" r:id="rId79"/>
    <p:sldId id="550" r:id="rId80"/>
    <p:sldId id="556" r:id="rId81"/>
    <p:sldId id="557" r:id="rId82"/>
    <p:sldId id="558" r:id="rId83"/>
    <p:sldId id="560" r:id="rId84"/>
    <p:sldId id="441" r:id="rId85"/>
    <p:sldId id="442" r:id="rId86"/>
    <p:sldId id="443" r:id="rId87"/>
    <p:sldId id="405" r:id="rId88"/>
    <p:sldId id="564" r:id="rId89"/>
    <p:sldId id="565" r:id="rId90"/>
    <p:sldId id="506" r:id="rId91"/>
    <p:sldId id="507" r:id="rId92"/>
    <p:sldId id="407" r:id="rId93"/>
    <p:sldId id="408" r:id="rId94"/>
    <p:sldId id="411" r:id="rId95"/>
    <p:sldId id="406" r:id="rId96"/>
    <p:sldId id="417" r:id="rId97"/>
    <p:sldId id="381" r:id="rId98"/>
    <p:sldId id="413" r:id="rId99"/>
    <p:sldId id="444" r:id="rId100"/>
    <p:sldId id="383" r:id="rId101"/>
    <p:sldId id="384" r:id="rId102"/>
    <p:sldId id="385" r:id="rId103"/>
    <p:sldId id="386" r:id="rId104"/>
    <p:sldId id="387" r:id="rId105"/>
    <p:sldId id="388" r:id="rId106"/>
    <p:sldId id="389" r:id="rId107"/>
    <p:sldId id="418" r:id="rId108"/>
    <p:sldId id="390" r:id="rId109"/>
    <p:sldId id="391" r:id="rId110"/>
    <p:sldId id="392" r:id="rId111"/>
    <p:sldId id="393" r:id="rId112"/>
    <p:sldId id="394" r:id="rId113"/>
    <p:sldId id="395" r:id="rId114"/>
    <p:sldId id="396" r:id="rId115"/>
    <p:sldId id="397" r:id="rId116"/>
    <p:sldId id="398" r:id="rId117"/>
    <p:sldId id="399" r:id="rId118"/>
    <p:sldId id="400" r:id="rId119"/>
    <p:sldId id="401" r:id="rId120"/>
    <p:sldId id="403" r:id="rId121"/>
    <p:sldId id="382" r:id="rId1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5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notesMaster" Target="notesMasters/notesMaster1.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presProps" Target="presProps.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4" Type="http://schemas.openxmlformats.org/officeDocument/2006/relationships/slideMaster" Target="slideMasters/slideMaster4.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787B1D-8612-4A7D-92FC-A7BBFCA17544}" type="datetimeFigureOut">
              <a:rPr lang="zh-CN" altLang="en-US" smtClean="0"/>
              <a:t>2025/9/20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60A5EA-1910-4F76-982B-B6939F6D959B}" type="slidenum">
              <a:rPr lang="zh-CN" altLang="en-US" smtClean="0"/>
              <a:t>‹#›</a:t>
            </a:fld>
            <a:endParaRPr lang="zh-CN" altLang="en-US"/>
          </a:p>
        </p:txBody>
      </p:sp>
    </p:spTree>
    <p:extLst>
      <p:ext uri="{BB962C8B-B14F-4D97-AF65-F5344CB8AC3E}">
        <p14:creationId xmlns:p14="http://schemas.microsoft.com/office/powerpoint/2010/main" val="8923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30527E5-4344-BE4C-0179-C08F6E8791A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4B39DE23-B72D-4564-84E4-19EAD1398A91}"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6867" name="Rectangle 2">
            <a:extLst>
              <a:ext uri="{FF2B5EF4-FFF2-40B4-BE49-F238E27FC236}">
                <a16:creationId xmlns:a16="http://schemas.microsoft.com/office/drawing/2014/main" id="{FF8951C3-58F8-0C37-328A-32E02C64232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a:extLst>
              <a:ext uri="{FF2B5EF4-FFF2-40B4-BE49-F238E27FC236}">
                <a16:creationId xmlns:a16="http://schemas.microsoft.com/office/drawing/2014/main" id="{09EB0CA5-FC2B-D0E1-5901-26ACCBEDDB1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8E24AE93-4EE1-D7C6-B7BB-BBA1272393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747A2050-2119-A6B4-FBEE-8ABEC578C0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1988" name="Slide Number Placeholder 3">
            <a:extLst>
              <a:ext uri="{FF2B5EF4-FFF2-40B4-BE49-F238E27FC236}">
                <a16:creationId xmlns:a16="http://schemas.microsoft.com/office/drawing/2014/main" id="{E2E8F381-BDCD-C189-9C08-D4C19667F7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90CEBBD7-B279-4099-98B0-0A61B52DBF7A}"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8FB3053B-57A8-9C5C-13A3-9E26C95782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5341589F-FEFA-5DC3-1A72-BA525E2D58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7108" name="Slide Number Placeholder 3">
            <a:extLst>
              <a:ext uri="{FF2B5EF4-FFF2-40B4-BE49-F238E27FC236}">
                <a16:creationId xmlns:a16="http://schemas.microsoft.com/office/drawing/2014/main" id="{3CEE323F-0518-F1A8-4AD3-C359ED426E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8E9F6383-64DE-4DA2-9B1A-D70CF07084A1}"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13</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0275BDF7-23C4-8DFE-2447-ECB198BE29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634B5B3D-8177-B256-F1EB-82CCC6CFA1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3492" name="Slide Number Placeholder 3">
            <a:extLst>
              <a:ext uri="{FF2B5EF4-FFF2-40B4-BE49-F238E27FC236}">
                <a16:creationId xmlns:a16="http://schemas.microsoft.com/office/drawing/2014/main" id="{6247BBE1-9BA7-AEFC-58CE-41118C5D12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DB47B3D-9478-427A-97DC-074A0229C6DC}"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DB875988-1190-553D-D659-F5307ADFDA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备注占位符 2">
            <a:extLst>
              <a:ext uri="{FF2B5EF4-FFF2-40B4-BE49-F238E27FC236}">
                <a16:creationId xmlns:a16="http://schemas.microsoft.com/office/drawing/2014/main" id="{84FC0BB1-0F1C-CCEE-D802-85A98C2B5E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5540" name="灯片编号占位符 3">
            <a:extLst>
              <a:ext uri="{FF2B5EF4-FFF2-40B4-BE49-F238E27FC236}">
                <a16:creationId xmlns:a16="http://schemas.microsoft.com/office/drawing/2014/main" id="{8537E5FD-5E72-1C61-BB0E-7E3A97E2DB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2"/>
                </a:solidFill>
                <a:latin typeface="宋体" panose="02010600030101010101" pitchFamily="2" charset="-122"/>
                <a:ea typeface="宋体" panose="02010600030101010101" pitchFamily="2" charset="-122"/>
              </a:defRPr>
            </a:lvl1pPr>
            <a:lvl2pPr marL="742950" indent="-285750">
              <a:defRPr sz="2000" b="1">
                <a:solidFill>
                  <a:schemeClr val="tx2"/>
                </a:solidFill>
                <a:latin typeface="宋体" panose="02010600030101010101" pitchFamily="2" charset="-122"/>
                <a:ea typeface="宋体" panose="02010600030101010101" pitchFamily="2" charset="-122"/>
              </a:defRPr>
            </a:lvl2pPr>
            <a:lvl3pPr marL="1143000" indent="-228600">
              <a:defRPr sz="2000" b="1">
                <a:solidFill>
                  <a:schemeClr val="tx2"/>
                </a:solidFill>
                <a:latin typeface="宋体" panose="02010600030101010101" pitchFamily="2" charset="-122"/>
                <a:ea typeface="宋体" panose="02010600030101010101" pitchFamily="2" charset="-122"/>
              </a:defRPr>
            </a:lvl3pPr>
            <a:lvl4pPr marL="1600200" indent="-228600">
              <a:defRPr sz="2000" b="1">
                <a:solidFill>
                  <a:schemeClr val="tx2"/>
                </a:solidFill>
                <a:latin typeface="宋体" panose="02010600030101010101" pitchFamily="2" charset="-122"/>
                <a:ea typeface="宋体" panose="02010600030101010101" pitchFamily="2" charset="-122"/>
              </a:defRPr>
            </a:lvl4pPr>
            <a:lvl5pPr marL="2057400" indent="-22860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81EBCA32-1931-4F60-8FF9-B7A1A9944F34}"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9D42F0C1-7EC0-6465-68BF-648A286074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1A370CC0-7AD3-3A6C-E8A8-8D7EE9D17A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7588" name="Slide Number Placeholder 3">
            <a:extLst>
              <a:ext uri="{FF2B5EF4-FFF2-40B4-BE49-F238E27FC236}">
                <a16:creationId xmlns:a16="http://schemas.microsoft.com/office/drawing/2014/main" id="{D6C2A692-D178-6FAE-399B-737CF00A77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58D2788A-103C-4F20-9FE8-CC4A8D5060CC}"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313CCBC5-484C-E9B1-F621-1666B02D0D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71380806-9DA2-9DC5-076C-F058199745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9636" name="Slide Number Placeholder 3">
            <a:extLst>
              <a:ext uri="{FF2B5EF4-FFF2-40B4-BE49-F238E27FC236}">
                <a16:creationId xmlns:a16="http://schemas.microsoft.com/office/drawing/2014/main" id="{9310AB4D-9065-3EEE-D431-2A45DB1DCD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1E000ADB-BA4C-468A-B124-CAC6494DC4E4}"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64FCB573-7565-7858-A06C-C0F6AE6F86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A4592E66-12DE-82C3-59AC-57FB1B6157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1684" name="Slide Number Placeholder 3">
            <a:extLst>
              <a:ext uri="{FF2B5EF4-FFF2-40B4-BE49-F238E27FC236}">
                <a16:creationId xmlns:a16="http://schemas.microsoft.com/office/drawing/2014/main" id="{912BFA10-B36B-4C1F-D4A4-859F37B9F7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C957B6A7-5EDB-4EA8-85FD-7E665CA87EBE}"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20</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F8F0A460-4E15-17DB-843E-4070CD1747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D2794F00-84BB-810F-2B1D-1790330B9F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3732" name="Slide Number Placeholder 3">
            <a:extLst>
              <a:ext uri="{FF2B5EF4-FFF2-40B4-BE49-F238E27FC236}">
                <a16:creationId xmlns:a16="http://schemas.microsoft.com/office/drawing/2014/main" id="{8980713A-06E9-D1CE-0B23-98AC99BAC9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49F11DE7-314C-4EA1-AC30-D0073D7B4BD9}"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21</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F0A676A7-390D-2921-85AF-F577FD0E5E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75CAE360-C33D-DD1C-BDE7-BA25DBE325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5780" name="Slide Number Placeholder 3">
            <a:extLst>
              <a:ext uri="{FF2B5EF4-FFF2-40B4-BE49-F238E27FC236}">
                <a16:creationId xmlns:a16="http://schemas.microsoft.com/office/drawing/2014/main" id="{2F7F2FB7-0D51-F029-D317-31C6FC7009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961255EE-1F4F-4E44-90EB-5DB8760B6C72}"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22</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517141DD-D1A1-D7A7-273E-24DB984A4F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5B612E72-C069-0A2E-FFAE-60A4A64C60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9876" name="Slide Number Placeholder 3">
            <a:extLst>
              <a:ext uri="{FF2B5EF4-FFF2-40B4-BE49-F238E27FC236}">
                <a16:creationId xmlns:a16="http://schemas.microsoft.com/office/drawing/2014/main" id="{96861394-0033-7BB3-528E-3572D5A6C9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D55ECFB5-9A57-472E-8085-B25E0C2D712A}"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B803A18F-4891-BE16-87BC-3B2E2A7905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id="{F0B7FBBB-F6BD-CC43-74FB-6CE6FC193D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82948" name="Slide Number Placeholder 3">
            <a:extLst>
              <a:ext uri="{FF2B5EF4-FFF2-40B4-BE49-F238E27FC236}">
                <a16:creationId xmlns:a16="http://schemas.microsoft.com/office/drawing/2014/main" id="{EE2791FB-839B-2454-1F24-EC4541C1BF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773177D9-E856-406E-997E-48FEFBF5C9C6}"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A495DC3C-9BF5-2613-8D8E-B15637F836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a:extLst>
              <a:ext uri="{FF2B5EF4-FFF2-40B4-BE49-F238E27FC236}">
                <a16:creationId xmlns:a16="http://schemas.microsoft.com/office/drawing/2014/main" id="{6299F109-5EBC-19BD-F766-1B5C9EA743A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7044" name="灯片编号占位符 3">
            <a:extLst>
              <a:ext uri="{FF2B5EF4-FFF2-40B4-BE49-F238E27FC236}">
                <a16:creationId xmlns:a16="http://schemas.microsoft.com/office/drawing/2014/main" id="{DB0394EF-7C7E-48AA-92A2-9E2A54C66BC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2"/>
                </a:solidFill>
                <a:latin typeface="宋体" panose="02010600030101010101" pitchFamily="2" charset="-122"/>
                <a:ea typeface="宋体" panose="02010600030101010101" pitchFamily="2" charset="-122"/>
              </a:defRPr>
            </a:lvl1pPr>
            <a:lvl2pPr marL="742950" indent="-285750">
              <a:defRPr sz="2000" b="1">
                <a:solidFill>
                  <a:schemeClr val="tx2"/>
                </a:solidFill>
                <a:latin typeface="宋体" panose="02010600030101010101" pitchFamily="2" charset="-122"/>
                <a:ea typeface="宋体" panose="02010600030101010101" pitchFamily="2" charset="-122"/>
              </a:defRPr>
            </a:lvl2pPr>
            <a:lvl3pPr marL="1143000" indent="-228600">
              <a:defRPr sz="2000" b="1">
                <a:solidFill>
                  <a:schemeClr val="tx2"/>
                </a:solidFill>
                <a:latin typeface="宋体" panose="02010600030101010101" pitchFamily="2" charset="-122"/>
                <a:ea typeface="宋体" panose="02010600030101010101" pitchFamily="2" charset="-122"/>
              </a:defRPr>
            </a:lvl3pPr>
            <a:lvl4pPr marL="1600200" indent="-228600">
              <a:defRPr sz="2000" b="1">
                <a:solidFill>
                  <a:schemeClr val="tx2"/>
                </a:solidFill>
                <a:latin typeface="宋体" panose="02010600030101010101" pitchFamily="2" charset="-122"/>
                <a:ea typeface="宋体" panose="02010600030101010101" pitchFamily="2" charset="-122"/>
              </a:defRPr>
            </a:lvl4pPr>
            <a:lvl5pPr marL="2057400" indent="-22860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37C7F0FD-E9D2-4637-9680-0141DA92282A}" type="slidenum">
              <a:rPr kumimoji="0" lang="en-US" altLang="zh-CN" sz="1200" b="1" i="0" u="none" strike="noStrike" kern="1200" cap="none" spc="0" normalizeH="0" baseline="0" noProof="0" smtClean="0">
                <a:ln>
                  <a:noFill/>
                </a:ln>
                <a:solidFill>
                  <a:srgbClr val="FF0000"/>
                </a:solidFill>
                <a:effectLst/>
                <a:uLnTx/>
                <a:uFillTx/>
                <a:latin typeface="楷体_GB2312"/>
                <a:ea typeface="楷体_GB2312"/>
                <a:cs typeface="楷体_GB2312"/>
              </a:rPr>
              <a:pPr marL="0" marR="0" lvl="0" indent="0" algn="r" defTabSz="914400" rtl="0" eaLnBrk="1" fontAlgn="base" latinLnBrk="0" hangingPunct="1">
                <a:lnSpc>
                  <a:spcPct val="100000"/>
                </a:lnSpc>
                <a:spcBef>
                  <a:spcPct val="50000"/>
                </a:spcBef>
                <a:spcAft>
                  <a:spcPct val="0"/>
                </a:spcAft>
                <a:buClrTx/>
                <a:buSzTx/>
                <a:buFontTx/>
                <a:buNone/>
                <a:tabLst/>
                <a:defRPr/>
              </a:pPr>
              <a:t>30</a:t>
            </a:fld>
            <a:endParaRPr kumimoji="0" lang="en-US" altLang="zh-CN" sz="1200" b="1" i="0" u="none" strike="noStrike" kern="1200" cap="none" spc="0" normalizeH="0" baseline="0" noProof="0">
              <a:ln>
                <a:noFill/>
              </a:ln>
              <a:solidFill>
                <a:srgbClr val="FF0000"/>
              </a:solidFill>
              <a:effectLst/>
              <a:uLnTx/>
              <a:uFillTx/>
              <a:latin typeface="楷体_GB2312"/>
              <a:ea typeface="楷体_GB2312"/>
              <a:cs typeface="楷体_GB231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7B50167F-D5BE-BDB0-7E56-107757E315C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2D413DCB-0AD9-46DD-8914-83F4783B2E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9092" name="灯片编号占位符 3">
            <a:extLst>
              <a:ext uri="{FF2B5EF4-FFF2-40B4-BE49-F238E27FC236}">
                <a16:creationId xmlns:a16="http://schemas.microsoft.com/office/drawing/2014/main" id="{5773C673-4A05-DC30-B451-90B1EF034D4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2"/>
                </a:solidFill>
                <a:latin typeface="宋体" panose="02010600030101010101" pitchFamily="2" charset="-122"/>
                <a:ea typeface="宋体" panose="02010600030101010101" pitchFamily="2" charset="-122"/>
              </a:defRPr>
            </a:lvl1pPr>
            <a:lvl2pPr marL="742950" indent="-285750">
              <a:defRPr sz="2000" b="1">
                <a:solidFill>
                  <a:schemeClr val="tx2"/>
                </a:solidFill>
                <a:latin typeface="宋体" panose="02010600030101010101" pitchFamily="2" charset="-122"/>
                <a:ea typeface="宋体" panose="02010600030101010101" pitchFamily="2" charset="-122"/>
              </a:defRPr>
            </a:lvl2pPr>
            <a:lvl3pPr marL="1143000" indent="-228600">
              <a:defRPr sz="2000" b="1">
                <a:solidFill>
                  <a:schemeClr val="tx2"/>
                </a:solidFill>
                <a:latin typeface="宋体" panose="02010600030101010101" pitchFamily="2" charset="-122"/>
                <a:ea typeface="宋体" panose="02010600030101010101" pitchFamily="2" charset="-122"/>
              </a:defRPr>
            </a:lvl3pPr>
            <a:lvl4pPr marL="1600200" indent="-228600">
              <a:defRPr sz="2000" b="1">
                <a:solidFill>
                  <a:schemeClr val="tx2"/>
                </a:solidFill>
                <a:latin typeface="宋体" panose="02010600030101010101" pitchFamily="2" charset="-122"/>
                <a:ea typeface="宋体" panose="02010600030101010101" pitchFamily="2" charset="-122"/>
              </a:defRPr>
            </a:lvl4pPr>
            <a:lvl5pPr marL="2057400" indent="-22860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DED3ED1-2151-4B47-AF19-B030D38FCB38}" type="slidenum">
              <a:rPr kumimoji="0" lang="en-US" altLang="zh-CN" sz="1200" b="1" i="0" u="none" strike="noStrike" kern="1200" cap="none" spc="0" normalizeH="0" baseline="0" noProof="0" smtClean="0">
                <a:ln>
                  <a:noFill/>
                </a:ln>
                <a:solidFill>
                  <a:srgbClr val="FF0000"/>
                </a:solidFill>
                <a:effectLst/>
                <a:uLnTx/>
                <a:uFillTx/>
                <a:latin typeface="楷体_GB2312"/>
                <a:ea typeface="楷体_GB2312"/>
                <a:cs typeface="楷体_GB2312"/>
              </a:rPr>
              <a:pPr marL="0" marR="0" lvl="0" indent="0" algn="r" defTabSz="914400" rtl="0" eaLnBrk="1" fontAlgn="base" latinLnBrk="0" hangingPunct="1">
                <a:lnSpc>
                  <a:spcPct val="100000"/>
                </a:lnSpc>
                <a:spcBef>
                  <a:spcPct val="50000"/>
                </a:spcBef>
                <a:spcAft>
                  <a:spcPct val="0"/>
                </a:spcAft>
                <a:buClrTx/>
                <a:buSzTx/>
                <a:buFontTx/>
                <a:buNone/>
                <a:tabLst/>
                <a:defRPr/>
              </a:pPr>
              <a:t>31</a:t>
            </a:fld>
            <a:endParaRPr kumimoji="0" lang="en-US" altLang="zh-CN" sz="1200" b="1" i="0" u="none" strike="noStrike" kern="1200" cap="none" spc="0" normalizeH="0" baseline="0" noProof="0">
              <a:ln>
                <a:noFill/>
              </a:ln>
              <a:solidFill>
                <a:srgbClr val="FF0000"/>
              </a:solidFill>
              <a:effectLst/>
              <a:uLnTx/>
              <a:uFillTx/>
              <a:latin typeface="楷体_GB2312"/>
              <a:ea typeface="楷体_GB2312"/>
              <a:cs typeface="楷体_GB231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B2B94536-B0D3-19F9-3E5A-1646B59FC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4D79FBEF-3553-02A9-FB1C-E621846C4D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p>
        </p:txBody>
      </p:sp>
      <p:sp>
        <p:nvSpPr>
          <p:cNvPr id="98308" name="Slide Number Placeholder 3">
            <a:extLst>
              <a:ext uri="{FF2B5EF4-FFF2-40B4-BE49-F238E27FC236}">
                <a16:creationId xmlns:a16="http://schemas.microsoft.com/office/drawing/2014/main" id="{DAFE857E-5E80-8D2D-F88F-A719D1F3E1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8082F96-82CA-4607-96B4-35F25942BEB7}"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32</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05F46799-9D78-72D5-559A-43333E2954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2E320E79-8E02-E5CA-A402-1B006078C0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p>
        </p:txBody>
      </p:sp>
      <p:sp>
        <p:nvSpPr>
          <p:cNvPr id="100356" name="Slide Number Placeholder 3">
            <a:extLst>
              <a:ext uri="{FF2B5EF4-FFF2-40B4-BE49-F238E27FC236}">
                <a16:creationId xmlns:a16="http://schemas.microsoft.com/office/drawing/2014/main" id="{DE04317D-871F-5C6C-5267-2CA870E5CC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42A0AFD-2FE5-42F1-ADEC-4109AB9F8BD0}"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33</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93E546CC-37FC-33DA-8464-20C9F9D706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854F4222-B833-B205-D4E7-5228F6634F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08548" name="Slide Number Placeholder 3">
            <a:extLst>
              <a:ext uri="{FF2B5EF4-FFF2-40B4-BE49-F238E27FC236}">
                <a16:creationId xmlns:a16="http://schemas.microsoft.com/office/drawing/2014/main" id="{1F43CB27-A2EF-3A4A-674F-8495BC5E45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7C1B6625-3377-41DB-BE59-B04F4B982AFA}"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765A526A-EA5B-4FB2-EBE4-549F19F527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0989F161-942F-8299-9450-5A0E9DE848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14692" name="Slide Number Placeholder 3">
            <a:extLst>
              <a:ext uri="{FF2B5EF4-FFF2-40B4-BE49-F238E27FC236}">
                <a16:creationId xmlns:a16="http://schemas.microsoft.com/office/drawing/2014/main" id="{5B651D52-0A8F-CAE7-72ED-2C3BDAD5F8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C5D6C7E8-C40C-44A1-81FD-0BCAAD6522DB}"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DF5B331D-EE29-7EE4-75D4-7FC1C871E9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E8ED3078-3AA2-A51E-BFC1-6CB6B9A0FA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16740" name="Slide Number Placeholder 3">
            <a:extLst>
              <a:ext uri="{FF2B5EF4-FFF2-40B4-BE49-F238E27FC236}">
                <a16:creationId xmlns:a16="http://schemas.microsoft.com/office/drawing/2014/main" id="{1ADD52B2-A15B-16CD-568E-5D0A289C52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B9C643E1-7364-41F6-8F8C-5B6B78EB4B70}"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732C981B-2E1F-2733-FA91-A9F413F81A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972A8E51-D910-0D64-464E-3CA078D82F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18788" name="Slide Number Placeholder 3">
            <a:extLst>
              <a:ext uri="{FF2B5EF4-FFF2-40B4-BE49-F238E27FC236}">
                <a16:creationId xmlns:a16="http://schemas.microsoft.com/office/drawing/2014/main" id="{C25FC3BB-F3C2-D88E-15F9-21BDBA690A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D485C3E0-4E33-42CD-9136-79811D7098ED}"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C549A6C7-003D-4E88-9A0F-61C10E1DDA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1B40E88A-F7A2-0516-4A3F-088B11E9CC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20836" name="Slide Number Placeholder 3">
            <a:extLst>
              <a:ext uri="{FF2B5EF4-FFF2-40B4-BE49-F238E27FC236}">
                <a16:creationId xmlns:a16="http://schemas.microsoft.com/office/drawing/2014/main" id="{7064792E-01B5-CC77-E779-DCBA460A73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9495065-C7E6-4098-9E03-B8206F2A50B1}"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39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D78F17ED-153A-A01C-70E7-11C93D38E1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C3964F0-6B60-45C9-A0BC-CFC47DD8FDB8}" type="slidenum">
              <a:rPr kumimoji="0"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883" name="Rectangle 2">
            <a:extLst>
              <a:ext uri="{FF2B5EF4-FFF2-40B4-BE49-F238E27FC236}">
                <a16:creationId xmlns:a16="http://schemas.microsoft.com/office/drawing/2014/main" id="{A86AEBDF-DC4A-4D42-F98F-A2B92D521A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4" name="Rectangle 3">
            <a:extLst>
              <a:ext uri="{FF2B5EF4-FFF2-40B4-BE49-F238E27FC236}">
                <a16:creationId xmlns:a16="http://schemas.microsoft.com/office/drawing/2014/main" id="{4E24D88E-3703-0D90-CFBA-3DF4616B0A1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GB">
              <a:solidFill>
                <a:srgbClr val="FF3300"/>
              </a:solidFill>
              <a:latin typeface="微软雅黑" panose="020B0503020204020204" pitchFamily="34" charset="-122"/>
              <a:sym typeface="Symbol" panose="05050102010706020507" pitchFamily="18" charset="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E795F3B4-CADB-6C79-C39B-EFB45556D87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EE15145-D758-4659-8A69-C6B24DBA9A81}" type="slidenum">
              <a:rPr kumimoji="0"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4931" name="Rectangle 2">
            <a:extLst>
              <a:ext uri="{FF2B5EF4-FFF2-40B4-BE49-F238E27FC236}">
                <a16:creationId xmlns:a16="http://schemas.microsoft.com/office/drawing/2014/main" id="{E1C85B84-FA3C-DA9B-5343-C65ECBE5D1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2" name="Rectangle 3">
            <a:extLst>
              <a:ext uri="{FF2B5EF4-FFF2-40B4-BE49-F238E27FC236}">
                <a16:creationId xmlns:a16="http://schemas.microsoft.com/office/drawing/2014/main" id="{6B67C7BF-20A2-4B70-7D1B-D14574B2CA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buFont typeface="Wingdings" panose="05000000000000000000" pitchFamily="2" charset="2"/>
              <a:buNone/>
            </a:pPr>
            <a:endParaRPr lang="en-GB"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10695711-F495-EE11-2E29-D08AB6B44C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7EC9E28-C9A9-400C-83F0-2DB83826ECAF}" type="slidenum">
              <a:rPr kumimoji="0"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6979" name="Rectangle 2">
            <a:extLst>
              <a:ext uri="{FF2B5EF4-FFF2-40B4-BE49-F238E27FC236}">
                <a16:creationId xmlns:a16="http://schemas.microsoft.com/office/drawing/2014/main" id="{6B234887-16F5-EB72-C785-CB316160168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0" name="Rectangle 3">
            <a:extLst>
              <a:ext uri="{FF2B5EF4-FFF2-40B4-BE49-F238E27FC236}">
                <a16:creationId xmlns:a16="http://schemas.microsoft.com/office/drawing/2014/main" id="{B13183F4-390A-325D-A3CA-5F79544774A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3F3C3AE3-2B35-B24F-5D01-DC90070030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a:extLst>
              <a:ext uri="{FF2B5EF4-FFF2-40B4-BE49-F238E27FC236}">
                <a16:creationId xmlns:a16="http://schemas.microsoft.com/office/drawing/2014/main" id="{5D166C18-CDB2-F26A-E3C4-F98ABA4018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30052" name="Slide Number Placeholder 3">
            <a:extLst>
              <a:ext uri="{FF2B5EF4-FFF2-40B4-BE49-F238E27FC236}">
                <a16:creationId xmlns:a16="http://schemas.microsoft.com/office/drawing/2014/main" id="{12ABBF4A-ECF9-10F9-8818-C5EFAE2352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53FF4313-8C05-4384-A65A-ACFC1BC4B47C}"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44</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a:extLst>
              <a:ext uri="{FF2B5EF4-FFF2-40B4-BE49-F238E27FC236}">
                <a16:creationId xmlns:a16="http://schemas.microsoft.com/office/drawing/2014/main" id="{BB438CCB-2F01-8BAB-B5B2-CA73EAA554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备注占位符 2">
            <a:extLst>
              <a:ext uri="{FF2B5EF4-FFF2-40B4-BE49-F238E27FC236}">
                <a16:creationId xmlns:a16="http://schemas.microsoft.com/office/drawing/2014/main" id="{148B66EC-FBEA-E548-0BB4-D2D80A5BD2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34148" name="灯片编号占位符 3">
            <a:extLst>
              <a:ext uri="{FF2B5EF4-FFF2-40B4-BE49-F238E27FC236}">
                <a16:creationId xmlns:a16="http://schemas.microsoft.com/office/drawing/2014/main" id="{2AE1911C-CD65-1E20-EC26-1D9544218D3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65E3F3AF-ADD4-4CDB-B1D3-0D387026E30B}"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47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a:extLst>
              <a:ext uri="{FF2B5EF4-FFF2-40B4-BE49-F238E27FC236}">
                <a16:creationId xmlns:a16="http://schemas.microsoft.com/office/drawing/2014/main" id="{95E8308F-D1B9-0066-C6D1-2FF79406D4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8C3BE8E0-4583-D004-56FB-3CD26C5DF5A3}"/>
              </a:ext>
            </a:extLst>
          </p:cNvPr>
          <p:cNvSpPr>
            <a:spLocks noGrp="1"/>
          </p:cNvSpPr>
          <p:nvPr>
            <p:ph type="body" idx="1"/>
          </p:nvPr>
        </p:nvSpPr>
        <p:spPr/>
        <p:txBody>
          <a:bodyPr/>
          <a:lstStyle/>
          <a:p>
            <a:pPr>
              <a:defRPr/>
            </a:pPr>
            <a:endParaRPr lang="en-GB" altLang="zh-CN" dirty="0"/>
          </a:p>
        </p:txBody>
      </p:sp>
      <p:sp>
        <p:nvSpPr>
          <p:cNvPr id="138244" name="灯片编号占位符 3">
            <a:extLst>
              <a:ext uri="{FF2B5EF4-FFF2-40B4-BE49-F238E27FC236}">
                <a16:creationId xmlns:a16="http://schemas.microsoft.com/office/drawing/2014/main" id="{1A66341F-8D47-9F01-D1D4-F6CC5673E7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2"/>
                </a:solidFill>
                <a:latin typeface="宋体" panose="02010600030101010101" pitchFamily="2" charset="-122"/>
                <a:ea typeface="宋体" panose="02010600030101010101" pitchFamily="2" charset="-122"/>
              </a:defRPr>
            </a:lvl1pPr>
            <a:lvl2pPr marL="742950" indent="-285750">
              <a:defRPr sz="2000" b="1">
                <a:solidFill>
                  <a:schemeClr val="tx2"/>
                </a:solidFill>
                <a:latin typeface="宋体" panose="02010600030101010101" pitchFamily="2" charset="-122"/>
                <a:ea typeface="宋体" panose="02010600030101010101" pitchFamily="2" charset="-122"/>
              </a:defRPr>
            </a:lvl2pPr>
            <a:lvl3pPr marL="1143000" indent="-228600">
              <a:defRPr sz="2000" b="1">
                <a:solidFill>
                  <a:schemeClr val="tx2"/>
                </a:solidFill>
                <a:latin typeface="宋体" panose="02010600030101010101" pitchFamily="2" charset="-122"/>
                <a:ea typeface="宋体" panose="02010600030101010101" pitchFamily="2" charset="-122"/>
              </a:defRPr>
            </a:lvl3pPr>
            <a:lvl4pPr marL="1600200" indent="-228600">
              <a:defRPr sz="2000" b="1">
                <a:solidFill>
                  <a:schemeClr val="tx2"/>
                </a:solidFill>
                <a:latin typeface="宋体" panose="02010600030101010101" pitchFamily="2" charset="-122"/>
                <a:ea typeface="宋体" panose="02010600030101010101" pitchFamily="2" charset="-122"/>
              </a:defRPr>
            </a:lvl4pPr>
            <a:lvl5pPr marL="2057400" indent="-22860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FC6D0C6-6D8A-4400-90C0-C1D00CD94390}"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50</a:t>
            </a:fld>
            <a:endParaRPr kumimoji="0" lang="zh-CN" altLang="en-US"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7A7D0D97-9F27-682E-1F62-9AB3EE00FE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F120C8D-3885-4CAB-974F-454E4AB2DEF8}"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44387" name="Rectangle 2">
            <a:extLst>
              <a:ext uri="{FF2B5EF4-FFF2-40B4-BE49-F238E27FC236}">
                <a16:creationId xmlns:a16="http://schemas.microsoft.com/office/drawing/2014/main" id="{339EDCB8-D4C2-8C79-2994-948BB98A3CD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8" name="Rectangle 3">
            <a:extLst>
              <a:ext uri="{FF2B5EF4-FFF2-40B4-BE49-F238E27FC236}">
                <a16:creationId xmlns:a16="http://schemas.microsoft.com/office/drawing/2014/main" id="{68548A90-0927-5A6A-0E8D-588CB2458FA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19F6FB79-4E1B-692C-1947-883AAC251A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a:extLst>
              <a:ext uri="{FF2B5EF4-FFF2-40B4-BE49-F238E27FC236}">
                <a16:creationId xmlns:a16="http://schemas.microsoft.com/office/drawing/2014/main" id="{38A4D911-47EF-6D88-C2D0-E5277E9B8C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46436" name="Slide Number Placeholder 3">
            <a:extLst>
              <a:ext uri="{FF2B5EF4-FFF2-40B4-BE49-F238E27FC236}">
                <a16:creationId xmlns:a16="http://schemas.microsoft.com/office/drawing/2014/main" id="{02B3055D-6CA0-C20A-4C08-27B4AC34FE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7703806B-0C22-4384-A59C-2A1533640300}"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id="{9B0374FC-F4C7-FF01-54B2-E34ACCB3A8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3" name="Notes Placeholder 2">
            <a:extLst>
              <a:ext uri="{FF2B5EF4-FFF2-40B4-BE49-F238E27FC236}">
                <a16:creationId xmlns:a16="http://schemas.microsoft.com/office/drawing/2014/main" id="{8CA4CF33-1E4E-24E2-0F3E-C3C53032A9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48484" name="Slide Number Placeholder 3">
            <a:extLst>
              <a:ext uri="{FF2B5EF4-FFF2-40B4-BE49-F238E27FC236}">
                <a16:creationId xmlns:a16="http://schemas.microsoft.com/office/drawing/2014/main" id="{B2A8C284-20D4-E21C-A963-8433E08038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B824196D-A526-4FCB-A2C3-75A6BEA70361}"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id="{0248C051-6951-FB28-7817-72895567E9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a:extLst>
              <a:ext uri="{FF2B5EF4-FFF2-40B4-BE49-F238E27FC236}">
                <a16:creationId xmlns:a16="http://schemas.microsoft.com/office/drawing/2014/main" id="{98CC29AC-68BE-4623-C69A-22FE9A5E93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50532" name="Slide Number Placeholder 3">
            <a:extLst>
              <a:ext uri="{FF2B5EF4-FFF2-40B4-BE49-F238E27FC236}">
                <a16:creationId xmlns:a16="http://schemas.microsoft.com/office/drawing/2014/main" id="{2D7D98AE-75E8-F3B8-D439-D16DB98C12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FCB84041-4665-4EDB-9135-0455E7CFD2F7}"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a:extLst>
              <a:ext uri="{FF2B5EF4-FFF2-40B4-BE49-F238E27FC236}">
                <a16:creationId xmlns:a16="http://schemas.microsoft.com/office/drawing/2014/main" id="{6C743AE0-3775-F8C3-CB53-AA85255AB6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Notes Placeholder 2">
            <a:extLst>
              <a:ext uri="{FF2B5EF4-FFF2-40B4-BE49-F238E27FC236}">
                <a16:creationId xmlns:a16="http://schemas.microsoft.com/office/drawing/2014/main" id="{68567582-9EEF-ABF3-C8DC-7902E231ED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52580" name="Slide Number Placeholder 3">
            <a:extLst>
              <a:ext uri="{FF2B5EF4-FFF2-40B4-BE49-F238E27FC236}">
                <a16:creationId xmlns:a16="http://schemas.microsoft.com/office/drawing/2014/main" id="{7566207E-9E4C-8B85-8656-CCA7418929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CB4B7BF5-3E63-49D9-8C48-3E9F55A58A44}"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a:extLst>
              <a:ext uri="{FF2B5EF4-FFF2-40B4-BE49-F238E27FC236}">
                <a16:creationId xmlns:a16="http://schemas.microsoft.com/office/drawing/2014/main" id="{D4282409-B2C6-8274-539A-943C91A936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a:extLst>
              <a:ext uri="{FF2B5EF4-FFF2-40B4-BE49-F238E27FC236}">
                <a16:creationId xmlns:a16="http://schemas.microsoft.com/office/drawing/2014/main" id="{06D09C77-73A0-CF95-A53A-CA4DEE3B49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54628" name="Slide Number Placeholder 3">
            <a:extLst>
              <a:ext uri="{FF2B5EF4-FFF2-40B4-BE49-F238E27FC236}">
                <a16:creationId xmlns:a16="http://schemas.microsoft.com/office/drawing/2014/main" id="{324D888A-101E-283B-68BE-E5AC06CA4D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177A3522-ED8C-4B1B-A70F-28CEE7C4F3A8}"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60</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FDD81FFE-74B0-388D-3045-0ABEBBE7EB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D706BA-A589-4747-BAC5-80B445BD0543}"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56675" name="Rectangle 2">
            <a:extLst>
              <a:ext uri="{FF2B5EF4-FFF2-40B4-BE49-F238E27FC236}">
                <a16:creationId xmlns:a16="http://schemas.microsoft.com/office/drawing/2014/main" id="{2551C126-ECDF-559C-36DE-9D3681CF77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6" name="Rectangle 3">
            <a:extLst>
              <a:ext uri="{FF2B5EF4-FFF2-40B4-BE49-F238E27FC236}">
                <a16:creationId xmlns:a16="http://schemas.microsoft.com/office/drawing/2014/main" id="{009C64A0-AE42-78C1-8BF9-CBF7EDEC50F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D8ABED04-FDC5-066C-B526-22843823595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CECF474-288B-456A-AB9E-C94A6C74306A}"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58723" name="Rectangle 2">
            <a:extLst>
              <a:ext uri="{FF2B5EF4-FFF2-40B4-BE49-F238E27FC236}">
                <a16:creationId xmlns:a16="http://schemas.microsoft.com/office/drawing/2014/main" id="{A5F3EF30-BD53-A877-C434-2D4C0865649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4" name="Rectangle 3">
            <a:extLst>
              <a:ext uri="{FF2B5EF4-FFF2-40B4-BE49-F238E27FC236}">
                <a16:creationId xmlns:a16="http://schemas.microsoft.com/office/drawing/2014/main" id="{E870C566-20C4-FD39-C764-C3E9D49FDC6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83313455-5AA3-4341-A907-6602F8F916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3D4A80-BA39-4CE7-AE5F-CE64E98D4A41}"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62819" name="Rectangle 2">
            <a:extLst>
              <a:ext uri="{FF2B5EF4-FFF2-40B4-BE49-F238E27FC236}">
                <a16:creationId xmlns:a16="http://schemas.microsoft.com/office/drawing/2014/main" id="{CEC84B0A-B927-C958-A635-6D05207A6D1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0" name="Rectangle 3">
            <a:extLst>
              <a:ext uri="{FF2B5EF4-FFF2-40B4-BE49-F238E27FC236}">
                <a16:creationId xmlns:a16="http://schemas.microsoft.com/office/drawing/2014/main" id="{7D0C1DC7-EB1A-B5F4-1A42-B09066314E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34B2A1AB-80B7-57BE-89FD-5E49C94E51B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B499E4-9A9E-4805-97EC-6875BC58141B}"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64867" name="Rectangle 2">
            <a:extLst>
              <a:ext uri="{FF2B5EF4-FFF2-40B4-BE49-F238E27FC236}">
                <a16:creationId xmlns:a16="http://schemas.microsoft.com/office/drawing/2014/main" id="{AF8A1EAA-7269-7EDA-6B6B-5D58502833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8" name="Rectangle 3">
            <a:extLst>
              <a:ext uri="{FF2B5EF4-FFF2-40B4-BE49-F238E27FC236}">
                <a16:creationId xmlns:a16="http://schemas.microsoft.com/office/drawing/2014/main" id="{7D5A738C-0823-B7FD-E238-788AD339A7D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9CCDC747-B5CE-8738-85E4-4E8F516DD8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id="{5B68B75A-0CFD-B0A1-A9FC-02E2E5E524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66916" name="Slide Number Placeholder 3">
            <a:extLst>
              <a:ext uri="{FF2B5EF4-FFF2-40B4-BE49-F238E27FC236}">
                <a16:creationId xmlns:a16="http://schemas.microsoft.com/office/drawing/2014/main" id="{68DE39D4-022A-0D1F-F231-FCC7BFF273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D325B24D-5D50-4656-B891-BE414CD5ADF4}"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6B41E913-5C99-4E42-C64B-22E59472E6C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5C5E5-22F4-4025-8085-F0A383265685}" type="slidenum">
              <a:rPr kumimoji="0" lang="en-US" altLang="zh-CN" sz="1200" b="1"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zh-CN" sz="12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69987" name="Rectangle 2">
            <a:extLst>
              <a:ext uri="{FF2B5EF4-FFF2-40B4-BE49-F238E27FC236}">
                <a16:creationId xmlns:a16="http://schemas.microsoft.com/office/drawing/2014/main" id="{6939A33F-BDD7-F512-8D48-7F944D57BA1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8" name="Rectangle 3">
            <a:extLst>
              <a:ext uri="{FF2B5EF4-FFF2-40B4-BE49-F238E27FC236}">
                <a16:creationId xmlns:a16="http://schemas.microsoft.com/office/drawing/2014/main" id="{0AEC3BFE-113D-1DDC-394C-623E1A6990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a:extLst>
              <a:ext uri="{FF2B5EF4-FFF2-40B4-BE49-F238E27FC236}">
                <a16:creationId xmlns:a16="http://schemas.microsoft.com/office/drawing/2014/main" id="{ED517DD6-5198-6948-6B79-305D4F31E6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备注占位符 2">
            <a:extLst>
              <a:ext uri="{FF2B5EF4-FFF2-40B4-BE49-F238E27FC236}">
                <a16:creationId xmlns:a16="http://schemas.microsoft.com/office/drawing/2014/main" id="{8F744CA5-348D-C739-73ED-E408820577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eaLnBrk="1" hangingPunct="1">
              <a:spcBef>
                <a:spcPct val="0"/>
              </a:spcBef>
            </a:pPr>
            <a:endParaRPr lang="zh-CN" altLang="en-US">
              <a:solidFill>
                <a:srgbClr val="C00000"/>
              </a:solidFill>
            </a:endParaRPr>
          </a:p>
        </p:txBody>
      </p:sp>
      <p:sp>
        <p:nvSpPr>
          <p:cNvPr id="172036" name="灯片编号占位符 3">
            <a:extLst>
              <a:ext uri="{FF2B5EF4-FFF2-40B4-BE49-F238E27FC236}">
                <a16:creationId xmlns:a16="http://schemas.microsoft.com/office/drawing/2014/main" id="{98852465-0F33-6935-5045-CAF4F51A8F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070BE46-D30A-427C-A9FF-80895B0609D9}" type="slidenum">
              <a:rPr kumimoji="0" lang="en-US" altLang="zh-CN" sz="1200" b="1"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zh-CN" sz="12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8B7CE33F-8A5C-2040-0CBD-4D5A00DBC2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048AB21-D065-4A8D-A6AA-8ED2077BE89C}" type="slidenum">
              <a:rPr kumimoji="0" lang="en-US" altLang="zh-CN" sz="1200" b="1"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zh-CN" sz="12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74083" name="Rectangle 2">
            <a:extLst>
              <a:ext uri="{FF2B5EF4-FFF2-40B4-BE49-F238E27FC236}">
                <a16:creationId xmlns:a16="http://schemas.microsoft.com/office/drawing/2014/main" id="{43F3C85E-E1A0-C946-7C5E-5CFD09A573D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80" name="Rectangle 3">
            <a:extLst>
              <a:ext uri="{FF2B5EF4-FFF2-40B4-BE49-F238E27FC236}">
                <a16:creationId xmlns:a16="http://schemas.microsoft.com/office/drawing/2014/main" id="{4F4C453D-D0A7-5CC8-8C1C-DE6F614AD8D6}"/>
              </a:ext>
            </a:extLst>
          </p:cNvPr>
          <p:cNvSpPr>
            <a:spLocks noGrp="1" noChangeArrowheads="1"/>
          </p:cNvSpPr>
          <p:nvPr>
            <p:ph type="body" idx="1"/>
          </p:nvPr>
        </p:nvSpPr>
        <p:spPr>
          <a:ln/>
        </p:spPr>
        <p:txBody>
          <a:bodyPr/>
          <a:lstStyle/>
          <a:p>
            <a:pPr>
              <a:defRPr/>
            </a:pPr>
            <a:endParaRPr lang="zh-CN" altLang="en-US" dirty="0">
              <a:latin typeface="+mj-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90A6E46F-4EB9-6A84-A8E4-BABB049EAE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id="{EBC028D2-9F73-E66A-86B1-0AC502F0E0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79204" name="Slide Number Placeholder 3">
            <a:extLst>
              <a:ext uri="{FF2B5EF4-FFF2-40B4-BE49-F238E27FC236}">
                <a16:creationId xmlns:a16="http://schemas.microsoft.com/office/drawing/2014/main" id="{00D8D68A-3A2B-0908-0C64-B2D67D7DF5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E4EDBF76-CE26-4221-AFF9-92819707BA7E}"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74</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id="{12B1D339-7594-8415-F34C-29B871E0A3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a:extLst>
              <a:ext uri="{FF2B5EF4-FFF2-40B4-BE49-F238E27FC236}">
                <a16:creationId xmlns:a16="http://schemas.microsoft.com/office/drawing/2014/main" id="{59B27A1A-3894-5982-7FA8-341C00C38B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81252" name="Slide Number Placeholder 3">
            <a:extLst>
              <a:ext uri="{FF2B5EF4-FFF2-40B4-BE49-F238E27FC236}">
                <a16:creationId xmlns:a16="http://schemas.microsoft.com/office/drawing/2014/main" id="{7DCA8DF7-D81F-EC51-3B5D-77DA1FE477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93966980-130B-487F-A0D2-D348FB3B75AA}"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a:extLst>
              <a:ext uri="{FF2B5EF4-FFF2-40B4-BE49-F238E27FC236}">
                <a16:creationId xmlns:a16="http://schemas.microsoft.com/office/drawing/2014/main" id="{73C9F84F-180D-D48E-3C05-3BC1C75DB1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a:extLst>
              <a:ext uri="{FF2B5EF4-FFF2-40B4-BE49-F238E27FC236}">
                <a16:creationId xmlns:a16="http://schemas.microsoft.com/office/drawing/2014/main" id="{C7FCCF31-FA23-0930-B1FF-AFCE928845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83300" name="Slide Number Placeholder 3">
            <a:extLst>
              <a:ext uri="{FF2B5EF4-FFF2-40B4-BE49-F238E27FC236}">
                <a16:creationId xmlns:a16="http://schemas.microsoft.com/office/drawing/2014/main" id="{6C52CD72-FA9D-68F9-8162-EE6BDD64FDB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F7469058-0354-4824-ABC7-4B11E4AA32DB}"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id="{18ACF02E-6266-64F2-E280-339D25D7EC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id="{B68DCB56-7514-E7EF-CD0D-F82DF25BE0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85348" name="Slide Number Placeholder 3">
            <a:extLst>
              <a:ext uri="{FF2B5EF4-FFF2-40B4-BE49-F238E27FC236}">
                <a16:creationId xmlns:a16="http://schemas.microsoft.com/office/drawing/2014/main" id="{FABF47D9-09D9-9C47-A45A-375E9EA47A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2D9A1822-B5CC-44F6-8F42-13F9E2F2725D}"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id="{BA5097A4-013C-F5AD-3152-663EBEC933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id="{5779DC3B-007F-1E64-A72B-620999B4D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87396" name="Slide Number Placeholder 3">
            <a:extLst>
              <a:ext uri="{FF2B5EF4-FFF2-40B4-BE49-F238E27FC236}">
                <a16:creationId xmlns:a16="http://schemas.microsoft.com/office/drawing/2014/main" id="{FB96CF3D-0242-2A27-7182-A43FC711A6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97338CAE-1C97-4A71-AAD7-597612D92B0C}"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a:extLst>
              <a:ext uri="{FF2B5EF4-FFF2-40B4-BE49-F238E27FC236}">
                <a16:creationId xmlns:a16="http://schemas.microsoft.com/office/drawing/2014/main" id="{B74803C7-1DF1-53B1-4A54-5C0B89411C8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备注占位符 2">
            <a:extLst>
              <a:ext uri="{FF2B5EF4-FFF2-40B4-BE49-F238E27FC236}">
                <a16:creationId xmlns:a16="http://schemas.microsoft.com/office/drawing/2014/main" id="{CB4E6939-FD56-530D-90D4-B072AFFC711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97636" name="灯片编号占位符 3">
            <a:extLst>
              <a:ext uri="{FF2B5EF4-FFF2-40B4-BE49-F238E27FC236}">
                <a16:creationId xmlns:a16="http://schemas.microsoft.com/office/drawing/2014/main" id="{5F9FD502-79C6-5E66-B6DF-DE409EAC6D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2"/>
                </a:solidFill>
                <a:latin typeface="宋体" panose="02010600030101010101" pitchFamily="2" charset="-122"/>
                <a:ea typeface="宋体" panose="02010600030101010101" pitchFamily="2" charset="-122"/>
              </a:defRPr>
            </a:lvl1pPr>
            <a:lvl2pPr marL="742950" indent="-285750">
              <a:defRPr sz="2000" b="1">
                <a:solidFill>
                  <a:schemeClr val="tx2"/>
                </a:solidFill>
                <a:latin typeface="宋体" panose="02010600030101010101" pitchFamily="2" charset="-122"/>
                <a:ea typeface="宋体" panose="02010600030101010101" pitchFamily="2" charset="-122"/>
              </a:defRPr>
            </a:lvl2pPr>
            <a:lvl3pPr marL="1143000" indent="-228600">
              <a:defRPr sz="2000" b="1">
                <a:solidFill>
                  <a:schemeClr val="tx2"/>
                </a:solidFill>
                <a:latin typeface="宋体" panose="02010600030101010101" pitchFamily="2" charset="-122"/>
                <a:ea typeface="宋体" panose="02010600030101010101" pitchFamily="2" charset="-122"/>
              </a:defRPr>
            </a:lvl3pPr>
            <a:lvl4pPr marL="1600200" indent="-228600">
              <a:defRPr sz="2000" b="1">
                <a:solidFill>
                  <a:schemeClr val="tx2"/>
                </a:solidFill>
                <a:latin typeface="宋体" panose="02010600030101010101" pitchFamily="2" charset="-122"/>
                <a:ea typeface="宋体" panose="02010600030101010101" pitchFamily="2" charset="-122"/>
              </a:defRPr>
            </a:lvl4pPr>
            <a:lvl5pPr marL="2057400" indent="-22860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8E35CBE2-762F-4139-97AF-3490669629D1}"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85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a:extLst>
              <a:ext uri="{FF2B5EF4-FFF2-40B4-BE49-F238E27FC236}">
                <a16:creationId xmlns:a16="http://schemas.microsoft.com/office/drawing/2014/main" id="{49DFF285-0770-407C-61CA-77537FFB85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a:extLst>
              <a:ext uri="{FF2B5EF4-FFF2-40B4-BE49-F238E27FC236}">
                <a16:creationId xmlns:a16="http://schemas.microsoft.com/office/drawing/2014/main" id="{89E4F01E-3609-BA66-6659-2C6C8DE638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99684" name="Slide Number Placeholder 3">
            <a:extLst>
              <a:ext uri="{FF2B5EF4-FFF2-40B4-BE49-F238E27FC236}">
                <a16:creationId xmlns:a16="http://schemas.microsoft.com/office/drawing/2014/main" id="{037709AA-5704-4720-6B3D-14444286E4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450BF13B-9AC2-4F70-BBD4-8630897F9D02}" type="slidenum">
              <a:rPr kumimoji="0" lang="en-US" altLang="zh-CN"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86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a:extLst>
              <a:ext uri="{FF2B5EF4-FFF2-40B4-BE49-F238E27FC236}">
                <a16:creationId xmlns:a16="http://schemas.microsoft.com/office/drawing/2014/main" id="{5BCBBB73-CD6F-09FF-142B-81D3129868F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38EC3A78-DD1A-4FFA-9BA2-BE0D939D19C7}"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09923" name="Rectangle 2">
            <a:extLst>
              <a:ext uri="{FF2B5EF4-FFF2-40B4-BE49-F238E27FC236}">
                <a16:creationId xmlns:a16="http://schemas.microsoft.com/office/drawing/2014/main" id="{CCEAD770-7BCF-452E-F819-72475C8D318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4" name="Rectangle 3">
            <a:extLst>
              <a:ext uri="{FF2B5EF4-FFF2-40B4-BE49-F238E27FC236}">
                <a16:creationId xmlns:a16="http://schemas.microsoft.com/office/drawing/2014/main" id="{790B6A79-F8EC-661F-D037-44F8A467413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a:extLst>
              <a:ext uri="{FF2B5EF4-FFF2-40B4-BE49-F238E27FC236}">
                <a16:creationId xmlns:a16="http://schemas.microsoft.com/office/drawing/2014/main" id="{29760970-C6B3-F358-EF55-4FBDAFCF735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80142A3-BA76-4C6C-AB78-118569C57D24}"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11971" name="Rectangle 2">
            <a:extLst>
              <a:ext uri="{FF2B5EF4-FFF2-40B4-BE49-F238E27FC236}">
                <a16:creationId xmlns:a16="http://schemas.microsoft.com/office/drawing/2014/main" id="{C9DF0BAC-C9A6-B944-0705-29E3205D03B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2" name="Rectangle 3">
            <a:extLst>
              <a:ext uri="{FF2B5EF4-FFF2-40B4-BE49-F238E27FC236}">
                <a16:creationId xmlns:a16="http://schemas.microsoft.com/office/drawing/2014/main" id="{5248FF0F-63BF-9BDD-F8FA-0BA866EC7D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a:extLst>
              <a:ext uri="{FF2B5EF4-FFF2-40B4-BE49-F238E27FC236}">
                <a16:creationId xmlns:a16="http://schemas.microsoft.com/office/drawing/2014/main" id="{43EFC48D-B2AC-5D26-FA14-ECAFC594A39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4243FD8-970D-40D9-A84F-90F6E2A12CE1}"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14019" name="Rectangle 2">
            <a:extLst>
              <a:ext uri="{FF2B5EF4-FFF2-40B4-BE49-F238E27FC236}">
                <a16:creationId xmlns:a16="http://schemas.microsoft.com/office/drawing/2014/main" id="{972B134C-01A0-7A28-8B79-64495AF59DC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20" name="Rectangle 3">
            <a:extLst>
              <a:ext uri="{FF2B5EF4-FFF2-40B4-BE49-F238E27FC236}">
                <a16:creationId xmlns:a16="http://schemas.microsoft.com/office/drawing/2014/main" id="{A4A48602-3F69-7AC3-D27A-BB335FFC320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a:extLst>
              <a:ext uri="{FF2B5EF4-FFF2-40B4-BE49-F238E27FC236}">
                <a16:creationId xmlns:a16="http://schemas.microsoft.com/office/drawing/2014/main" id="{5B617853-BAC3-033B-E75E-5AF685AB1A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B53005A6-5E5F-4055-89C7-1CA2187E42A7}"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16067" name="Rectangle 2">
            <a:extLst>
              <a:ext uri="{FF2B5EF4-FFF2-40B4-BE49-F238E27FC236}">
                <a16:creationId xmlns:a16="http://schemas.microsoft.com/office/drawing/2014/main" id="{C2E6F796-33B2-3D2C-184F-D5382A8E0F7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8" name="Rectangle 3">
            <a:extLst>
              <a:ext uri="{FF2B5EF4-FFF2-40B4-BE49-F238E27FC236}">
                <a16:creationId xmlns:a16="http://schemas.microsoft.com/office/drawing/2014/main" id="{3FFB051D-7C53-017B-1EE8-02888EFC9DF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a:extLst>
              <a:ext uri="{FF2B5EF4-FFF2-40B4-BE49-F238E27FC236}">
                <a16:creationId xmlns:a16="http://schemas.microsoft.com/office/drawing/2014/main" id="{25EAF6D9-3AE2-236F-F6AA-1E215BD92CC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06085278-242F-4A93-B245-F5C841E1B581}"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99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18115" name="Rectangle 2">
            <a:extLst>
              <a:ext uri="{FF2B5EF4-FFF2-40B4-BE49-F238E27FC236}">
                <a16:creationId xmlns:a16="http://schemas.microsoft.com/office/drawing/2014/main" id="{15F3AEEA-6379-48F1-617F-85463CC4AF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6" name="Rectangle 3">
            <a:extLst>
              <a:ext uri="{FF2B5EF4-FFF2-40B4-BE49-F238E27FC236}">
                <a16:creationId xmlns:a16="http://schemas.microsoft.com/office/drawing/2014/main" id="{ADE63B8C-29BF-310A-2CF0-0352CD7DA0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AEA5BA4C-D8E9-22A5-0958-6153419938F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4016D39-71B1-4F1A-AD2D-F53CAC3AECBC}"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100</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20163" name="Rectangle 2">
            <a:extLst>
              <a:ext uri="{FF2B5EF4-FFF2-40B4-BE49-F238E27FC236}">
                <a16:creationId xmlns:a16="http://schemas.microsoft.com/office/drawing/2014/main" id="{38C8D388-EC17-4E7E-E6AE-81E3D10983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4" name="Rectangle 3">
            <a:extLst>
              <a:ext uri="{FF2B5EF4-FFF2-40B4-BE49-F238E27FC236}">
                <a16:creationId xmlns:a16="http://schemas.microsoft.com/office/drawing/2014/main" id="{E2486DBC-BAE5-0CBD-894D-8B1E2D6BF8F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BD8BA8F4-1494-C1FA-1709-4861B5C86D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68AB608-287F-40AA-A0C7-2178709CD64D}"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101</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22211" name="Rectangle 2">
            <a:extLst>
              <a:ext uri="{FF2B5EF4-FFF2-40B4-BE49-F238E27FC236}">
                <a16:creationId xmlns:a16="http://schemas.microsoft.com/office/drawing/2014/main" id="{1AFA6B3C-D8A5-B67D-B8ED-D5407DAC048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2" name="Rectangle 3">
            <a:extLst>
              <a:ext uri="{FF2B5EF4-FFF2-40B4-BE49-F238E27FC236}">
                <a16:creationId xmlns:a16="http://schemas.microsoft.com/office/drawing/2014/main" id="{D0F454D8-1F04-2ACD-D1C8-FBE8F469C8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EDA0C17D-2C96-0E41-0935-E35046D8319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F19F32EE-2C05-4898-AFB0-B8F740B89469}"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102</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24259" name="Rectangle 2">
            <a:extLst>
              <a:ext uri="{FF2B5EF4-FFF2-40B4-BE49-F238E27FC236}">
                <a16:creationId xmlns:a16="http://schemas.microsoft.com/office/drawing/2014/main" id="{12AF8E96-C540-FD9F-0816-81089F6CFFE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60" name="Rectangle 3">
            <a:extLst>
              <a:ext uri="{FF2B5EF4-FFF2-40B4-BE49-F238E27FC236}">
                <a16:creationId xmlns:a16="http://schemas.microsoft.com/office/drawing/2014/main" id="{038EC340-3505-B931-8F0B-06D29850439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a:extLst>
              <a:ext uri="{FF2B5EF4-FFF2-40B4-BE49-F238E27FC236}">
                <a16:creationId xmlns:a16="http://schemas.microsoft.com/office/drawing/2014/main" id="{9817A39B-5DAE-0339-681D-633700C8E65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EEB1EF9B-0A1B-4BCB-B099-E5064B3202A8}"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103</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26307" name="Rectangle 2">
            <a:extLst>
              <a:ext uri="{FF2B5EF4-FFF2-40B4-BE49-F238E27FC236}">
                <a16:creationId xmlns:a16="http://schemas.microsoft.com/office/drawing/2014/main" id="{019F7770-BDC4-4C58-F37C-1142B202428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8" name="Rectangle 3">
            <a:extLst>
              <a:ext uri="{FF2B5EF4-FFF2-40B4-BE49-F238E27FC236}">
                <a16:creationId xmlns:a16="http://schemas.microsoft.com/office/drawing/2014/main" id="{DF19F856-2964-2B22-6322-2F9EE5AD1D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a:extLst>
              <a:ext uri="{FF2B5EF4-FFF2-40B4-BE49-F238E27FC236}">
                <a16:creationId xmlns:a16="http://schemas.microsoft.com/office/drawing/2014/main" id="{94175D6C-F942-9B22-DDA7-1D3F4A0DA3A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DAEB8759-98A3-4A4D-A854-52D74B0FEA76}"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104</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28355" name="Rectangle 2">
            <a:extLst>
              <a:ext uri="{FF2B5EF4-FFF2-40B4-BE49-F238E27FC236}">
                <a16:creationId xmlns:a16="http://schemas.microsoft.com/office/drawing/2014/main" id="{7E80844C-501E-21F7-EF42-C9D1F7DCC1F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6" name="Rectangle 3">
            <a:extLst>
              <a:ext uri="{FF2B5EF4-FFF2-40B4-BE49-F238E27FC236}">
                <a16:creationId xmlns:a16="http://schemas.microsoft.com/office/drawing/2014/main" id="{D59A6139-C1AC-8B3B-07FD-7D0D893A516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a:extLst>
              <a:ext uri="{FF2B5EF4-FFF2-40B4-BE49-F238E27FC236}">
                <a16:creationId xmlns:a16="http://schemas.microsoft.com/office/drawing/2014/main" id="{6C3B15A4-E8DA-6AE7-F345-E6C9952217A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51012D10-81C4-4B7F-89D4-ADDEE649B5B4}"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30403" name="Rectangle 2">
            <a:extLst>
              <a:ext uri="{FF2B5EF4-FFF2-40B4-BE49-F238E27FC236}">
                <a16:creationId xmlns:a16="http://schemas.microsoft.com/office/drawing/2014/main" id="{2CB72B2D-5CD5-DB2E-8549-D7E8ED22F74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4" name="Rectangle 3">
            <a:extLst>
              <a:ext uri="{FF2B5EF4-FFF2-40B4-BE49-F238E27FC236}">
                <a16:creationId xmlns:a16="http://schemas.microsoft.com/office/drawing/2014/main" id="{4D7E1D90-9C87-4D63-A20B-FB937F904AF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a:extLst>
              <a:ext uri="{FF2B5EF4-FFF2-40B4-BE49-F238E27FC236}">
                <a16:creationId xmlns:a16="http://schemas.microsoft.com/office/drawing/2014/main" id="{6FC8962D-0E1E-9250-4A4E-29063E7BFF0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2EC19DB7-CAC3-4180-A684-639A47964669}"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106</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32451" name="Rectangle 2">
            <a:extLst>
              <a:ext uri="{FF2B5EF4-FFF2-40B4-BE49-F238E27FC236}">
                <a16:creationId xmlns:a16="http://schemas.microsoft.com/office/drawing/2014/main" id="{FD706B8D-346A-9CF4-82B3-EA87D632E1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2" name="Rectangle 3">
            <a:extLst>
              <a:ext uri="{FF2B5EF4-FFF2-40B4-BE49-F238E27FC236}">
                <a16:creationId xmlns:a16="http://schemas.microsoft.com/office/drawing/2014/main" id="{958606A7-6599-773F-9A93-5EABA02C29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a:extLst>
              <a:ext uri="{FF2B5EF4-FFF2-40B4-BE49-F238E27FC236}">
                <a16:creationId xmlns:a16="http://schemas.microsoft.com/office/drawing/2014/main" id="{1212BB15-D206-5C3E-14BC-08D32DF34D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55E77238-862D-4AD6-90B6-C81F59B6AE86}"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107</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34499" name="Rectangle 2">
            <a:extLst>
              <a:ext uri="{FF2B5EF4-FFF2-40B4-BE49-F238E27FC236}">
                <a16:creationId xmlns:a16="http://schemas.microsoft.com/office/drawing/2014/main" id="{050E7A1C-9949-C1A6-3ED6-0CE11F2DFE8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500" name="Rectangle 3">
            <a:extLst>
              <a:ext uri="{FF2B5EF4-FFF2-40B4-BE49-F238E27FC236}">
                <a16:creationId xmlns:a16="http://schemas.microsoft.com/office/drawing/2014/main" id="{B2A7204B-AEE0-AEB8-D7BA-99DE8D8D6EF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a:extLst>
              <a:ext uri="{FF2B5EF4-FFF2-40B4-BE49-F238E27FC236}">
                <a16:creationId xmlns:a16="http://schemas.microsoft.com/office/drawing/2014/main" id="{5AA54CCE-3DB9-3F26-B066-55DDA1D8B3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F0CA7011-F645-46D3-9F05-89F31A350C5A}"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108</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36547" name="Rectangle 2">
            <a:extLst>
              <a:ext uri="{FF2B5EF4-FFF2-40B4-BE49-F238E27FC236}">
                <a16:creationId xmlns:a16="http://schemas.microsoft.com/office/drawing/2014/main" id="{8152C675-B997-828E-3F4B-9FFEB04B2D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8" name="Rectangle 3">
            <a:extLst>
              <a:ext uri="{FF2B5EF4-FFF2-40B4-BE49-F238E27FC236}">
                <a16:creationId xmlns:a16="http://schemas.microsoft.com/office/drawing/2014/main" id="{2330ACF2-C71C-775D-D7EC-B03B1E66FE2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a:extLst>
              <a:ext uri="{FF2B5EF4-FFF2-40B4-BE49-F238E27FC236}">
                <a16:creationId xmlns:a16="http://schemas.microsoft.com/office/drawing/2014/main" id="{42B55E75-6B89-7FB3-A630-25EF419C24D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2AF46D8F-3348-47BB-8F6A-725D2ECD3063}"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109</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38595" name="Rectangle 2">
            <a:extLst>
              <a:ext uri="{FF2B5EF4-FFF2-40B4-BE49-F238E27FC236}">
                <a16:creationId xmlns:a16="http://schemas.microsoft.com/office/drawing/2014/main" id="{0EC9A274-90D9-D972-A98F-43AD1991DCB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6" name="Rectangle 3">
            <a:extLst>
              <a:ext uri="{FF2B5EF4-FFF2-40B4-BE49-F238E27FC236}">
                <a16:creationId xmlns:a16="http://schemas.microsoft.com/office/drawing/2014/main" id="{0074DF90-4581-A9C2-5368-74918483EB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a:extLst>
              <a:ext uri="{FF2B5EF4-FFF2-40B4-BE49-F238E27FC236}">
                <a16:creationId xmlns:a16="http://schemas.microsoft.com/office/drawing/2014/main" id="{BE08D9B0-9C0D-5EFC-2CB5-0EB9B88D79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A0D83F97-9AE1-4C42-BED2-AA8B8DEB44C5}"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110</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40643" name="Rectangle 2">
            <a:extLst>
              <a:ext uri="{FF2B5EF4-FFF2-40B4-BE49-F238E27FC236}">
                <a16:creationId xmlns:a16="http://schemas.microsoft.com/office/drawing/2014/main" id="{C98A7E27-AA99-4906-2E7D-B4A0BD3375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4" name="Rectangle 3">
            <a:extLst>
              <a:ext uri="{FF2B5EF4-FFF2-40B4-BE49-F238E27FC236}">
                <a16:creationId xmlns:a16="http://schemas.microsoft.com/office/drawing/2014/main" id="{D9FDD63A-B828-1F03-7AC0-E690BFA702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a:extLst>
              <a:ext uri="{FF2B5EF4-FFF2-40B4-BE49-F238E27FC236}">
                <a16:creationId xmlns:a16="http://schemas.microsoft.com/office/drawing/2014/main" id="{CED94A35-E9DC-A286-8323-8D3DFD2C74D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DECCE98C-A26C-4D67-B934-4A41C5936DEC}"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111</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42691" name="Rectangle 2">
            <a:extLst>
              <a:ext uri="{FF2B5EF4-FFF2-40B4-BE49-F238E27FC236}">
                <a16:creationId xmlns:a16="http://schemas.microsoft.com/office/drawing/2014/main" id="{4FAE209B-1290-8AE2-487A-536C7B3C91F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2692" name="Rectangle 3">
            <a:extLst>
              <a:ext uri="{FF2B5EF4-FFF2-40B4-BE49-F238E27FC236}">
                <a16:creationId xmlns:a16="http://schemas.microsoft.com/office/drawing/2014/main" id="{D8DBA5E5-19BD-6E22-1D95-86ECBEBF699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a:extLst>
              <a:ext uri="{FF2B5EF4-FFF2-40B4-BE49-F238E27FC236}">
                <a16:creationId xmlns:a16="http://schemas.microsoft.com/office/drawing/2014/main" id="{77611628-13AB-5331-6718-3F1E01395CC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773DCD75-AA50-4513-8CCC-D2CDDBFE85C7}"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112</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44739" name="Rectangle 2">
            <a:extLst>
              <a:ext uri="{FF2B5EF4-FFF2-40B4-BE49-F238E27FC236}">
                <a16:creationId xmlns:a16="http://schemas.microsoft.com/office/drawing/2014/main" id="{47D31B39-66A4-7B9B-F122-906E97C8FD9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4740" name="Rectangle 3">
            <a:extLst>
              <a:ext uri="{FF2B5EF4-FFF2-40B4-BE49-F238E27FC236}">
                <a16:creationId xmlns:a16="http://schemas.microsoft.com/office/drawing/2014/main" id="{F794F539-3E9E-8061-D818-4E98A71A96C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a:extLst>
              <a:ext uri="{FF2B5EF4-FFF2-40B4-BE49-F238E27FC236}">
                <a16:creationId xmlns:a16="http://schemas.microsoft.com/office/drawing/2014/main" id="{8FBE16CB-DA57-4019-5CC5-A84500986B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75B0D2AE-6516-4FCD-93D8-511BCBD9FC1E}"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113</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46787" name="Rectangle 2">
            <a:extLst>
              <a:ext uri="{FF2B5EF4-FFF2-40B4-BE49-F238E27FC236}">
                <a16:creationId xmlns:a16="http://schemas.microsoft.com/office/drawing/2014/main" id="{607DFB90-119E-62E9-6884-4F856C085F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6788" name="Rectangle 3">
            <a:extLst>
              <a:ext uri="{FF2B5EF4-FFF2-40B4-BE49-F238E27FC236}">
                <a16:creationId xmlns:a16="http://schemas.microsoft.com/office/drawing/2014/main" id="{48BC0F36-C6D3-9D9A-67B4-397DA4829DF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a:extLst>
              <a:ext uri="{FF2B5EF4-FFF2-40B4-BE49-F238E27FC236}">
                <a16:creationId xmlns:a16="http://schemas.microsoft.com/office/drawing/2014/main" id="{A2654D19-7BA1-1049-E5E4-80E213C68A8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9DAA7605-9027-4C48-921F-C5023C7965C4}"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114</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48835" name="Rectangle 2">
            <a:extLst>
              <a:ext uri="{FF2B5EF4-FFF2-40B4-BE49-F238E27FC236}">
                <a16:creationId xmlns:a16="http://schemas.microsoft.com/office/drawing/2014/main" id="{15603B3A-757E-7039-D6CC-9A61A4C424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8836" name="Rectangle 3">
            <a:extLst>
              <a:ext uri="{FF2B5EF4-FFF2-40B4-BE49-F238E27FC236}">
                <a16:creationId xmlns:a16="http://schemas.microsoft.com/office/drawing/2014/main" id="{06601B00-5104-6471-89B3-FC1712FF049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a:extLst>
              <a:ext uri="{FF2B5EF4-FFF2-40B4-BE49-F238E27FC236}">
                <a16:creationId xmlns:a16="http://schemas.microsoft.com/office/drawing/2014/main" id="{ECEA982E-85D4-E8FB-62A1-9D6D05872A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143AA394-E59F-4780-89DC-B9F5512FF0CB}" type="slidenum">
              <a:rPr kumimoji="0" lang="zh-CN" altLang="en-US" sz="1200" b="1" i="0" u="none" strike="noStrike" kern="1200" cap="none" spc="0" normalizeH="0" baseline="0" noProof="0" smtClean="0">
                <a:ln>
                  <a:noFill/>
                </a:ln>
                <a:solidFill>
                  <a:srgbClr val="1F497D"/>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115</a:t>
            </a:fld>
            <a:endParaRPr kumimoji="0" lang="en-US" altLang="zh-CN" sz="1200" b="1" i="0" u="none" strike="noStrike" kern="1200" cap="none" spc="0" normalizeH="0" baseline="0" noProof="0">
              <a:ln>
                <a:noFill/>
              </a:ln>
              <a:solidFill>
                <a:srgbClr val="1F497D"/>
              </a:solidFill>
              <a:effectLst/>
              <a:uLnTx/>
              <a:uFillTx/>
              <a:latin typeface="宋体" panose="02010600030101010101" pitchFamily="2" charset="-122"/>
              <a:ea typeface="宋体" panose="02010600030101010101" pitchFamily="2" charset="-122"/>
              <a:cs typeface="+mn-cs"/>
            </a:endParaRPr>
          </a:p>
        </p:txBody>
      </p:sp>
      <p:sp>
        <p:nvSpPr>
          <p:cNvPr id="250883" name="Rectangle 2">
            <a:extLst>
              <a:ext uri="{FF2B5EF4-FFF2-40B4-BE49-F238E27FC236}">
                <a16:creationId xmlns:a16="http://schemas.microsoft.com/office/drawing/2014/main" id="{F2D3C9DF-9170-1214-8E5A-4C002BD3FBE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0884" name="Rectangle 3">
            <a:extLst>
              <a:ext uri="{FF2B5EF4-FFF2-40B4-BE49-F238E27FC236}">
                <a16:creationId xmlns:a16="http://schemas.microsoft.com/office/drawing/2014/main" id="{A8F072B6-6131-7D00-8C63-0A0BB4EE80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8109C2-FC18-7C28-FC8B-3724AA382F1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5F0C77-8EA6-BE84-3173-D1F6E1DB6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9E28EC5-B92C-1105-8A88-1E99A293195A}"/>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D330A1A1-6417-0DDE-0DC8-E278F9F90B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6E009F-9ACD-5379-274A-525192838EE7}"/>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1755423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E947A5-DEEC-4F86-B54A-CAF934CD2D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A00905-FBAB-8013-7635-2E40748799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E6CF6E5-A8FF-FEB6-6020-A2718F7D9D0F}"/>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2C65C640-F37F-5C19-6619-4FEFFE6FA1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FB954E-B381-E372-6416-D03CEAC4648C}"/>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1779518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C5CC4-EE01-B8C4-1504-63C33CD1F34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4CC8005-E8FE-EAF9-4DEA-2C3BA7EA6B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7DB88A-9214-B7CF-C055-1FDD8031206F}"/>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45412310-901E-4A5C-1CFA-7A7ECB742E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A6207B-88B9-57D5-408A-D3CD3E03C360}"/>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4039278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4EF2FB-A496-F2B8-9F40-EBA5FC38C46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874E51-66EA-0FFC-3BEF-BFA334E41D6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B169DBC-5525-6FD0-FE1E-6256B92E1E1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EA472D2-DB44-23AD-D28F-236CF26930FD}"/>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6" name="页脚占位符 5">
            <a:extLst>
              <a:ext uri="{FF2B5EF4-FFF2-40B4-BE49-F238E27FC236}">
                <a16:creationId xmlns:a16="http://schemas.microsoft.com/office/drawing/2014/main" id="{808B2788-14D3-3674-B681-FA5974A672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264A5F9-A2B0-F0D8-2287-51802410CC08}"/>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390668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CEE24-9C05-E847-BDDD-463634A3521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232BDCD-CEDC-AB15-3180-01B8631ED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9AE60E4-4FB5-9A5B-99CA-38736085F22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4ED8FD7-B568-0108-7151-32B2F80F6F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F7C09D1-125F-6872-F86E-36EF28ED07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92E504A-093A-E1FA-8D6E-7BC4ABC1A76D}"/>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8" name="页脚占位符 7">
            <a:extLst>
              <a:ext uri="{FF2B5EF4-FFF2-40B4-BE49-F238E27FC236}">
                <a16:creationId xmlns:a16="http://schemas.microsoft.com/office/drawing/2014/main" id="{7DB4E6C1-8654-B09B-3E68-F2873A7DDB5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CFECFF1-3A64-CC51-BFED-33C5C9421E97}"/>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346972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73C93-3455-B299-A58C-E3E619C12AD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7981A8D-962E-E9E6-5D80-A33D5397913D}"/>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4" name="页脚占位符 3">
            <a:extLst>
              <a:ext uri="{FF2B5EF4-FFF2-40B4-BE49-F238E27FC236}">
                <a16:creationId xmlns:a16="http://schemas.microsoft.com/office/drawing/2014/main" id="{33076763-0EDF-CDB4-EFA2-9718652599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200E1A4-5EAF-1344-DDCE-CFF4826BA26D}"/>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33588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0CF5D36-2DAA-B9AD-BD7F-1CA06C0E6296}"/>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3" name="页脚占位符 2">
            <a:extLst>
              <a:ext uri="{FF2B5EF4-FFF2-40B4-BE49-F238E27FC236}">
                <a16:creationId xmlns:a16="http://schemas.microsoft.com/office/drawing/2014/main" id="{72E5A000-DAEC-0C16-39B2-BE52F68252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E88F22C-E6C2-D583-CCD4-D98574D63288}"/>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2440249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B939D7-EA45-6E9E-33CF-FBD3453CAE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88E11C7-462D-39F4-A806-2F4BD9D920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290AF7D-78B3-BD04-FDDD-4D8F92297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B597509-55A0-D81E-B556-212F5ECB3D9D}"/>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6" name="页脚占位符 5">
            <a:extLst>
              <a:ext uri="{FF2B5EF4-FFF2-40B4-BE49-F238E27FC236}">
                <a16:creationId xmlns:a16="http://schemas.microsoft.com/office/drawing/2014/main" id="{CE04CD6E-C074-D946-B927-BA0295CEE4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E62744-D5AF-C3F5-B5D5-2F6EED5C330D}"/>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1093987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D6551-1D6E-D3D4-A88A-DE5044E048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CA84A3-8044-E085-A18C-27084C99A8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AB107EE-62C9-24F8-569C-72EDEC751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1534117-69BC-E292-79FA-65710408D4E1}"/>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6" name="页脚占位符 5">
            <a:extLst>
              <a:ext uri="{FF2B5EF4-FFF2-40B4-BE49-F238E27FC236}">
                <a16:creationId xmlns:a16="http://schemas.microsoft.com/office/drawing/2014/main" id="{C906B068-9148-35B7-20C2-28823C93D84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438854-AA0B-E67B-36B8-A48ED8AA9D33}"/>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1700895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92419-0AA9-3F1D-9241-81644CAA6D7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FF07F7E-E669-AAAE-BCF2-C5FF98334A2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069354-7A9B-A4A9-2140-148BA79010BD}"/>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BFDC77F2-E616-2DA2-8A84-63940AFA07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6B8668-EF9B-7E5E-A92A-36C4E6E9140E}"/>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269526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BEFF969-A0D0-479D-5E59-98076B5D0E8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B33BD2-EEFB-1E9E-1643-CC934F940B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7D3CA5-5AF6-3FC8-115A-45670C7EC98C}"/>
              </a:ext>
            </a:extLst>
          </p:cNvPr>
          <p:cNvSpPr>
            <a:spLocks noGrp="1"/>
          </p:cNvSpPr>
          <p:nvPr>
            <p:ph type="dt" sz="half" idx="10"/>
          </p:nvPr>
        </p:nvSpPr>
        <p:spPr/>
        <p:txBody>
          <a:body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53119B96-2F43-CBEF-2F16-5B50D22192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6F9A6B-C082-278A-C2DB-57DDCB3B4269}"/>
              </a:ext>
            </a:extLst>
          </p:cNvPr>
          <p:cNvSpPr>
            <a:spLocks noGrp="1"/>
          </p:cNvSpPr>
          <p:nvPr>
            <p:ph type="sldNum" sz="quarter" idx="12"/>
          </p:nvPr>
        </p:nvSpPr>
        <p:spPr/>
        <p:txBody>
          <a:body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2668712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170"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7171" name="Rectangle 3"/>
          <p:cNvSpPr>
            <a:spLocks noGrp="1" noRot="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2" name="Rectangle 4">
            <a:extLst>
              <a:ext uri="{FF2B5EF4-FFF2-40B4-BE49-F238E27FC236}">
                <a16:creationId xmlns:a16="http://schemas.microsoft.com/office/drawing/2014/main" id="{C66769E0-E00E-D0CD-F9A2-F788E7052E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FA2FCBCE-C329-93F9-7B5C-47D4653EA4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93E70A3-D349-2A87-CE13-B1D69C310D32}"/>
              </a:ext>
            </a:extLst>
          </p:cNvPr>
          <p:cNvSpPr>
            <a:spLocks noGrp="1" noChangeArrowheads="1"/>
          </p:cNvSpPr>
          <p:nvPr>
            <p:ph type="sldNum" sz="quarter" idx="12"/>
          </p:nvPr>
        </p:nvSpPr>
        <p:spPr>
          <a:ln/>
        </p:spPr>
        <p:txBody>
          <a:bodyPr/>
          <a:lstStyle>
            <a:lvl1pPr>
              <a:defRPr/>
            </a:lvl1pPr>
          </a:lstStyle>
          <a:p>
            <a:pPr>
              <a:defRPr/>
            </a:pPr>
            <a:fld id="{EB12ED75-12D5-4848-B79B-4ADAD12B532F}" type="slidenum">
              <a:rPr lang="en-US" altLang="zh-CN"/>
              <a:pPr>
                <a:defRPr/>
              </a:pPr>
              <a:t>‹#›</a:t>
            </a:fld>
            <a:endParaRPr lang="en-US" altLang="zh-CN"/>
          </a:p>
        </p:txBody>
      </p:sp>
    </p:spTree>
    <p:extLst>
      <p:ext uri="{BB962C8B-B14F-4D97-AF65-F5344CB8AC3E}">
        <p14:creationId xmlns:p14="http://schemas.microsoft.com/office/powerpoint/2010/main" val="3537347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D9FE74B-512A-78A4-FEF5-8F4DCE3C6BD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50202EB-EDC5-336B-A786-F3427678B6D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1D1D37B-CF3F-EE14-8C59-3CE38A128F2E}"/>
              </a:ext>
            </a:extLst>
          </p:cNvPr>
          <p:cNvSpPr>
            <a:spLocks noGrp="1" noChangeArrowheads="1"/>
          </p:cNvSpPr>
          <p:nvPr>
            <p:ph type="sldNum" sz="quarter" idx="12"/>
          </p:nvPr>
        </p:nvSpPr>
        <p:spPr>
          <a:ln/>
        </p:spPr>
        <p:txBody>
          <a:bodyPr/>
          <a:lstStyle>
            <a:lvl1pPr>
              <a:defRPr/>
            </a:lvl1pPr>
          </a:lstStyle>
          <a:p>
            <a:pPr>
              <a:defRPr/>
            </a:pPr>
            <a:fld id="{8C0203BF-2AD0-4440-A2E8-729263CC3A0F}" type="slidenum">
              <a:rPr lang="en-US" altLang="zh-CN"/>
              <a:pPr>
                <a:defRPr/>
              </a:pPr>
              <a:t>‹#›</a:t>
            </a:fld>
            <a:endParaRPr lang="en-US" altLang="zh-CN"/>
          </a:p>
        </p:txBody>
      </p:sp>
    </p:spTree>
    <p:extLst>
      <p:ext uri="{BB962C8B-B14F-4D97-AF65-F5344CB8AC3E}">
        <p14:creationId xmlns:p14="http://schemas.microsoft.com/office/powerpoint/2010/main" val="1624063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DD908F5-F802-053D-1FE9-3B13F913F21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A2E5E3F-F208-15A0-C70D-FBF3A21693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AE75682-3176-81EC-C23C-2503347C2B14}"/>
              </a:ext>
            </a:extLst>
          </p:cNvPr>
          <p:cNvSpPr>
            <a:spLocks noGrp="1" noChangeArrowheads="1"/>
          </p:cNvSpPr>
          <p:nvPr>
            <p:ph type="sldNum" sz="quarter" idx="12"/>
          </p:nvPr>
        </p:nvSpPr>
        <p:spPr>
          <a:ln/>
        </p:spPr>
        <p:txBody>
          <a:bodyPr/>
          <a:lstStyle>
            <a:lvl1pPr>
              <a:defRPr/>
            </a:lvl1pPr>
          </a:lstStyle>
          <a:p>
            <a:pPr>
              <a:defRPr/>
            </a:pPr>
            <a:fld id="{7A43787D-2D4F-4AA5-842D-6F3966A97B32}" type="slidenum">
              <a:rPr lang="en-US" altLang="zh-CN"/>
              <a:pPr>
                <a:defRPr/>
              </a:pPr>
              <a:t>‹#›</a:t>
            </a:fld>
            <a:endParaRPr lang="en-US" altLang="zh-CN"/>
          </a:p>
        </p:txBody>
      </p:sp>
    </p:spTree>
    <p:extLst>
      <p:ext uri="{BB962C8B-B14F-4D97-AF65-F5344CB8AC3E}">
        <p14:creationId xmlns:p14="http://schemas.microsoft.com/office/powerpoint/2010/main" val="3077135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2168" y="1905001"/>
            <a:ext cx="559223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1" y="1905001"/>
            <a:ext cx="559223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B04C593-AE4F-505B-DFC3-888AF580BFB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849EFEF-6379-D1D1-B201-66E4D7751CC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7F707B7-FD29-F06E-2E17-8A9B030B703F}"/>
              </a:ext>
            </a:extLst>
          </p:cNvPr>
          <p:cNvSpPr>
            <a:spLocks noGrp="1" noChangeArrowheads="1"/>
          </p:cNvSpPr>
          <p:nvPr>
            <p:ph type="sldNum" sz="quarter" idx="12"/>
          </p:nvPr>
        </p:nvSpPr>
        <p:spPr>
          <a:ln/>
        </p:spPr>
        <p:txBody>
          <a:bodyPr/>
          <a:lstStyle>
            <a:lvl1pPr>
              <a:defRPr/>
            </a:lvl1pPr>
          </a:lstStyle>
          <a:p>
            <a:pPr>
              <a:defRPr/>
            </a:pPr>
            <a:fld id="{0F7EE5AB-9828-47EA-94C9-DE1AE04C37E5}" type="slidenum">
              <a:rPr lang="en-US" altLang="zh-CN"/>
              <a:pPr>
                <a:defRPr/>
              </a:pPr>
              <a:t>‹#›</a:t>
            </a:fld>
            <a:endParaRPr lang="en-US" altLang="zh-CN"/>
          </a:p>
        </p:txBody>
      </p:sp>
    </p:spTree>
    <p:extLst>
      <p:ext uri="{BB962C8B-B14F-4D97-AF65-F5344CB8AC3E}">
        <p14:creationId xmlns:p14="http://schemas.microsoft.com/office/powerpoint/2010/main" val="3424806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79DB0B4-8518-D043-37B7-FEEB6A5C472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D0B525B-C214-1B8F-D368-D79CE5A373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79239FE-03D9-6452-A115-0CBA4C3D863F}"/>
              </a:ext>
            </a:extLst>
          </p:cNvPr>
          <p:cNvSpPr>
            <a:spLocks noGrp="1" noChangeArrowheads="1"/>
          </p:cNvSpPr>
          <p:nvPr>
            <p:ph type="sldNum" sz="quarter" idx="12"/>
          </p:nvPr>
        </p:nvSpPr>
        <p:spPr>
          <a:ln/>
        </p:spPr>
        <p:txBody>
          <a:bodyPr/>
          <a:lstStyle>
            <a:lvl1pPr>
              <a:defRPr/>
            </a:lvl1pPr>
          </a:lstStyle>
          <a:p>
            <a:pPr>
              <a:defRPr/>
            </a:pPr>
            <a:fld id="{90FC6626-1146-4DBB-B016-195AAECB7118}" type="slidenum">
              <a:rPr lang="en-US" altLang="zh-CN"/>
              <a:pPr>
                <a:defRPr/>
              </a:pPr>
              <a:t>‹#›</a:t>
            </a:fld>
            <a:endParaRPr lang="en-US" altLang="zh-CN"/>
          </a:p>
        </p:txBody>
      </p:sp>
    </p:spTree>
    <p:extLst>
      <p:ext uri="{BB962C8B-B14F-4D97-AF65-F5344CB8AC3E}">
        <p14:creationId xmlns:p14="http://schemas.microsoft.com/office/powerpoint/2010/main" val="2473201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D696B92-C145-9AA4-6BC2-167B94EBB0A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E1F447D-6EB7-AA33-5667-166CB7A431A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F0E5050-9B05-A6F5-553F-A377ECC9BA14}"/>
              </a:ext>
            </a:extLst>
          </p:cNvPr>
          <p:cNvSpPr>
            <a:spLocks noGrp="1" noChangeArrowheads="1"/>
          </p:cNvSpPr>
          <p:nvPr>
            <p:ph type="sldNum" sz="quarter" idx="12"/>
          </p:nvPr>
        </p:nvSpPr>
        <p:spPr>
          <a:ln/>
        </p:spPr>
        <p:txBody>
          <a:bodyPr/>
          <a:lstStyle>
            <a:lvl1pPr>
              <a:defRPr/>
            </a:lvl1pPr>
          </a:lstStyle>
          <a:p>
            <a:pPr>
              <a:defRPr/>
            </a:pPr>
            <a:fld id="{C87C4722-547E-46F9-8DDA-83241F826867}" type="slidenum">
              <a:rPr lang="en-US" altLang="zh-CN"/>
              <a:pPr>
                <a:defRPr/>
              </a:pPr>
              <a:t>‹#›</a:t>
            </a:fld>
            <a:endParaRPr lang="en-US" altLang="zh-CN"/>
          </a:p>
        </p:txBody>
      </p:sp>
    </p:spTree>
    <p:extLst>
      <p:ext uri="{BB962C8B-B14F-4D97-AF65-F5344CB8AC3E}">
        <p14:creationId xmlns:p14="http://schemas.microsoft.com/office/powerpoint/2010/main" val="11113987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1401BF3-39EA-6932-C71E-E37A48C5DA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41D6CF1-5FD8-DCE1-F6CA-A0D1B66C7E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7A6667C7-737C-6778-A302-D9605F6C574A}"/>
              </a:ext>
            </a:extLst>
          </p:cNvPr>
          <p:cNvSpPr>
            <a:spLocks noGrp="1" noChangeArrowheads="1"/>
          </p:cNvSpPr>
          <p:nvPr>
            <p:ph type="sldNum" sz="quarter" idx="12"/>
          </p:nvPr>
        </p:nvSpPr>
        <p:spPr>
          <a:ln/>
        </p:spPr>
        <p:txBody>
          <a:bodyPr/>
          <a:lstStyle>
            <a:lvl1pPr>
              <a:defRPr/>
            </a:lvl1pPr>
          </a:lstStyle>
          <a:p>
            <a:pPr>
              <a:defRPr/>
            </a:pPr>
            <a:fld id="{A157EAE4-6103-4FE8-B7DC-16CEDA21A262}" type="slidenum">
              <a:rPr lang="en-US" altLang="zh-CN"/>
              <a:pPr>
                <a:defRPr/>
              </a:pPr>
              <a:t>‹#›</a:t>
            </a:fld>
            <a:endParaRPr lang="en-US" altLang="zh-CN"/>
          </a:p>
        </p:txBody>
      </p:sp>
    </p:spTree>
    <p:extLst>
      <p:ext uri="{BB962C8B-B14F-4D97-AF65-F5344CB8AC3E}">
        <p14:creationId xmlns:p14="http://schemas.microsoft.com/office/powerpoint/2010/main" val="21642428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273A0C2-CDA1-EF5E-F383-E72CAAFD445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CCB7E42-6B01-CC07-8159-3F793D636B0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A5E95E6-D2BC-2829-3AD6-5DE28DFD410F}"/>
              </a:ext>
            </a:extLst>
          </p:cNvPr>
          <p:cNvSpPr>
            <a:spLocks noGrp="1" noChangeArrowheads="1"/>
          </p:cNvSpPr>
          <p:nvPr>
            <p:ph type="sldNum" sz="quarter" idx="12"/>
          </p:nvPr>
        </p:nvSpPr>
        <p:spPr>
          <a:ln/>
        </p:spPr>
        <p:txBody>
          <a:bodyPr/>
          <a:lstStyle>
            <a:lvl1pPr>
              <a:defRPr/>
            </a:lvl1pPr>
          </a:lstStyle>
          <a:p>
            <a:pPr>
              <a:defRPr/>
            </a:pPr>
            <a:fld id="{58FD5D2E-4E2B-47D3-9E26-E7AD5922B76D}" type="slidenum">
              <a:rPr lang="en-US" altLang="zh-CN"/>
              <a:pPr>
                <a:defRPr/>
              </a:pPr>
              <a:t>‹#›</a:t>
            </a:fld>
            <a:endParaRPr lang="en-US" altLang="zh-CN"/>
          </a:p>
        </p:txBody>
      </p:sp>
    </p:spTree>
    <p:extLst>
      <p:ext uri="{BB962C8B-B14F-4D97-AF65-F5344CB8AC3E}">
        <p14:creationId xmlns:p14="http://schemas.microsoft.com/office/powerpoint/2010/main" val="1965037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8967F4A-AA83-FF01-FC9A-217FA6B654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3C4E439-36FC-5832-2708-CD37E5F643E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7220E79-6AF7-3E6D-3B1F-A59B1B307E7B}"/>
              </a:ext>
            </a:extLst>
          </p:cNvPr>
          <p:cNvSpPr>
            <a:spLocks noGrp="1" noChangeArrowheads="1"/>
          </p:cNvSpPr>
          <p:nvPr>
            <p:ph type="sldNum" sz="quarter" idx="12"/>
          </p:nvPr>
        </p:nvSpPr>
        <p:spPr>
          <a:ln/>
        </p:spPr>
        <p:txBody>
          <a:bodyPr/>
          <a:lstStyle>
            <a:lvl1pPr>
              <a:defRPr/>
            </a:lvl1pPr>
          </a:lstStyle>
          <a:p>
            <a:pPr>
              <a:defRPr/>
            </a:pPr>
            <a:fld id="{BAEDDAC2-2D0A-4208-BFF7-2E367E685D69}" type="slidenum">
              <a:rPr lang="en-US" altLang="zh-CN"/>
              <a:pPr>
                <a:defRPr/>
              </a:pPr>
              <a:t>‹#›</a:t>
            </a:fld>
            <a:endParaRPr lang="en-US" altLang="zh-CN"/>
          </a:p>
        </p:txBody>
      </p:sp>
    </p:spTree>
    <p:extLst>
      <p:ext uri="{BB962C8B-B14F-4D97-AF65-F5344CB8AC3E}">
        <p14:creationId xmlns:p14="http://schemas.microsoft.com/office/powerpoint/2010/main" val="10647144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F933041-B0DC-F98C-7FE8-90B1073C0F2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7323E88-BE5E-77AC-72D5-51CF3BE926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E40B551-43C7-6AB1-2C18-7A1AD25F7BC4}"/>
              </a:ext>
            </a:extLst>
          </p:cNvPr>
          <p:cNvSpPr>
            <a:spLocks noGrp="1" noChangeArrowheads="1"/>
          </p:cNvSpPr>
          <p:nvPr>
            <p:ph type="sldNum" sz="quarter" idx="12"/>
          </p:nvPr>
        </p:nvSpPr>
        <p:spPr>
          <a:ln/>
        </p:spPr>
        <p:txBody>
          <a:bodyPr/>
          <a:lstStyle>
            <a:lvl1pPr>
              <a:defRPr/>
            </a:lvl1pPr>
          </a:lstStyle>
          <a:p>
            <a:pPr>
              <a:defRPr/>
            </a:pPr>
            <a:fld id="{8B5F2BD1-365E-4B07-8B94-A610BD684D9E}" type="slidenum">
              <a:rPr lang="en-US" altLang="zh-CN"/>
              <a:pPr>
                <a:defRPr/>
              </a:pPr>
              <a:t>‹#›</a:t>
            </a:fld>
            <a:endParaRPr lang="en-US" altLang="zh-CN"/>
          </a:p>
        </p:txBody>
      </p:sp>
    </p:spTree>
    <p:extLst>
      <p:ext uri="{BB962C8B-B14F-4D97-AF65-F5344CB8AC3E}">
        <p14:creationId xmlns:p14="http://schemas.microsoft.com/office/powerpoint/2010/main" val="1878962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2918" y="609601"/>
            <a:ext cx="2846916" cy="54895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02167" y="609601"/>
            <a:ext cx="8337551" cy="5489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1E4F5D-1E6D-67DB-F596-CF8D44B93CC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738A6AB-02DF-1BF2-A873-76E98CE8E59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B77C452-0135-4D52-DE59-C42F2D593E64}"/>
              </a:ext>
            </a:extLst>
          </p:cNvPr>
          <p:cNvSpPr>
            <a:spLocks noGrp="1" noChangeArrowheads="1"/>
          </p:cNvSpPr>
          <p:nvPr>
            <p:ph type="sldNum" sz="quarter" idx="12"/>
          </p:nvPr>
        </p:nvSpPr>
        <p:spPr>
          <a:ln/>
        </p:spPr>
        <p:txBody>
          <a:bodyPr/>
          <a:lstStyle>
            <a:lvl1pPr>
              <a:defRPr/>
            </a:lvl1pPr>
          </a:lstStyle>
          <a:p>
            <a:pPr>
              <a:defRPr/>
            </a:pPr>
            <a:fld id="{855016B1-BC14-46BE-99B4-289785AF99DC}" type="slidenum">
              <a:rPr lang="en-US" altLang="zh-CN"/>
              <a:pPr>
                <a:defRPr/>
              </a:pPr>
              <a:t>‹#›</a:t>
            </a:fld>
            <a:endParaRPr lang="en-US" altLang="zh-CN"/>
          </a:p>
        </p:txBody>
      </p:sp>
    </p:spTree>
    <p:extLst>
      <p:ext uri="{BB962C8B-B14F-4D97-AF65-F5344CB8AC3E}">
        <p14:creationId xmlns:p14="http://schemas.microsoft.com/office/powerpoint/2010/main" val="35880549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02167" y="609601"/>
            <a:ext cx="11387667" cy="5489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00763057-A899-B0CB-EDA5-8CCA9BE60CE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E3205492-B63D-FFA4-424C-F3A6ACEB54C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F3546EC-8FE3-0D31-76E5-E2292A3752DD}"/>
              </a:ext>
            </a:extLst>
          </p:cNvPr>
          <p:cNvSpPr>
            <a:spLocks noGrp="1" noChangeArrowheads="1"/>
          </p:cNvSpPr>
          <p:nvPr>
            <p:ph type="sldNum" sz="quarter" idx="12"/>
          </p:nvPr>
        </p:nvSpPr>
        <p:spPr>
          <a:ln/>
        </p:spPr>
        <p:txBody>
          <a:bodyPr/>
          <a:lstStyle>
            <a:lvl1pPr>
              <a:defRPr/>
            </a:lvl1pPr>
          </a:lstStyle>
          <a:p>
            <a:pPr>
              <a:defRPr/>
            </a:pPr>
            <a:fld id="{526F0882-93F7-489A-8BCA-1757186A3281}" type="slidenum">
              <a:rPr lang="en-US" altLang="zh-CN"/>
              <a:pPr>
                <a:defRPr/>
              </a:pPr>
              <a:t>‹#›</a:t>
            </a:fld>
            <a:endParaRPr lang="en-US" altLang="zh-CN"/>
          </a:p>
        </p:txBody>
      </p:sp>
    </p:spTree>
    <p:extLst>
      <p:ext uri="{BB962C8B-B14F-4D97-AF65-F5344CB8AC3E}">
        <p14:creationId xmlns:p14="http://schemas.microsoft.com/office/powerpoint/2010/main" val="2938442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1442"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1443" name="Rectangle 3"/>
          <p:cNvSpPr>
            <a:spLocks noGrp="1" noRot="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2" name="Rectangle 4">
            <a:extLst>
              <a:ext uri="{FF2B5EF4-FFF2-40B4-BE49-F238E27FC236}">
                <a16:creationId xmlns:a16="http://schemas.microsoft.com/office/drawing/2014/main" id="{6818A99D-7050-B8CA-8E89-3B5155058B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4CD915C1-C7F5-3575-B850-7818242E66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D39DD89-070F-6329-BE81-3F6FAC40984B}"/>
              </a:ext>
            </a:extLst>
          </p:cNvPr>
          <p:cNvSpPr>
            <a:spLocks noGrp="1" noChangeArrowheads="1"/>
          </p:cNvSpPr>
          <p:nvPr>
            <p:ph type="sldNum" sz="quarter" idx="12"/>
          </p:nvPr>
        </p:nvSpPr>
        <p:spPr>
          <a:ln/>
        </p:spPr>
        <p:txBody>
          <a:bodyPr/>
          <a:lstStyle>
            <a:lvl1pPr>
              <a:defRPr/>
            </a:lvl1pPr>
          </a:lstStyle>
          <a:p>
            <a:pPr>
              <a:defRPr/>
            </a:pPr>
            <a:fld id="{8EF53778-3FEF-4B62-BF00-74C45CC2F8D7}" type="slidenum">
              <a:rPr lang="en-US" altLang="zh-CN"/>
              <a:pPr>
                <a:defRPr/>
              </a:pPr>
              <a:t>‹#›</a:t>
            </a:fld>
            <a:endParaRPr lang="en-US" altLang="zh-CN"/>
          </a:p>
        </p:txBody>
      </p:sp>
    </p:spTree>
    <p:extLst>
      <p:ext uri="{BB962C8B-B14F-4D97-AF65-F5344CB8AC3E}">
        <p14:creationId xmlns:p14="http://schemas.microsoft.com/office/powerpoint/2010/main" val="38413628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CB91C5E-F432-A4F8-DFBB-55A04A7773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DE21AC1-30B2-6104-2F97-8AF1CCD7DB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396C49-A476-F165-AA29-DB9E7BDE6BFC}"/>
              </a:ext>
            </a:extLst>
          </p:cNvPr>
          <p:cNvSpPr>
            <a:spLocks noGrp="1" noChangeArrowheads="1"/>
          </p:cNvSpPr>
          <p:nvPr>
            <p:ph type="sldNum" sz="quarter" idx="12"/>
          </p:nvPr>
        </p:nvSpPr>
        <p:spPr>
          <a:ln/>
        </p:spPr>
        <p:txBody>
          <a:bodyPr/>
          <a:lstStyle>
            <a:lvl1pPr>
              <a:defRPr/>
            </a:lvl1pPr>
          </a:lstStyle>
          <a:p>
            <a:pPr>
              <a:defRPr/>
            </a:pPr>
            <a:fld id="{48441C79-392F-4305-A742-ACCCC460ECFC}" type="slidenum">
              <a:rPr lang="en-US" altLang="zh-CN"/>
              <a:pPr>
                <a:defRPr/>
              </a:pPr>
              <a:t>‹#›</a:t>
            </a:fld>
            <a:endParaRPr lang="en-US" altLang="zh-CN"/>
          </a:p>
        </p:txBody>
      </p:sp>
    </p:spTree>
    <p:extLst>
      <p:ext uri="{BB962C8B-B14F-4D97-AF65-F5344CB8AC3E}">
        <p14:creationId xmlns:p14="http://schemas.microsoft.com/office/powerpoint/2010/main" val="33274033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B7B4D11-7633-BC24-04F9-EF81B55620B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603BC9A-F1A8-C889-2CBB-511142237AF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7629C1C-D7ED-FFCF-E7BA-63ED1D0FF7B7}"/>
              </a:ext>
            </a:extLst>
          </p:cNvPr>
          <p:cNvSpPr>
            <a:spLocks noGrp="1" noChangeArrowheads="1"/>
          </p:cNvSpPr>
          <p:nvPr>
            <p:ph type="sldNum" sz="quarter" idx="12"/>
          </p:nvPr>
        </p:nvSpPr>
        <p:spPr>
          <a:ln/>
        </p:spPr>
        <p:txBody>
          <a:bodyPr/>
          <a:lstStyle>
            <a:lvl1pPr>
              <a:defRPr/>
            </a:lvl1pPr>
          </a:lstStyle>
          <a:p>
            <a:pPr>
              <a:defRPr/>
            </a:pPr>
            <a:fld id="{76A2E996-3257-449F-B898-8B785FF0A560}" type="slidenum">
              <a:rPr lang="en-US" altLang="zh-CN"/>
              <a:pPr>
                <a:defRPr/>
              </a:pPr>
              <a:t>‹#›</a:t>
            </a:fld>
            <a:endParaRPr lang="en-US" altLang="zh-CN"/>
          </a:p>
        </p:txBody>
      </p:sp>
    </p:spTree>
    <p:extLst>
      <p:ext uri="{BB962C8B-B14F-4D97-AF65-F5344CB8AC3E}">
        <p14:creationId xmlns:p14="http://schemas.microsoft.com/office/powerpoint/2010/main" val="39569918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2168" y="1905001"/>
            <a:ext cx="559223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1" y="1905001"/>
            <a:ext cx="559223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93B9CB0-E1EC-CD87-6C12-CBE01432179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67062F4-A1EF-703D-E889-90074A2CFF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16B69DB-58E6-7F58-4D45-D1CADAE660B9}"/>
              </a:ext>
            </a:extLst>
          </p:cNvPr>
          <p:cNvSpPr>
            <a:spLocks noGrp="1" noChangeArrowheads="1"/>
          </p:cNvSpPr>
          <p:nvPr>
            <p:ph type="sldNum" sz="quarter" idx="12"/>
          </p:nvPr>
        </p:nvSpPr>
        <p:spPr>
          <a:ln/>
        </p:spPr>
        <p:txBody>
          <a:bodyPr/>
          <a:lstStyle>
            <a:lvl1pPr>
              <a:defRPr/>
            </a:lvl1pPr>
          </a:lstStyle>
          <a:p>
            <a:pPr>
              <a:defRPr/>
            </a:pPr>
            <a:fld id="{66480F34-4AA2-4953-9E4E-A8FFB48D87F3}" type="slidenum">
              <a:rPr lang="en-US" altLang="zh-CN"/>
              <a:pPr>
                <a:defRPr/>
              </a:pPr>
              <a:t>‹#›</a:t>
            </a:fld>
            <a:endParaRPr lang="en-US" altLang="zh-CN"/>
          </a:p>
        </p:txBody>
      </p:sp>
    </p:spTree>
    <p:extLst>
      <p:ext uri="{BB962C8B-B14F-4D97-AF65-F5344CB8AC3E}">
        <p14:creationId xmlns:p14="http://schemas.microsoft.com/office/powerpoint/2010/main" val="29098167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641723D-3353-08AF-0C6F-660BB6CE821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B43313DA-A398-6D85-53AB-77F3118E01B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BB1ED118-7462-8EEE-B4A1-445B7FD77C32}"/>
              </a:ext>
            </a:extLst>
          </p:cNvPr>
          <p:cNvSpPr>
            <a:spLocks noGrp="1" noChangeArrowheads="1"/>
          </p:cNvSpPr>
          <p:nvPr>
            <p:ph type="sldNum" sz="quarter" idx="12"/>
          </p:nvPr>
        </p:nvSpPr>
        <p:spPr>
          <a:ln/>
        </p:spPr>
        <p:txBody>
          <a:bodyPr/>
          <a:lstStyle>
            <a:lvl1pPr>
              <a:defRPr/>
            </a:lvl1pPr>
          </a:lstStyle>
          <a:p>
            <a:pPr>
              <a:defRPr/>
            </a:pPr>
            <a:fld id="{05BC7DD7-D16E-406A-A449-A2F83FA01180}" type="slidenum">
              <a:rPr lang="en-US" altLang="zh-CN"/>
              <a:pPr>
                <a:defRPr/>
              </a:pPr>
              <a:t>‹#›</a:t>
            </a:fld>
            <a:endParaRPr lang="en-US" altLang="zh-CN"/>
          </a:p>
        </p:txBody>
      </p:sp>
    </p:spTree>
    <p:extLst>
      <p:ext uri="{BB962C8B-B14F-4D97-AF65-F5344CB8AC3E}">
        <p14:creationId xmlns:p14="http://schemas.microsoft.com/office/powerpoint/2010/main" val="41766008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9C174DA-1C02-2E28-5048-9513868AA6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7DD6895-59B6-0824-B8CB-A1CFB68B95B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0EAC265-EFA9-513F-4AD0-B273B974B648}"/>
              </a:ext>
            </a:extLst>
          </p:cNvPr>
          <p:cNvSpPr>
            <a:spLocks noGrp="1" noChangeArrowheads="1"/>
          </p:cNvSpPr>
          <p:nvPr>
            <p:ph type="sldNum" sz="quarter" idx="12"/>
          </p:nvPr>
        </p:nvSpPr>
        <p:spPr>
          <a:ln/>
        </p:spPr>
        <p:txBody>
          <a:bodyPr/>
          <a:lstStyle>
            <a:lvl1pPr>
              <a:defRPr/>
            </a:lvl1pPr>
          </a:lstStyle>
          <a:p>
            <a:pPr>
              <a:defRPr/>
            </a:pPr>
            <a:fld id="{A1901FD1-204E-46E8-AEF6-C16C99E9B9DB}" type="slidenum">
              <a:rPr lang="en-US" altLang="zh-CN"/>
              <a:pPr>
                <a:defRPr/>
              </a:pPr>
              <a:t>‹#›</a:t>
            </a:fld>
            <a:endParaRPr lang="en-US" altLang="zh-CN"/>
          </a:p>
        </p:txBody>
      </p:sp>
    </p:spTree>
    <p:extLst>
      <p:ext uri="{BB962C8B-B14F-4D97-AF65-F5344CB8AC3E}">
        <p14:creationId xmlns:p14="http://schemas.microsoft.com/office/powerpoint/2010/main" val="3821135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C9B7153-613F-08C7-4CE2-621C997DBF6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F1AD2BFE-2329-F864-2143-573E5EB92AD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036445C-FAF1-922B-8D8C-D0AE182E1C1B}"/>
              </a:ext>
            </a:extLst>
          </p:cNvPr>
          <p:cNvSpPr>
            <a:spLocks noGrp="1" noChangeArrowheads="1"/>
          </p:cNvSpPr>
          <p:nvPr>
            <p:ph type="sldNum" sz="quarter" idx="12"/>
          </p:nvPr>
        </p:nvSpPr>
        <p:spPr>
          <a:ln/>
        </p:spPr>
        <p:txBody>
          <a:bodyPr/>
          <a:lstStyle>
            <a:lvl1pPr>
              <a:defRPr/>
            </a:lvl1pPr>
          </a:lstStyle>
          <a:p>
            <a:pPr>
              <a:defRPr/>
            </a:pPr>
            <a:fld id="{FE34AF31-CD34-493C-BFCA-FC4B60FF28BA}" type="slidenum">
              <a:rPr lang="en-US" altLang="zh-CN"/>
              <a:pPr>
                <a:defRPr/>
              </a:pPr>
              <a:t>‹#›</a:t>
            </a:fld>
            <a:endParaRPr lang="en-US" altLang="zh-CN"/>
          </a:p>
        </p:txBody>
      </p:sp>
    </p:spTree>
    <p:extLst>
      <p:ext uri="{BB962C8B-B14F-4D97-AF65-F5344CB8AC3E}">
        <p14:creationId xmlns:p14="http://schemas.microsoft.com/office/powerpoint/2010/main" val="11889538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9FC4C8A-7C41-C16B-817F-D7B5457A3EE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53E94BA-15ED-D583-0658-3E69C73E482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A7D3BA7-FF95-219E-E68E-51563538DAA8}"/>
              </a:ext>
            </a:extLst>
          </p:cNvPr>
          <p:cNvSpPr>
            <a:spLocks noGrp="1" noChangeArrowheads="1"/>
          </p:cNvSpPr>
          <p:nvPr>
            <p:ph type="sldNum" sz="quarter" idx="12"/>
          </p:nvPr>
        </p:nvSpPr>
        <p:spPr>
          <a:ln/>
        </p:spPr>
        <p:txBody>
          <a:bodyPr/>
          <a:lstStyle>
            <a:lvl1pPr>
              <a:defRPr/>
            </a:lvl1pPr>
          </a:lstStyle>
          <a:p>
            <a:pPr>
              <a:defRPr/>
            </a:pPr>
            <a:fld id="{4C175011-B348-4942-8EBE-C213A119305F}" type="slidenum">
              <a:rPr lang="en-US" altLang="zh-CN"/>
              <a:pPr>
                <a:defRPr/>
              </a:pPr>
              <a:t>‹#›</a:t>
            </a:fld>
            <a:endParaRPr lang="en-US" altLang="zh-CN"/>
          </a:p>
        </p:txBody>
      </p:sp>
    </p:spTree>
    <p:extLst>
      <p:ext uri="{BB962C8B-B14F-4D97-AF65-F5344CB8AC3E}">
        <p14:creationId xmlns:p14="http://schemas.microsoft.com/office/powerpoint/2010/main" val="37306813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B5248B2-6FF8-8D48-240B-71AF2E53B9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8B30640-071B-0F8A-2E9D-4452FA7FAF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9428B35-C515-334C-5DB3-085AB1293018}"/>
              </a:ext>
            </a:extLst>
          </p:cNvPr>
          <p:cNvSpPr>
            <a:spLocks noGrp="1" noChangeArrowheads="1"/>
          </p:cNvSpPr>
          <p:nvPr>
            <p:ph type="sldNum" sz="quarter" idx="12"/>
          </p:nvPr>
        </p:nvSpPr>
        <p:spPr>
          <a:ln/>
        </p:spPr>
        <p:txBody>
          <a:bodyPr/>
          <a:lstStyle>
            <a:lvl1pPr>
              <a:defRPr/>
            </a:lvl1pPr>
          </a:lstStyle>
          <a:p>
            <a:pPr>
              <a:defRPr/>
            </a:pPr>
            <a:fld id="{DF3B156F-27B0-4E6C-B8F4-F9B7720A31C7}" type="slidenum">
              <a:rPr lang="en-US" altLang="zh-CN"/>
              <a:pPr>
                <a:defRPr/>
              </a:pPr>
              <a:t>‹#›</a:t>
            </a:fld>
            <a:endParaRPr lang="en-US" altLang="zh-CN"/>
          </a:p>
        </p:txBody>
      </p:sp>
    </p:spTree>
    <p:extLst>
      <p:ext uri="{BB962C8B-B14F-4D97-AF65-F5344CB8AC3E}">
        <p14:creationId xmlns:p14="http://schemas.microsoft.com/office/powerpoint/2010/main" val="27829377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5EAC396-BFBB-9411-10C7-1BC810DB068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607C3D1-6FEA-8C0B-6148-B12003C98A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863DBA6-750F-261F-02CF-4BCC1FABCD8D}"/>
              </a:ext>
            </a:extLst>
          </p:cNvPr>
          <p:cNvSpPr>
            <a:spLocks noGrp="1" noChangeArrowheads="1"/>
          </p:cNvSpPr>
          <p:nvPr>
            <p:ph type="sldNum" sz="quarter" idx="12"/>
          </p:nvPr>
        </p:nvSpPr>
        <p:spPr>
          <a:ln/>
        </p:spPr>
        <p:txBody>
          <a:bodyPr/>
          <a:lstStyle>
            <a:lvl1pPr>
              <a:defRPr/>
            </a:lvl1pPr>
          </a:lstStyle>
          <a:p>
            <a:pPr>
              <a:defRPr/>
            </a:pPr>
            <a:fld id="{75A8EAB0-8D97-433C-AA12-84AE85E221E2}" type="slidenum">
              <a:rPr lang="en-US" altLang="zh-CN"/>
              <a:pPr>
                <a:defRPr/>
              </a:pPr>
              <a:t>‹#›</a:t>
            </a:fld>
            <a:endParaRPr lang="en-US" altLang="zh-CN"/>
          </a:p>
        </p:txBody>
      </p:sp>
    </p:spTree>
    <p:extLst>
      <p:ext uri="{BB962C8B-B14F-4D97-AF65-F5344CB8AC3E}">
        <p14:creationId xmlns:p14="http://schemas.microsoft.com/office/powerpoint/2010/main" val="9594445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2918" y="609601"/>
            <a:ext cx="2846916" cy="54895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02167" y="609601"/>
            <a:ext cx="8337551" cy="5489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23D7B6C-78A5-8E87-13B9-A894A8872E9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A9CF89D-20F9-0463-B0C8-A1E0636D1A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D9E8900-15FA-C3C4-772C-E2C94A6A15E6}"/>
              </a:ext>
            </a:extLst>
          </p:cNvPr>
          <p:cNvSpPr>
            <a:spLocks noGrp="1" noChangeArrowheads="1"/>
          </p:cNvSpPr>
          <p:nvPr>
            <p:ph type="sldNum" sz="quarter" idx="12"/>
          </p:nvPr>
        </p:nvSpPr>
        <p:spPr>
          <a:ln/>
        </p:spPr>
        <p:txBody>
          <a:bodyPr/>
          <a:lstStyle>
            <a:lvl1pPr>
              <a:defRPr/>
            </a:lvl1pPr>
          </a:lstStyle>
          <a:p>
            <a:pPr>
              <a:defRPr/>
            </a:pPr>
            <a:fld id="{CBB16344-EE34-42C1-B2E2-944C7C4D764E}" type="slidenum">
              <a:rPr lang="en-US" altLang="zh-CN"/>
              <a:pPr>
                <a:defRPr/>
              </a:pPr>
              <a:t>‹#›</a:t>
            </a:fld>
            <a:endParaRPr lang="en-US" altLang="zh-CN"/>
          </a:p>
        </p:txBody>
      </p:sp>
    </p:spTree>
    <p:extLst>
      <p:ext uri="{BB962C8B-B14F-4D97-AF65-F5344CB8AC3E}">
        <p14:creationId xmlns:p14="http://schemas.microsoft.com/office/powerpoint/2010/main" val="10885908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7" y="-98425"/>
            <a:ext cx="10972800" cy="935038"/>
          </a:xfrm>
        </p:spPr>
        <p:txBody>
          <a:bodyPr/>
          <a:lstStyle/>
          <a:p>
            <a:r>
              <a:rPr lang="zh-CN" altLang="en-US"/>
              <a:t>单击此处编辑母版标题样式</a:t>
            </a:r>
          </a:p>
        </p:txBody>
      </p:sp>
      <p:sp>
        <p:nvSpPr>
          <p:cNvPr id="3" name="文本占位符 2"/>
          <p:cNvSpPr>
            <a:spLocks noGrp="1"/>
          </p:cNvSpPr>
          <p:nvPr>
            <p:ph type="body" sz="half" idx="1"/>
          </p:nvPr>
        </p:nvSpPr>
        <p:spPr>
          <a:xfrm>
            <a:off x="46567" y="1052514"/>
            <a:ext cx="5850467" cy="5616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00233" y="1052514"/>
            <a:ext cx="5852584" cy="5616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80966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A63C03E1-BFF1-942A-BD63-BFC9E45CF1A1}"/>
              </a:ext>
            </a:extLst>
          </p:cNvPr>
          <p:cNvSpPr>
            <a:spLocks noChangeShapeType="1"/>
          </p:cNvSpPr>
          <p:nvPr/>
        </p:nvSpPr>
        <p:spPr bwMode="auto">
          <a:xfrm>
            <a:off x="0" y="765175"/>
            <a:ext cx="121920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 name="Text Box 7">
            <a:extLst>
              <a:ext uri="{FF2B5EF4-FFF2-40B4-BE49-F238E27FC236}">
                <a16:creationId xmlns:a16="http://schemas.microsoft.com/office/drawing/2014/main" id="{EBF35392-EB8E-EDFB-34AA-9C1836A47700}"/>
              </a:ext>
            </a:extLst>
          </p:cNvPr>
          <p:cNvSpPr txBox="1">
            <a:spLocks noChangeArrowheads="1"/>
          </p:cNvSpPr>
          <p:nvPr userDrawn="1"/>
        </p:nvSpPr>
        <p:spPr bwMode="auto">
          <a:xfrm>
            <a:off x="596900" y="411163"/>
            <a:ext cx="2954655" cy="646331"/>
          </a:xfrm>
          <a:prstGeom prst="rect">
            <a:avLst/>
          </a:prstGeom>
          <a:noFill/>
          <a:ln>
            <a:noFill/>
          </a:ln>
          <a:effectLst/>
        </p:spPr>
        <p:txBody>
          <a:bodyPr wrap="none">
            <a:spAutoFit/>
          </a:bodyPr>
          <a:lstStyle>
            <a:lvl1pPr eaLnBrk="0" hangingPunct="0">
              <a:defRPr kumimoji="1" sz="2400" b="1">
                <a:solidFill>
                  <a:schemeClr val="bg1"/>
                </a:solidFill>
                <a:latin typeface="Times New Roman" pitchFamily="18" charset="0"/>
                <a:ea typeface="宋体" pitchFamily="2" charset="-122"/>
              </a:defRPr>
            </a:lvl1pPr>
            <a:lvl2pPr marL="742950" indent="-285750" eaLnBrk="0" hangingPunct="0">
              <a:defRPr kumimoji="1" sz="2400" b="1">
                <a:solidFill>
                  <a:schemeClr val="bg1"/>
                </a:solidFill>
                <a:latin typeface="Times New Roman" pitchFamily="18" charset="0"/>
                <a:ea typeface="宋体" pitchFamily="2" charset="-122"/>
              </a:defRPr>
            </a:lvl2pPr>
            <a:lvl3pPr marL="1143000" indent="-228600" eaLnBrk="0" hangingPunct="0">
              <a:defRPr kumimoji="1" sz="2400" b="1">
                <a:solidFill>
                  <a:schemeClr val="bg1"/>
                </a:solidFill>
                <a:latin typeface="Times New Roman" pitchFamily="18" charset="0"/>
                <a:ea typeface="宋体" pitchFamily="2" charset="-122"/>
              </a:defRPr>
            </a:lvl3pPr>
            <a:lvl4pPr marL="1600200" indent="-228600" eaLnBrk="0" hangingPunct="0">
              <a:defRPr kumimoji="1" sz="2400" b="1">
                <a:solidFill>
                  <a:schemeClr val="bg1"/>
                </a:solidFill>
                <a:latin typeface="Times New Roman" pitchFamily="18" charset="0"/>
                <a:ea typeface="宋体" pitchFamily="2" charset="-122"/>
              </a:defRPr>
            </a:lvl4pPr>
            <a:lvl5pPr marL="2057400" indent="-228600" eaLnBrk="0" hangingPunct="0">
              <a:defRPr kumimoji="1" sz="2400" b="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bg1"/>
                </a:solidFill>
                <a:latin typeface="Times New Roman" pitchFamily="18" charset="0"/>
                <a:ea typeface="宋体" pitchFamily="2" charset="-122"/>
              </a:defRPr>
            </a:lvl9pPr>
          </a:lstStyle>
          <a:p>
            <a:pPr eaLnBrk="1" hangingPunct="1">
              <a:defRPr/>
            </a:pPr>
            <a:r>
              <a:rPr kumimoji="0" lang="en-US" altLang="zh-CN" sz="3600" b="0">
                <a:solidFill>
                  <a:srgbClr val="3366FF"/>
                </a:solidFill>
                <a:latin typeface="Arial" pitchFamily="34" charset="0"/>
                <a:ea typeface="隶书" pitchFamily="49" charset="-122"/>
              </a:rPr>
              <a:t>《</a:t>
            </a:r>
            <a:r>
              <a:rPr kumimoji="0" lang="zh-CN" altLang="en-US" sz="3600" b="0">
                <a:solidFill>
                  <a:srgbClr val="3366FF"/>
                </a:solidFill>
                <a:latin typeface="Arial" pitchFamily="34" charset="0"/>
                <a:ea typeface="隶书" pitchFamily="49" charset="-122"/>
              </a:rPr>
              <a:t>编译原理</a:t>
            </a:r>
            <a:r>
              <a:rPr kumimoji="0" lang="en-US" altLang="zh-CN" sz="3600" b="0">
                <a:solidFill>
                  <a:srgbClr val="3366FF"/>
                </a:solidFill>
                <a:latin typeface="Arial" pitchFamily="34" charset="0"/>
                <a:ea typeface="隶书" pitchFamily="49" charset="-122"/>
              </a:rPr>
              <a:t>》</a:t>
            </a:r>
          </a:p>
        </p:txBody>
      </p:sp>
      <p:sp>
        <p:nvSpPr>
          <p:cNvPr id="4" name="Line 8">
            <a:extLst>
              <a:ext uri="{FF2B5EF4-FFF2-40B4-BE49-F238E27FC236}">
                <a16:creationId xmlns:a16="http://schemas.microsoft.com/office/drawing/2014/main" id="{87FFB1B1-5057-648E-0FD8-ACB4A86AD8CB}"/>
              </a:ext>
            </a:extLst>
          </p:cNvPr>
          <p:cNvSpPr>
            <a:spLocks noChangeShapeType="1"/>
          </p:cNvSpPr>
          <p:nvPr userDrawn="1"/>
        </p:nvSpPr>
        <p:spPr bwMode="auto">
          <a:xfrm>
            <a:off x="0" y="2133600"/>
            <a:ext cx="121920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5" name="Line 9">
            <a:extLst>
              <a:ext uri="{FF2B5EF4-FFF2-40B4-BE49-F238E27FC236}">
                <a16:creationId xmlns:a16="http://schemas.microsoft.com/office/drawing/2014/main" id="{5C835830-A387-5ADF-3115-AD187CB8BFBC}"/>
              </a:ext>
            </a:extLst>
          </p:cNvPr>
          <p:cNvSpPr>
            <a:spLocks noChangeShapeType="1"/>
          </p:cNvSpPr>
          <p:nvPr userDrawn="1"/>
        </p:nvSpPr>
        <p:spPr bwMode="auto">
          <a:xfrm>
            <a:off x="48684" y="4221163"/>
            <a:ext cx="121920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074" name="Rectangle 2"/>
          <p:cNvSpPr>
            <a:spLocks noGrp="1" noChangeArrowheads="1"/>
          </p:cNvSpPr>
          <p:nvPr>
            <p:ph type="ctrTitle"/>
          </p:nvPr>
        </p:nvSpPr>
        <p:spPr>
          <a:xfrm>
            <a:off x="914400" y="2463801"/>
            <a:ext cx="10363200" cy="1470025"/>
          </a:xfrm>
        </p:spPr>
        <p:txBody>
          <a:bodyPr/>
          <a:lstStyle>
            <a:lvl1pPr>
              <a:defRPr sz="6000" b="0">
                <a:ea typeface="华文彩云" pitchFamily="2" charset="-122"/>
              </a:defRPr>
            </a:lvl1pPr>
          </a:lstStyle>
          <a:p>
            <a:pPr lvl="0"/>
            <a:r>
              <a:rPr lang="zh-CN" altLang="en-US" noProof="0"/>
              <a:t>第  章    </a:t>
            </a:r>
          </a:p>
        </p:txBody>
      </p:sp>
    </p:spTree>
    <p:extLst>
      <p:ext uri="{BB962C8B-B14F-4D97-AF65-F5344CB8AC3E}">
        <p14:creationId xmlns:p14="http://schemas.microsoft.com/office/powerpoint/2010/main" val="1278670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81525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146187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567" y="1052514"/>
            <a:ext cx="5850467"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00233" y="1052514"/>
            <a:ext cx="5852584"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011397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144421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0782866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560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032013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373330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104923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98425"/>
            <a:ext cx="2976033" cy="6767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568" y="-98425"/>
            <a:ext cx="8727017" cy="6767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49356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7" y="-98425"/>
            <a:ext cx="10972800" cy="935038"/>
          </a:xfrm>
        </p:spPr>
        <p:txBody>
          <a:bodyPr/>
          <a:lstStyle/>
          <a:p>
            <a:r>
              <a:rPr lang="zh-CN" altLang="en-US"/>
              <a:t>单击此处编辑母版标题样式</a:t>
            </a:r>
          </a:p>
        </p:txBody>
      </p:sp>
      <p:sp>
        <p:nvSpPr>
          <p:cNvPr id="3" name="文本占位符 2"/>
          <p:cNvSpPr>
            <a:spLocks noGrp="1"/>
          </p:cNvSpPr>
          <p:nvPr>
            <p:ph type="body" sz="half" idx="1"/>
          </p:nvPr>
        </p:nvSpPr>
        <p:spPr>
          <a:xfrm>
            <a:off x="46567" y="1052514"/>
            <a:ext cx="5850467" cy="5616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00233" y="1052514"/>
            <a:ext cx="5852584" cy="5616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233195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24417" y="-98425"/>
            <a:ext cx="10972800" cy="935038"/>
          </a:xfrm>
        </p:spPr>
        <p:txBody>
          <a:bodyPr/>
          <a:lstStyle/>
          <a:p>
            <a:r>
              <a:rPr lang="zh-CN" altLang="en-US"/>
              <a:t>单击此处编辑母版标题样式</a:t>
            </a:r>
          </a:p>
        </p:txBody>
      </p:sp>
      <p:sp>
        <p:nvSpPr>
          <p:cNvPr id="3" name="表格占位符 2"/>
          <p:cNvSpPr>
            <a:spLocks noGrp="1"/>
          </p:cNvSpPr>
          <p:nvPr>
            <p:ph type="tbl" idx="1"/>
          </p:nvPr>
        </p:nvSpPr>
        <p:spPr>
          <a:xfrm>
            <a:off x="46567" y="1052514"/>
            <a:ext cx="11906251" cy="5616575"/>
          </a:xfrm>
        </p:spPr>
        <p:txBody>
          <a:bodyPr/>
          <a:lstStyle/>
          <a:p>
            <a:pPr lvl="0"/>
            <a:endParaRPr lang="zh-CN" altLang="en-US" noProof="0"/>
          </a:p>
        </p:txBody>
      </p:sp>
    </p:spTree>
    <p:extLst>
      <p:ext uri="{BB962C8B-B14F-4D97-AF65-F5344CB8AC3E}">
        <p14:creationId xmlns:p14="http://schemas.microsoft.com/office/powerpoint/2010/main" val="34026091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FDCB526-E81E-EC8D-DFAB-47FCED353398}"/>
              </a:ext>
            </a:extLst>
          </p:cNvPr>
          <p:cNvSpPr/>
          <p:nvPr/>
        </p:nvSpPr>
        <p:spPr>
          <a:xfrm>
            <a:off x="914400" y="3197226"/>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ctrTitle"/>
          </p:nvPr>
        </p:nvSpPr>
        <p:spPr>
          <a:xfrm>
            <a:off x="914400" y="1676401"/>
            <a:ext cx="10363200" cy="1538286"/>
          </a:xfrm>
        </p:spPr>
        <p:txBody>
          <a:bodyPr anchor="b"/>
          <a:lstStyle/>
          <a:p>
            <a:r>
              <a:rPr lang="zh-CN" altLang="en-US"/>
              <a:t>单击此处编辑母版标题样式</a:t>
            </a:r>
            <a:endParaRPr lang="en-US"/>
          </a:p>
        </p:txBody>
      </p:sp>
      <p:sp>
        <p:nvSpPr>
          <p:cNvPr id="3" name="副标题 2"/>
          <p:cNvSpPr>
            <a:spLocks noGrp="1"/>
          </p:cNvSpPr>
          <p:nvPr>
            <p:ph type="subTitle" idx="1"/>
          </p:nvPr>
        </p:nvSpPr>
        <p:spPr>
          <a:xfrm>
            <a:off x="1828800" y="3214686"/>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5" name="日期占位符 3">
            <a:extLst>
              <a:ext uri="{FF2B5EF4-FFF2-40B4-BE49-F238E27FC236}">
                <a16:creationId xmlns:a16="http://schemas.microsoft.com/office/drawing/2014/main" id="{38DEBA67-A3D5-2B0B-AF22-D754F8CCC6D7}"/>
              </a:ext>
            </a:extLst>
          </p:cNvPr>
          <p:cNvSpPr>
            <a:spLocks noGrp="1"/>
          </p:cNvSpPr>
          <p:nvPr>
            <p:ph type="dt" sz="half" idx="10"/>
          </p:nvPr>
        </p:nvSpPr>
        <p:spPr/>
        <p:txBody>
          <a:bodyPr/>
          <a:lstStyle>
            <a:lvl1pPr>
              <a:defRPr/>
            </a:lvl1pPr>
          </a:lstStyle>
          <a:p>
            <a:pPr>
              <a:defRPr/>
            </a:pPr>
            <a:fld id="{9CC654A9-D8B6-45EA-9BD0-E4B12E0AE70A}" type="datetimeFigureOut">
              <a:rPr lang="en-US"/>
              <a:pPr>
                <a:defRPr/>
              </a:pPr>
              <a:t>9/20/2025</a:t>
            </a:fld>
            <a:endParaRPr lang="en-US"/>
          </a:p>
        </p:txBody>
      </p:sp>
      <p:sp>
        <p:nvSpPr>
          <p:cNvPr id="6" name="页脚占位符 4">
            <a:extLst>
              <a:ext uri="{FF2B5EF4-FFF2-40B4-BE49-F238E27FC236}">
                <a16:creationId xmlns:a16="http://schemas.microsoft.com/office/drawing/2014/main" id="{D0575DFE-2A02-ED6D-4050-69848D65FAB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C7EFCB6-2E30-53C4-E4B4-0E0FCDA7FFFF}"/>
              </a:ext>
            </a:extLst>
          </p:cNvPr>
          <p:cNvSpPr>
            <a:spLocks noGrp="1"/>
          </p:cNvSpPr>
          <p:nvPr>
            <p:ph type="sldNum" sz="quarter" idx="12"/>
          </p:nvPr>
        </p:nvSpPr>
        <p:spPr/>
        <p:txBody>
          <a:bodyPr/>
          <a:lstStyle>
            <a:lvl1pPr>
              <a:defRPr/>
            </a:lvl1pPr>
          </a:lstStyle>
          <a:p>
            <a:pPr>
              <a:defRPr/>
            </a:pPr>
            <a:fld id="{16DAE1ED-3236-4A4C-B3F7-4B81E324A681}" type="slidenum">
              <a:rPr lang="en-US" altLang="zh-CN"/>
              <a:pPr>
                <a:defRPr/>
              </a:pPr>
              <a:t>‹#›</a:t>
            </a:fld>
            <a:endParaRPr lang="zh-CN" altLang="en-US"/>
          </a:p>
        </p:txBody>
      </p:sp>
    </p:spTree>
    <p:extLst>
      <p:ext uri="{BB962C8B-B14F-4D97-AF65-F5344CB8AC3E}">
        <p14:creationId xmlns:p14="http://schemas.microsoft.com/office/powerpoint/2010/main" val="29471115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2BA44CA-D0D9-E127-DB3D-20899489C8AD}"/>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8FBFDE7B-A6F3-191F-7FDA-4FEA8C790283}"/>
              </a:ext>
            </a:extLst>
          </p:cNvPr>
          <p:cNvSpPr>
            <a:spLocks noGrp="1"/>
          </p:cNvSpPr>
          <p:nvPr>
            <p:ph type="dt" sz="half" idx="10"/>
          </p:nvPr>
        </p:nvSpPr>
        <p:spPr>
          <a:xfrm>
            <a:off x="97367" y="6400801"/>
            <a:ext cx="4267200" cy="284163"/>
          </a:xfrm>
        </p:spPr>
        <p:txBody>
          <a:bodyPr/>
          <a:lstStyle>
            <a:lvl1pPr>
              <a:defRPr/>
            </a:lvl1pPr>
          </a:lstStyle>
          <a:p>
            <a:pPr>
              <a:defRPr/>
            </a:pPr>
            <a:fld id="{4D25582F-D89C-4671-8427-CBD675007A51}" type="datetimeFigureOut">
              <a:rPr lang="en-US"/>
              <a:pPr>
                <a:defRPr/>
              </a:pPr>
              <a:t>9/20/2025</a:t>
            </a:fld>
            <a:endParaRPr lang="en-US"/>
          </a:p>
        </p:txBody>
      </p:sp>
      <p:sp>
        <p:nvSpPr>
          <p:cNvPr id="6" name="页脚占位符 4">
            <a:extLst>
              <a:ext uri="{FF2B5EF4-FFF2-40B4-BE49-F238E27FC236}">
                <a16:creationId xmlns:a16="http://schemas.microsoft.com/office/drawing/2014/main" id="{9B2E8F89-E646-4348-57B8-12D50D75730E}"/>
              </a:ext>
            </a:extLst>
          </p:cNvPr>
          <p:cNvSpPr>
            <a:spLocks noGrp="1"/>
          </p:cNvSpPr>
          <p:nvPr>
            <p:ph type="ftr" sz="quarter" idx="11"/>
          </p:nvPr>
        </p:nvSpPr>
        <p:spPr>
          <a:xfrm>
            <a:off x="7107767" y="6400801"/>
            <a:ext cx="4978400" cy="284163"/>
          </a:xfrm>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D9BD4D0-5EC4-FD2E-A283-47956EE8C1B4}"/>
              </a:ext>
            </a:extLst>
          </p:cNvPr>
          <p:cNvSpPr>
            <a:spLocks noGrp="1"/>
          </p:cNvSpPr>
          <p:nvPr>
            <p:ph type="sldNum" sz="quarter" idx="12"/>
          </p:nvPr>
        </p:nvSpPr>
        <p:spPr/>
        <p:txBody>
          <a:bodyPr/>
          <a:lstStyle>
            <a:lvl1pPr>
              <a:defRPr/>
            </a:lvl1pPr>
          </a:lstStyle>
          <a:p>
            <a:pPr>
              <a:defRPr/>
            </a:pPr>
            <a:fld id="{C85379B2-3EC4-47E0-8AA3-98B34FA43AA1}" type="slidenum">
              <a:rPr lang="en-US" altLang="zh-CN"/>
              <a:pPr>
                <a:defRPr/>
              </a:pPr>
              <a:t>‹#›</a:t>
            </a:fld>
            <a:endParaRPr lang="zh-CN" altLang="en-US"/>
          </a:p>
        </p:txBody>
      </p:sp>
    </p:spTree>
    <p:extLst>
      <p:ext uri="{BB962C8B-B14F-4D97-AF65-F5344CB8AC3E}">
        <p14:creationId xmlns:p14="http://schemas.microsoft.com/office/powerpoint/2010/main" val="27960651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89B022B-A155-1DFA-4F42-8FE310D73E76}"/>
              </a:ext>
            </a:extLst>
          </p:cNvPr>
          <p:cNvSpPr/>
          <p:nvPr/>
        </p:nvSpPr>
        <p:spPr>
          <a:xfrm>
            <a:off x="914400" y="3143251"/>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a:xfrm>
            <a:off x="963084" y="3143249"/>
            <a:ext cx="10363200" cy="1362075"/>
          </a:xfrm>
        </p:spPr>
        <p:txBody>
          <a:bodyPr anchor="t"/>
          <a:lstStyle>
            <a:lvl1pPr algn="ctr">
              <a:defRPr sz="4000" b="0"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1643062"/>
            <a:ext cx="103632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A2256393-397A-7578-E8E8-C60538845F6F}"/>
              </a:ext>
            </a:extLst>
          </p:cNvPr>
          <p:cNvSpPr>
            <a:spLocks noGrp="1"/>
          </p:cNvSpPr>
          <p:nvPr>
            <p:ph type="dt" sz="half" idx="10"/>
          </p:nvPr>
        </p:nvSpPr>
        <p:spPr/>
        <p:txBody>
          <a:bodyPr/>
          <a:lstStyle>
            <a:lvl1pPr>
              <a:defRPr/>
            </a:lvl1pPr>
          </a:lstStyle>
          <a:p>
            <a:pPr>
              <a:defRPr/>
            </a:pPr>
            <a:fld id="{E436E739-AA7A-4E8A-AE55-17C0891B58C3}" type="datetimeFigureOut">
              <a:rPr lang="en-US"/>
              <a:pPr>
                <a:defRPr/>
              </a:pPr>
              <a:t>9/20/2025</a:t>
            </a:fld>
            <a:endParaRPr lang="en-US"/>
          </a:p>
        </p:txBody>
      </p:sp>
      <p:sp>
        <p:nvSpPr>
          <p:cNvPr id="6" name="页脚占位符 4">
            <a:extLst>
              <a:ext uri="{FF2B5EF4-FFF2-40B4-BE49-F238E27FC236}">
                <a16:creationId xmlns:a16="http://schemas.microsoft.com/office/drawing/2014/main" id="{E9330A67-BE18-CC04-9251-E7F56E8F8A9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244E59B-30A5-DE8C-F480-4ECB094B2CC5}"/>
              </a:ext>
            </a:extLst>
          </p:cNvPr>
          <p:cNvSpPr>
            <a:spLocks noGrp="1"/>
          </p:cNvSpPr>
          <p:nvPr>
            <p:ph type="sldNum" sz="quarter" idx="12"/>
          </p:nvPr>
        </p:nvSpPr>
        <p:spPr/>
        <p:txBody>
          <a:bodyPr/>
          <a:lstStyle>
            <a:lvl1pPr>
              <a:defRPr/>
            </a:lvl1pPr>
          </a:lstStyle>
          <a:p>
            <a:pPr>
              <a:defRPr/>
            </a:pPr>
            <a:fld id="{C76ADBAA-04E3-4BD3-8618-560A22F64DA2}" type="slidenum">
              <a:rPr lang="en-US" altLang="zh-CN"/>
              <a:pPr>
                <a:defRPr/>
              </a:pPr>
              <a:t>‹#›</a:t>
            </a:fld>
            <a:endParaRPr lang="zh-CN" altLang="en-US"/>
          </a:p>
        </p:txBody>
      </p:sp>
    </p:spTree>
    <p:extLst>
      <p:ext uri="{BB962C8B-B14F-4D97-AF65-F5344CB8AC3E}">
        <p14:creationId xmlns:p14="http://schemas.microsoft.com/office/powerpoint/2010/main" val="11233104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AF5289B-E7C0-B992-F1F3-7A27E38FFC8B}"/>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a:extLst>
              <a:ext uri="{FF2B5EF4-FFF2-40B4-BE49-F238E27FC236}">
                <a16:creationId xmlns:a16="http://schemas.microsoft.com/office/drawing/2014/main" id="{97014524-C631-D298-AD7B-3168DEEBFC05}"/>
              </a:ext>
            </a:extLst>
          </p:cNvPr>
          <p:cNvSpPr>
            <a:spLocks noGrp="1"/>
          </p:cNvSpPr>
          <p:nvPr>
            <p:ph type="dt" sz="half" idx="10"/>
          </p:nvPr>
        </p:nvSpPr>
        <p:spPr/>
        <p:txBody>
          <a:bodyPr/>
          <a:lstStyle>
            <a:lvl1pPr>
              <a:defRPr/>
            </a:lvl1pPr>
          </a:lstStyle>
          <a:p>
            <a:pPr>
              <a:defRPr/>
            </a:pPr>
            <a:fld id="{F329C094-63AB-4AC9-8634-5A9AEC05BDFF}" type="datetimeFigureOut">
              <a:rPr lang="en-US"/>
              <a:pPr>
                <a:defRPr/>
              </a:pPr>
              <a:t>9/20/2025</a:t>
            </a:fld>
            <a:endParaRPr lang="en-US"/>
          </a:p>
        </p:txBody>
      </p:sp>
      <p:sp>
        <p:nvSpPr>
          <p:cNvPr id="7" name="页脚占位符 5">
            <a:extLst>
              <a:ext uri="{FF2B5EF4-FFF2-40B4-BE49-F238E27FC236}">
                <a16:creationId xmlns:a16="http://schemas.microsoft.com/office/drawing/2014/main" id="{05178803-F950-3761-C0C5-EED9C53DEA1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6">
            <a:extLst>
              <a:ext uri="{FF2B5EF4-FFF2-40B4-BE49-F238E27FC236}">
                <a16:creationId xmlns:a16="http://schemas.microsoft.com/office/drawing/2014/main" id="{17CB78E4-3F4F-8891-B8C8-9992FC539DF8}"/>
              </a:ext>
            </a:extLst>
          </p:cNvPr>
          <p:cNvSpPr>
            <a:spLocks noGrp="1"/>
          </p:cNvSpPr>
          <p:nvPr>
            <p:ph type="sldNum" sz="quarter" idx="12"/>
          </p:nvPr>
        </p:nvSpPr>
        <p:spPr/>
        <p:txBody>
          <a:bodyPr/>
          <a:lstStyle>
            <a:lvl1pPr>
              <a:defRPr/>
            </a:lvl1pPr>
          </a:lstStyle>
          <a:p>
            <a:pPr>
              <a:defRPr/>
            </a:pPr>
            <a:fld id="{0CA52077-AEDB-4EE9-829B-8B7855955CD0}" type="slidenum">
              <a:rPr lang="en-US" altLang="zh-CN"/>
              <a:pPr>
                <a:defRPr/>
              </a:pPr>
              <a:t>‹#›</a:t>
            </a:fld>
            <a:endParaRPr lang="zh-CN" altLang="en-US"/>
          </a:p>
        </p:txBody>
      </p:sp>
    </p:spTree>
    <p:extLst>
      <p:ext uri="{BB962C8B-B14F-4D97-AF65-F5344CB8AC3E}">
        <p14:creationId xmlns:p14="http://schemas.microsoft.com/office/powerpoint/2010/main" val="27634963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5C851182-7916-C836-DEC2-FE700F14CC22}"/>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日期占位符 6">
            <a:extLst>
              <a:ext uri="{FF2B5EF4-FFF2-40B4-BE49-F238E27FC236}">
                <a16:creationId xmlns:a16="http://schemas.microsoft.com/office/drawing/2014/main" id="{21BF97DA-6E74-D810-E049-71CACA57917A}"/>
              </a:ext>
            </a:extLst>
          </p:cNvPr>
          <p:cNvSpPr>
            <a:spLocks noGrp="1"/>
          </p:cNvSpPr>
          <p:nvPr>
            <p:ph type="dt" sz="half" idx="10"/>
          </p:nvPr>
        </p:nvSpPr>
        <p:spPr/>
        <p:txBody>
          <a:bodyPr/>
          <a:lstStyle>
            <a:lvl1pPr>
              <a:defRPr/>
            </a:lvl1pPr>
          </a:lstStyle>
          <a:p>
            <a:pPr>
              <a:defRPr/>
            </a:pPr>
            <a:fld id="{C7E9FD4D-0B00-4B67-B105-CD2EE1E12A7E}" type="datetimeFigureOut">
              <a:rPr lang="en-US"/>
              <a:pPr>
                <a:defRPr/>
              </a:pPr>
              <a:t>9/20/2025</a:t>
            </a:fld>
            <a:endParaRPr lang="en-US"/>
          </a:p>
        </p:txBody>
      </p:sp>
      <p:sp>
        <p:nvSpPr>
          <p:cNvPr id="9" name="页脚占位符 7">
            <a:extLst>
              <a:ext uri="{FF2B5EF4-FFF2-40B4-BE49-F238E27FC236}">
                <a16:creationId xmlns:a16="http://schemas.microsoft.com/office/drawing/2014/main" id="{26C39877-46FA-3006-4282-C02B4C2A8AA1}"/>
              </a:ext>
            </a:extLst>
          </p:cNvPr>
          <p:cNvSpPr>
            <a:spLocks noGrp="1"/>
          </p:cNvSpPr>
          <p:nvPr>
            <p:ph type="ftr" sz="quarter" idx="11"/>
          </p:nvPr>
        </p:nvSpPr>
        <p:spPr/>
        <p:txBody>
          <a:bodyPr/>
          <a:lstStyle>
            <a:lvl1pPr>
              <a:defRPr/>
            </a:lvl1pPr>
          </a:lstStyle>
          <a:p>
            <a:pPr>
              <a:defRPr/>
            </a:pPr>
            <a:endParaRPr lang="zh-CN" altLang="en-US"/>
          </a:p>
        </p:txBody>
      </p:sp>
      <p:sp>
        <p:nvSpPr>
          <p:cNvPr id="10" name="灯片编号占位符 8">
            <a:extLst>
              <a:ext uri="{FF2B5EF4-FFF2-40B4-BE49-F238E27FC236}">
                <a16:creationId xmlns:a16="http://schemas.microsoft.com/office/drawing/2014/main" id="{35A29037-D653-CEFA-0FF0-A02A6AEBA973}"/>
              </a:ext>
            </a:extLst>
          </p:cNvPr>
          <p:cNvSpPr>
            <a:spLocks noGrp="1"/>
          </p:cNvSpPr>
          <p:nvPr>
            <p:ph type="sldNum" sz="quarter" idx="12"/>
          </p:nvPr>
        </p:nvSpPr>
        <p:spPr/>
        <p:txBody>
          <a:bodyPr/>
          <a:lstStyle>
            <a:lvl1pPr>
              <a:defRPr/>
            </a:lvl1pPr>
          </a:lstStyle>
          <a:p>
            <a:pPr>
              <a:defRPr/>
            </a:pPr>
            <a:fld id="{773700F1-2C73-4345-ACD5-267F80956743}" type="slidenum">
              <a:rPr lang="en-US" altLang="zh-CN"/>
              <a:pPr>
                <a:defRPr/>
              </a:pPr>
              <a:t>‹#›</a:t>
            </a:fld>
            <a:endParaRPr lang="zh-CN" altLang="en-US"/>
          </a:p>
        </p:txBody>
      </p:sp>
    </p:spTree>
    <p:extLst>
      <p:ext uri="{BB962C8B-B14F-4D97-AF65-F5344CB8AC3E}">
        <p14:creationId xmlns:p14="http://schemas.microsoft.com/office/powerpoint/2010/main" val="18584664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D8E2460-127C-78EB-5097-70B8F9F1A2B1}"/>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4" name="日期占位符 2">
            <a:extLst>
              <a:ext uri="{FF2B5EF4-FFF2-40B4-BE49-F238E27FC236}">
                <a16:creationId xmlns:a16="http://schemas.microsoft.com/office/drawing/2014/main" id="{284184BC-7D14-E0CC-3875-5739DA20D603}"/>
              </a:ext>
            </a:extLst>
          </p:cNvPr>
          <p:cNvSpPr>
            <a:spLocks noGrp="1"/>
          </p:cNvSpPr>
          <p:nvPr>
            <p:ph type="dt" sz="half" idx="10"/>
          </p:nvPr>
        </p:nvSpPr>
        <p:spPr/>
        <p:txBody>
          <a:bodyPr/>
          <a:lstStyle>
            <a:lvl1pPr>
              <a:defRPr/>
            </a:lvl1pPr>
          </a:lstStyle>
          <a:p>
            <a:pPr>
              <a:defRPr/>
            </a:pPr>
            <a:fld id="{7D52AFB0-818E-4056-BF8B-FD9192FEE6E6}" type="datetimeFigureOut">
              <a:rPr lang="en-US"/>
              <a:pPr>
                <a:defRPr/>
              </a:pPr>
              <a:t>9/20/2025</a:t>
            </a:fld>
            <a:endParaRPr lang="en-US"/>
          </a:p>
        </p:txBody>
      </p:sp>
      <p:sp>
        <p:nvSpPr>
          <p:cNvPr id="5" name="页脚占位符 3">
            <a:extLst>
              <a:ext uri="{FF2B5EF4-FFF2-40B4-BE49-F238E27FC236}">
                <a16:creationId xmlns:a16="http://schemas.microsoft.com/office/drawing/2014/main" id="{C7797692-3C0D-E5B4-68C4-AB5D40C97F4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8649C775-D758-B13D-A99C-1C24445BCCF2}"/>
              </a:ext>
            </a:extLst>
          </p:cNvPr>
          <p:cNvSpPr>
            <a:spLocks noGrp="1"/>
          </p:cNvSpPr>
          <p:nvPr>
            <p:ph type="sldNum" sz="quarter" idx="12"/>
          </p:nvPr>
        </p:nvSpPr>
        <p:spPr/>
        <p:txBody>
          <a:bodyPr/>
          <a:lstStyle>
            <a:lvl1pPr>
              <a:defRPr/>
            </a:lvl1pPr>
          </a:lstStyle>
          <a:p>
            <a:pPr>
              <a:defRPr/>
            </a:pPr>
            <a:fld id="{3C3BA07D-749E-4E8E-9CCF-68A6B896D690}" type="slidenum">
              <a:rPr lang="en-US" altLang="zh-CN"/>
              <a:pPr>
                <a:defRPr/>
              </a:pPr>
              <a:t>‹#›</a:t>
            </a:fld>
            <a:endParaRPr lang="zh-CN" altLang="en-US"/>
          </a:p>
        </p:txBody>
      </p:sp>
    </p:spTree>
    <p:extLst>
      <p:ext uri="{BB962C8B-B14F-4D97-AF65-F5344CB8AC3E}">
        <p14:creationId xmlns:p14="http://schemas.microsoft.com/office/powerpoint/2010/main" val="36028119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9DB00DF-ED56-5A49-3B04-8838F009FEC6}"/>
              </a:ext>
            </a:extLst>
          </p:cNvPr>
          <p:cNvSpPr>
            <a:spLocks noGrp="1"/>
          </p:cNvSpPr>
          <p:nvPr>
            <p:ph type="dt" sz="half" idx="10"/>
          </p:nvPr>
        </p:nvSpPr>
        <p:spPr/>
        <p:txBody>
          <a:bodyPr/>
          <a:lstStyle>
            <a:lvl1pPr>
              <a:defRPr/>
            </a:lvl1pPr>
          </a:lstStyle>
          <a:p>
            <a:pPr>
              <a:defRPr/>
            </a:pPr>
            <a:fld id="{63FA14E0-7ECC-48D3-9825-27D7E1303D1E}" type="datetimeFigureOut">
              <a:rPr lang="en-US"/>
              <a:pPr>
                <a:defRPr/>
              </a:pPr>
              <a:t>9/20/2025</a:t>
            </a:fld>
            <a:endParaRPr lang="en-US"/>
          </a:p>
        </p:txBody>
      </p:sp>
      <p:sp>
        <p:nvSpPr>
          <p:cNvPr id="3" name="页脚占位符 2">
            <a:extLst>
              <a:ext uri="{FF2B5EF4-FFF2-40B4-BE49-F238E27FC236}">
                <a16:creationId xmlns:a16="http://schemas.microsoft.com/office/drawing/2014/main" id="{53495EEA-C669-BC31-2987-46F3AA028408}"/>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3">
            <a:extLst>
              <a:ext uri="{FF2B5EF4-FFF2-40B4-BE49-F238E27FC236}">
                <a16:creationId xmlns:a16="http://schemas.microsoft.com/office/drawing/2014/main" id="{CEEF4D53-790C-FE83-2A12-263708E3B611}"/>
              </a:ext>
            </a:extLst>
          </p:cNvPr>
          <p:cNvSpPr>
            <a:spLocks noGrp="1"/>
          </p:cNvSpPr>
          <p:nvPr>
            <p:ph type="sldNum" sz="quarter" idx="12"/>
          </p:nvPr>
        </p:nvSpPr>
        <p:spPr/>
        <p:txBody>
          <a:bodyPr/>
          <a:lstStyle>
            <a:lvl1pPr>
              <a:defRPr/>
            </a:lvl1pPr>
          </a:lstStyle>
          <a:p>
            <a:pPr>
              <a:defRPr/>
            </a:pPr>
            <a:fld id="{3DAA3C8D-0D65-4C28-8239-B5E63A11FA93}" type="slidenum">
              <a:rPr lang="en-US" altLang="zh-CN"/>
              <a:pPr>
                <a:defRPr/>
              </a:pPr>
              <a:t>‹#›</a:t>
            </a:fld>
            <a:endParaRPr lang="zh-CN" altLang="en-US"/>
          </a:p>
        </p:txBody>
      </p:sp>
    </p:spTree>
    <p:extLst>
      <p:ext uri="{BB962C8B-B14F-4D97-AF65-F5344CB8AC3E}">
        <p14:creationId xmlns:p14="http://schemas.microsoft.com/office/powerpoint/2010/main" val="2190842363"/>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776BF05-726F-D31F-0EC8-796DFC4629D5}"/>
              </a:ext>
            </a:extLst>
          </p:cNvPr>
          <p:cNvSpPr/>
          <p:nvPr/>
        </p:nvSpPr>
        <p:spPr>
          <a:xfrm>
            <a:off x="3714751" y="1054101"/>
            <a:ext cx="7871883"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a:xfrm>
            <a:off x="3714734" y="228600"/>
            <a:ext cx="7867669" cy="842946"/>
          </a:xfrm>
        </p:spPr>
        <p:txBody>
          <a:bodyPr anchor="b"/>
          <a:lstStyle>
            <a:lvl1pPr algn="ctr">
              <a:defRPr sz="2800" b="0"/>
            </a:lvl1pPr>
          </a:lstStyle>
          <a:p>
            <a:r>
              <a:rPr lang="zh-CN" altLang="en-US"/>
              <a:t>单击此处编辑母版标题样式</a:t>
            </a:r>
            <a:endParaRPr lang="en-US"/>
          </a:p>
        </p:txBody>
      </p:sp>
      <p:sp>
        <p:nvSpPr>
          <p:cNvPr id="3" name="内容占位符 2"/>
          <p:cNvSpPr>
            <a:spLocks noGrp="1"/>
          </p:cNvSpPr>
          <p:nvPr>
            <p:ph idx="1"/>
          </p:nvPr>
        </p:nvSpPr>
        <p:spPr>
          <a:xfrm>
            <a:off x="3714733" y="1142984"/>
            <a:ext cx="7867667"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7" y="1142984"/>
            <a:ext cx="3009877"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a:extLst>
              <a:ext uri="{FF2B5EF4-FFF2-40B4-BE49-F238E27FC236}">
                <a16:creationId xmlns:a16="http://schemas.microsoft.com/office/drawing/2014/main" id="{21F90791-4C4E-08B4-6625-3BCBB3C41A6D}"/>
              </a:ext>
            </a:extLst>
          </p:cNvPr>
          <p:cNvSpPr>
            <a:spLocks noGrp="1"/>
          </p:cNvSpPr>
          <p:nvPr>
            <p:ph type="dt" sz="half" idx="10"/>
          </p:nvPr>
        </p:nvSpPr>
        <p:spPr/>
        <p:txBody>
          <a:bodyPr/>
          <a:lstStyle>
            <a:lvl1pPr>
              <a:defRPr/>
            </a:lvl1pPr>
          </a:lstStyle>
          <a:p>
            <a:pPr>
              <a:defRPr/>
            </a:pPr>
            <a:fld id="{6440A551-DAA2-41A1-9410-0A086E052B49}" type="datetimeFigureOut">
              <a:rPr lang="en-US"/>
              <a:pPr>
                <a:defRPr/>
              </a:pPr>
              <a:t>9/20/2025</a:t>
            </a:fld>
            <a:endParaRPr lang="en-US"/>
          </a:p>
        </p:txBody>
      </p:sp>
      <p:sp>
        <p:nvSpPr>
          <p:cNvPr id="7" name="页脚占位符 5">
            <a:extLst>
              <a:ext uri="{FF2B5EF4-FFF2-40B4-BE49-F238E27FC236}">
                <a16:creationId xmlns:a16="http://schemas.microsoft.com/office/drawing/2014/main" id="{FC1E9F7B-9398-148E-B65E-F20BF037FD2D}"/>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6">
            <a:extLst>
              <a:ext uri="{FF2B5EF4-FFF2-40B4-BE49-F238E27FC236}">
                <a16:creationId xmlns:a16="http://schemas.microsoft.com/office/drawing/2014/main" id="{97FCD251-84FB-85B3-92D3-DEE5D5462214}"/>
              </a:ext>
            </a:extLst>
          </p:cNvPr>
          <p:cNvSpPr>
            <a:spLocks noGrp="1"/>
          </p:cNvSpPr>
          <p:nvPr>
            <p:ph type="sldNum" sz="quarter" idx="12"/>
          </p:nvPr>
        </p:nvSpPr>
        <p:spPr/>
        <p:txBody>
          <a:bodyPr/>
          <a:lstStyle>
            <a:lvl1pPr>
              <a:defRPr/>
            </a:lvl1pPr>
          </a:lstStyle>
          <a:p>
            <a:pPr>
              <a:defRPr/>
            </a:pPr>
            <a:fld id="{3869F8FE-2F0B-466B-9C34-061898364293}" type="slidenum">
              <a:rPr lang="en-US" altLang="zh-CN"/>
              <a:pPr>
                <a:defRPr/>
              </a:pPr>
              <a:t>‹#›</a:t>
            </a:fld>
            <a:endParaRPr lang="zh-CN" altLang="en-US"/>
          </a:p>
        </p:txBody>
      </p:sp>
    </p:spTree>
    <p:extLst>
      <p:ext uri="{BB962C8B-B14F-4D97-AF65-F5344CB8AC3E}">
        <p14:creationId xmlns:p14="http://schemas.microsoft.com/office/powerpoint/2010/main" val="343867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1200" y="304800"/>
            <a:ext cx="8534400" cy="685800"/>
          </a:xfrm>
        </p:spPr>
        <p:txBody>
          <a:bodyPr/>
          <a:lstStyle>
            <a:lvl1pPr algn="l">
              <a:defRPr sz="2400" b="0"/>
            </a:lvl1pPr>
          </a:lstStyle>
          <a:p>
            <a:r>
              <a:rPr lang="zh-CN" altLang="en-US"/>
              <a:t>单击此处编辑母版标题样式</a:t>
            </a:r>
            <a:endParaRPr lang="en-US"/>
          </a:p>
        </p:txBody>
      </p:sp>
      <p:sp>
        <p:nvSpPr>
          <p:cNvPr id="3" name="图片占位符 2"/>
          <p:cNvSpPr>
            <a:spLocks noGrp="1"/>
          </p:cNvSpPr>
          <p:nvPr>
            <p:ph type="pic" idx="1"/>
          </p:nvPr>
        </p:nvSpPr>
        <p:spPr>
          <a:xfrm>
            <a:off x="935403" y="1143000"/>
            <a:ext cx="9630997"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3149600" y="5410200"/>
            <a:ext cx="7543851"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2EE931CA-AF5F-9A52-B307-F1A45A74E16B}"/>
              </a:ext>
            </a:extLst>
          </p:cNvPr>
          <p:cNvSpPr>
            <a:spLocks noGrp="1"/>
          </p:cNvSpPr>
          <p:nvPr>
            <p:ph type="dt" sz="half" idx="10"/>
          </p:nvPr>
        </p:nvSpPr>
        <p:spPr/>
        <p:txBody>
          <a:bodyPr/>
          <a:lstStyle>
            <a:lvl1pPr>
              <a:defRPr/>
            </a:lvl1pPr>
          </a:lstStyle>
          <a:p>
            <a:pPr>
              <a:defRPr/>
            </a:pPr>
            <a:fld id="{35218A6B-B187-493C-BD8C-163208A185AA}" type="datetimeFigureOut">
              <a:rPr lang="en-US"/>
              <a:pPr>
                <a:defRPr/>
              </a:pPr>
              <a:t>9/20/2025</a:t>
            </a:fld>
            <a:endParaRPr lang="en-US"/>
          </a:p>
        </p:txBody>
      </p:sp>
      <p:sp>
        <p:nvSpPr>
          <p:cNvPr id="6" name="页脚占位符 5">
            <a:extLst>
              <a:ext uri="{FF2B5EF4-FFF2-40B4-BE49-F238E27FC236}">
                <a16:creationId xmlns:a16="http://schemas.microsoft.com/office/drawing/2014/main" id="{09263F6F-6C1F-F140-43AA-173424A0512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4B02DA9E-EF52-06B0-05D5-BA6DCCA74994}"/>
              </a:ext>
            </a:extLst>
          </p:cNvPr>
          <p:cNvSpPr>
            <a:spLocks noGrp="1"/>
          </p:cNvSpPr>
          <p:nvPr>
            <p:ph type="sldNum" sz="quarter" idx="12"/>
          </p:nvPr>
        </p:nvSpPr>
        <p:spPr/>
        <p:txBody>
          <a:bodyPr/>
          <a:lstStyle>
            <a:lvl1pPr>
              <a:defRPr/>
            </a:lvl1pPr>
          </a:lstStyle>
          <a:p>
            <a:pPr>
              <a:defRPr/>
            </a:pPr>
            <a:fld id="{F4B18017-BFFA-4B42-A12A-6F9DB87B94CA}" type="slidenum">
              <a:rPr lang="en-US" altLang="zh-CN"/>
              <a:pPr>
                <a:defRPr/>
              </a:pPr>
              <a:t>‹#›</a:t>
            </a:fld>
            <a:endParaRPr lang="zh-CN" altLang="en-US"/>
          </a:p>
        </p:txBody>
      </p:sp>
    </p:spTree>
    <p:extLst>
      <p:ext uri="{BB962C8B-B14F-4D97-AF65-F5344CB8AC3E}">
        <p14:creationId xmlns:p14="http://schemas.microsoft.com/office/powerpoint/2010/main" val="2130753379"/>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8AF600E-B945-DDF0-F43F-ACBE0489BDDB}"/>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8DBF134A-26B6-7EF1-E5B9-EEDD9DA226FC}"/>
              </a:ext>
            </a:extLst>
          </p:cNvPr>
          <p:cNvSpPr>
            <a:spLocks noGrp="1"/>
          </p:cNvSpPr>
          <p:nvPr>
            <p:ph type="dt" sz="half" idx="10"/>
          </p:nvPr>
        </p:nvSpPr>
        <p:spPr/>
        <p:txBody>
          <a:bodyPr/>
          <a:lstStyle>
            <a:lvl1pPr>
              <a:defRPr/>
            </a:lvl1pPr>
          </a:lstStyle>
          <a:p>
            <a:pPr>
              <a:defRPr/>
            </a:pPr>
            <a:fld id="{D0365405-F53F-4CBB-8BAD-C9B0EF5F584C}" type="datetimeFigureOut">
              <a:rPr lang="en-US"/>
              <a:pPr>
                <a:defRPr/>
              </a:pPr>
              <a:t>9/20/2025</a:t>
            </a:fld>
            <a:endParaRPr lang="en-US"/>
          </a:p>
        </p:txBody>
      </p:sp>
      <p:sp>
        <p:nvSpPr>
          <p:cNvPr id="6" name="页脚占位符 4">
            <a:extLst>
              <a:ext uri="{FF2B5EF4-FFF2-40B4-BE49-F238E27FC236}">
                <a16:creationId xmlns:a16="http://schemas.microsoft.com/office/drawing/2014/main" id="{77ADD910-2CE9-B7FB-411B-1A2A01169F1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7D11482-BC91-0C25-CC5E-F3309221221E}"/>
              </a:ext>
            </a:extLst>
          </p:cNvPr>
          <p:cNvSpPr>
            <a:spLocks noGrp="1"/>
          </p:cNvSpPr>
          <p:nvPr>
            <p:ph type="sldNum" sz="quarter" idx="12"/>
          </p:nvPr>
        </p:nvSpPr>
        <p:spPr/>
        <p:txBody>
          <a:bodyPr/>
          <a:lstStyle>
            <a:lvl1pPr>
              <a:defRPr/>
            </a:lvl1pPr>
          </a:lstStyle>
          <a:p>
            <a:pPr>
              <a:defRPr/>
            </a:pPr>
            <a:fld id="{FCBF6DA6-C7D4-4DDF-AA5C-E6240E0AE4CC}" type="slidenum">
              <a:rPr lang="en-US" altLang="zh-CN"/>
              <a:pPr>
                <a:defRPr/>
              </a:pPr>
              <a:t>‹#›</a:t>
            </a:fld>
            <a:endParaRPr lang="zh-CN" altLang="en-US"/>
          </a:p>
        </p:txBody>
      </p:sp>
    </p:spTree>
    <p:extLst>
      <p:ext uri="{BB962C8B-B14F-4D97-AF65-F5344CB8AC3E}">
        <p14:creationId xmlns:p14="http://schemas.microsoft.com/office/powerpoint/2010/main" val="2311188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620275" y="274638"/>
            <a:ext cx="1962125" cy="6011882"/>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600" y="274638"/>
            <a:ext cx="8915424" cy="601188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58FC3023-2102-ABC4-E8D1-C4FDFB0D5471}"/>
              </a:ext>
            </a:extLst>
          </p:cNvPr>
          <p:cNvSpPr>
            <a:spLocks noGrp="1"/>
          </p:cNvSpPr>
          <p:nvPr>
            <p:ph type="dt" sz="half" idx="10"/>
          </p:nvPr>
        </p:nvSpPr>
        <p:spPr/>
        <p:txBody>
          <a:bodyPr/>
          <a:lstStyle>
            <a:lvl1pPr>
              <a:defRPr/>
            </a:lvl1pPr>
          </a:lstStyle>
          <a:p>
            <a:pPr>
              <a:defRPr/>
            </a:pPr>
            <a:fld id="{190494E5-9F79-4B01-8DB5-962F3835C09B}" type="datetimeFigureOut">
              <a:rPr lang="en-US"/>
              <a:pPr>
                <a:defRPr/>
              </a:pPr>
              <a:t>9/20/2025</a:t>
            </a:fld>
            <a:endParaRPr lang="en-US"/>
          </a:p>
        </p:txBody>
      </p:sp>
      <p:sp>
        <p:nvSpPr>
          <p:cNvPr id="5" name="页脚占位符 4">
            <a:extLst>
              <a:ext uri="{FF2B5EF4-FFF2-40B4-BE49-F238E27FC236}">
                <a16:creationId xmlns:a16="http://schemas.microsoft.com/office/drawing/2014/main" id="{2CAEFB80-4E4D-472E-29A0-B835C7A5B1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219DCB7-5F4A-8CE7-0364-549D52716EDC}"/>
              </a:ext>
            </a:extLst>
          </p:cNvPr>
          <p:cNvSpPr>
            <a:spLocks noGrp="1"/>
          </p:cNvSpPr>
          <p:nvPr>
            <p:ph type="sldNum" sz="quarter" idx="12"/>
          </p:nvPr>
        </p:nvSpPr>
        <p:spPr/>
        <p:txBody>
          <a:bodyPr/>
          <a:lstStyle>
            <a:lvl1pPr>
              <a:defRPr/>
            </a:lvl1pPr>
          </a:lstStyle>
          <a:p>
            <a:pPr>
              <a:defRPr/>
            </a:pPr>
            <a:fld id="{86D6F0E9-FC8C-4538-AAA6-85CBFDD5ABBB}" type="slidenum">
              <a:rPr lang="en-US" altLang="zh-CN"/>
              <a:pPr>
                <a:defRPr/>
              </a:pPr>
              <a:t>‹#›</a:t>
            </a:fld>
            <a:endParaRPr lang="zh-CN" altLang="en-US"/>
          </a:p>
        </p:txBody>
      </p:sp>
    </p:spTree>
    <p:extLst>
      <p:ext uri="{BB962C8B-B14F-4D97-AF65-F5344CB8AC3E}">
        <p14:creationId xmlns:p14="http://schemas.microsoft.com/office/powerpoint/2010/main" val="37093313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D144F86-B973-B8E0-EB54-19544D9BAE57}"/>
              </a:ext>
            </a:extLst>
          </p:cNvPr>
          <p:cNvSpPr/>
          <p:nvPr/>
        </p:nvSpPr>
        <p:spPr>
          <a:xfrm>
            <a:off x="914400" y="3197226"/>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ctrTitle"/>
          </p:nvPr>
        </p:nvSpPr>
        <p:spPr>
          <a:xfrm>
            <a:off x="914400" y="1676401"/>
            <a:ext cx="10363200" cy="1538286"/>
          </a:xfrm>
        </p:spPr>
        <p:txBody>
          <a:bodyPr anchor="b"/>
          <a:lstStyle/>
          <a:p>
            <a:r>
              <a:rPr lang="zh-CN" altLang="en-US"/>
              <a:t>单击此处编辑母版标题样式</a:t>
            </a:r>
            <a:endParaRPr lang="en-US"/>
          </a:p>
        </p:txBody>
      </p:sp>
      <p:sp>
        <p:nvSpPr>
          <p:cNvPr id="3" name="副标题 2"/>
          <p:cNvSpPr>
            <a:spLocks noGrp="1"/>
          </p:cNvSpPr>
          <p:nvPr>
            <p:ph type="subTitle" idx="1"/>
          </p:nvPr>
        </p:nvSpPr>
        <p:spPr>
          <a:xfrm>
            <a:off x="1828800" y="3214686"/>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5" name="日期占位符 3">
            <a:extLst>
              <a:ext uri="{FF2B5EF4-FFF2-40B4-BE49-F238E27FC236}">
                <a16:creationId xmlns:a16="http://schemas.microsoft.com/office/drawing/2014/main" id="{1473FA5A-35E8-8140-1A40-4B85D9151E9B}"/>
              </a:ext>
            </a:extLst>
          </p:cNvPr>
          <p:cNvSpPr>
            <a:spLocks noGrp="1"/>
          </p:cNvSpPr>
          <p:nvPr>
            <p:ph type="dt" sz="half" idx="10"/>
          </p:nvPr>
        </p:nvSpPr>
        <p:spPr/>
        <p:txBody>
          <a:bodyPr/>
          <a:lstStyle>
            <a:lvl1pPr>
              <a:defRPr/>
            </a:lvl1pPr>
          </a:lstStyle>
          <a:p>
            <a:pPr>
              <a:defRPr/>
            </a:pPr>
            <a:fld id="{9BDC0260-7861-4B38-B86A-7A980B9790F9}" type="datetimeFigureOut">
              <a:rPr lang="en-US"/>
              <a:pPr>
                <a:defRPr/>
              </a:pPr>
              <a:t>9/20/2025</a:t>
            </a:fld>
            <a:endParaRPr lang="en-US"/>
          </a:p>
        </p:txBody>
      </p:sp>
      <p:sp>
        <p:nvSpPr>
          <p:cNvPr id="6" name="页脚占位符 4">
            <a:extLst>
              <a:ext uri="{FF2B5EF4-FFF2-40B4-BE49-F238E27FC236}">
                <a16:creationId xmlns:a16="http://schemas.microsoft.com/office/drawing/2014/main" id="{7F445591-E186-281D-5755-DF76D062DCA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D4DC452-DCFF-EA03-B7B4-EDCB64B71A47}"/>
              </a:ext>
            </a:extLst>
          </p:cNvPr>
          <p:cNvSpPr>
            <a:spLocks noGrp="1"/>
          </p:cNvSpPr>
          <p:nvPr>
            <p:ph type="sldNum" sz="quarter" idx="12"/>
          </p:nvPr>
        </p:nvSpPr>
        <p:spPr/>
        <p:txBody>
          <a:bodyPr/>
          <a:lstStyle>
            <a:lvl1pPr>
              <a:defRPr/>
            </a:lvl1pPr>
          </a:lstStyle>
          <a:p>
            <a:pPr>
              <a:defRPr/>
            </a:pPr>
            <a:fld id="{10287EB2-9F34-4EC5-A13B-70841C0C3AB9}" type="slidenum">
              <a:rPr lang="en-US" altLang="zh-CN"/>
              <a:pPr>
                <a:defRPr/>
              </a:pPr>
              <a:t>‹#›</a:t>
            </a:fld>
            <a:endParaRPr lang="zh-CN" altLang="en-US"/>
          </a:p>
        </p:txBody>
      </p:sp>
    </p:spTree>
    <p:extLst>
      <p:ext uri="{BB962C8B-B14F-4D97-AF65-F5344CB8AC3E}">
        <p14:creationId xmlns:p14="http://schemas.microsoft.com/office/powerpoint/2010/main" val="295060887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DE9AA3-E35E-A5E0-D90B-4A8D47B7B92A}"/>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D1C25CC2-E1B1-B7B3-3351-93A3F69980DA}"/>
              </a:ext>
            </a:extLst>
          </p:cNvPr>
          <p:cNvSpPr>
            <a:spLocks noGrp="1"/>
          </p:cNvSpPr>
          <p:nvPr>
            <p:ph type="dt" sz="half" idx="10"/>
          </p:nvPr>
        </p:nvSpPr>
        <p:spPr>
          <a:xfrm>
            <a:off x="97367" y="6400801"/>
            <a:ext cx="4267200" cy="284163"/>
          </a:xfrm>
        </p:spPr>
        <p:txBody>
          <a:bodyPr/>
          <a:lstStyle>
            <a:lvl1pPr>
              <a:defRPr/>
            </a:lvl1pPr>
          </a:lstStyle>
          <a:p>
            <a:pPr>
              <a:defRPr/>
            </a:pPr>
            <a:fld id="{E9B8128C-780C-4072-9277-5BA6592D862C}" type="datetimeFigureOut">
              <a:rPr lang="en-US"/>
              <a:pPr>
                <a:defRPr/>
              </a:pPr>
              <a:t>9/20/2025</a:t>
            </a:fld>
            <a:endParaRPr lang="en-US"/>
          </a:p>
        </p:txBody>
      </p:sp>
      <p:sp>
        <p:nvSpPr>
          <p:cNvPr id="6" name="页脚占位符 4">
            <a:extLst>
              <a:ext uri="{FF2B5EF4-FFF2-40B4-BE49-F238E27FC236}">
                <a16:creationId xmlns:a16="http://schemas.microsoft.com/office/drawing/2014/main" id="{6112F9D7-748D-4AB8-AA68-B164CB3F3471}"/>
              </a:ext>
            </a:extLst>
          </p:cNvPr>
          <p:cNvSpPr>
            <a:spLocks noGrp="1"/>
          </p:cNvSpPr>
          <p:nvPr>
            <p:ph type="ftr" sz="quarter" idx="11"/>
          </p:nvPr>
        </p:nvSpPr>
        <p:spPr>
          <a:xfrm>
            <a:off x="7107767" y="6400801"/>
            <a:ext cx="4978400" cy="284163"/>
          </a:xfrm>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791A9FB-989D-2D15-ED9A-F941927426CA}"/>
              </a:ext>
            </a:extLst>
          </p:cNvPr>
          <p:cNvSpPr>
            <a:spLocks noGrp="1"/>
          </p:cNvSpPr>
          <p:nvPr>
            <p:ph type="sldNum" sz="quarter" idx="12"/>
          </p:nvPr>
        </p:nvSpPr>
        <p:spPr/>
        <p:txBody>
          <a:bodyPr/>
          <a:lstStyle>
            <a:lvl1pPr>
              <a:defRPr/>
            </a:lvl1pPr>
          </a:lstStyle>
          <a:p>
            <a:pPr>
              <a:defRPr/>
            </a:pPr>
            <a:fld id="{4D653F79-83FC-4FD8-AD3D-41F02659CB1E}" type="slidenum">
              <a:rPr lang="en-US" altLang="zh-CN"/>
              <a:pPr>
                <a:defRPr/>
              </a:pPr>
              <a:t>‹#›</a:t>
            </a:fld>
            <a:endParaRPr lang="zh-CN" altLang="en-US"/>
          </a:p>
        </p:txBody>
      </p:sp>
    </p:spTree>
    <p:extLst>
      <p:ext uri="{BB962C8B-B14F-4D97-AF65-F5344CB8AC3E}">
        <p14:creationId xmlns:p14="http://schemas.microsoft.com/office/powerpoint/2010/main" val="2794519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A6EC8B-1E5A-43DF-1683-AEE2426EBD2B}"/>
              </a:ext>
            </a:extLst>
          </p:cNvPr>
          <p:cNvSpPr/>
          <p:nvPr/>
        </p:nvSpPr>
        <p:spPr>
          <a:xfrm>
            <a:off x="914400" y="3143251"/>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a:xfrm>
            <a:off x="963084" y="3143249"/>
            <a:ext cx="10363200" cy="1362075"/>
          </a:xfrm>
        </p:spPr>
        <p:txBody>
          <a:bodyPr anchor="t"/>
          <a:lstStyle>
            <a:lvl1pPr algn="ctr">
              <a:defRPr sz="4000" b="0"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1643062"/>
            <a:ext cx="103632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56B504BC-6980-EC95-5D93-EE3813BD1186}"/>
              </a:ext>
            </a:extLst>
          </p:cNvPr>
          <p:cNvSpPr>
            <a:spLocks noGrp="1"/>
          </p:cNvSpPr>
          <p:nvPr>
            <p:ph type="dt" sz="half" idx="10"/>
          </p:nvPr>
        </p:nvSpPr>
        <p:spPr/>
        <p:txBody>
          <a:bodyPr/>
          <a:lstStyle>
            <a:lvl1pPr>
              <a:defRPr/>
            </a:lvl1pPr>
          </a:lstStyle>
          <a:p>
            <a:pPr>
              <a:defRPr/>
            </a:pPr>
            <a:fld id="{EDCA397B-9F4B-43C7-8F77-FCFD2F0F6235}" type="datetimeFigureOut">
              <a:rPr lang="en-US"/>
              <a:pPr>
                <a:defRPr/>
              </a:pPr>
              <a:t>9/20/2025</a:t>
            </a:fld>
            <a:endParaRPr lang="en-US"/>
          </a:p>
        </p:txBody>
      </p:sp>
      <p:sp>
        <p:nvSpPr>
          <p:cNvPr id="6" name="页脚占位符 4">
            <a:extLst>
              <a:ext uri="{FF2B5EF4-FFF2-40B4-BE49-F238E27FC236}">
                <a16:creationId xmlns:a16="http://schemas.microsoft.com/office/drawing/2014/main" id="{B8B014A3-007A-C852-8F05-E45C38D9AB9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7F08E0C-26D0-1D6A-471D-5471D2CD65EF}"/>
              </a:ext>
            </a:extLst>
          </p:cNvPr>
          <p:cNvSpPr>
            <a:spLocks noGrp="1"/>
          </p:cNvSpPr>
          <p:nvPr>
            <p:ph type="sldNum" sz="quarter" idx="12"/>
          </p:nvPr>
        </p:nvSpPr>
        <p:spPr/>
        <p:txBody>
          <a:bodyPr/>
          <a:lstStyle>
            <a:lvl1pPr>
              <a:defRPr/>
            </a:lvl1pPr>
          </a:lstStyle>
          <a:p>
            <a:pPr>
              <a:defRPr/>
            </a:pPr>
            <a:fld id="{E4B65A43-88DB-49C0-97D1-C05D39FB36D7}" type="slidenum">
              <a:rPr lang="en-US" altLang="zh-CN"/>
              <a:pPr>
                <a:defRPr/>
              </a:pPr>
              <a:t>‹#›</a:t>
            </a:fld>
            <a:endParaRPr lang="zh-CN" altLang="en-US"/>
          </a:p>
        </p:txBody>
      </p:sp>
    </p:spTree>
    <p:extLst>
      <p:ext uri="{BB962C8B-B14F-4D97-AF65-F5344CB8AC3E}">
        <p14:creationId xmlns:p14="http://schemas.microsoft.com/office/powerpoint/2010/main" val="36439268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89EDB92-F44A-6DEC-7C39-1695A80072AC}"/>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a:extLst>
              <a:ext uri="{FF2B5EF4-FFF2-40B4-BE49-F238E27FC236}">
                <a16:creationId xmlns:a16="http://schemas.microsoft.com/office/drawing/2014/main" id="{84FE5A51-893B-101C-E492-ED46E51BC49E}"/>
              </a:ext>
            </a:extLst>
          </p:cNvPr>
          <p:cNvSpPr>
            <a:spLocks noGrp="1"/>
          </p:cNvSpPr>
          <p:nvPr>
            <p:ph type="dt" sz="half" idx="10"/>
          </p:nvPr>
        </p:nvSpPr>
        <p:spPr/>
        <p:txBody>
          <a:bodyPr/>
          <a:lstStyle>
            <a:lvl1pPr>
              <a:defRPr/>
            </a:lvl1pPr>
          </a:lstStyle>
          <a:p>
            <a:pPr>
              <a:defRPr/>
            </a:pPr>
            <a:fld id="{A4A8579F-FB58-40A7-9EF3-7897032BBC83}" type="datetimeFigureOut">
              <a:rPr lang="en-US"/>
              <a:pPr>
                <a:defRPr/>
              </a:pPr>
              <a:t>9/20/2025</a:t>
            </a:fld>
            <a:endParaRPr lang="en-US"/>
          </a:p>
        </p:txBody>
      </p:sp>
      <p:sp>
        <p:nvSpPr>
          <p:cNvPr id="7" name="页脚占位符 5">
            <a:extLst>
              <a:ext uri="{FF2B5EF4-FFF2-40B4-BE49-F238E27FC236}">
                <a16:creationId xmlns:a16="http://schemas.microsoft.com/office/drawing/2014/main" id="{C5FFE5D4-3B2C-7D89-083B-98D01DEE6C2B}"/>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6">
            <a:extLst>
              <a:ext uri="{FF2B5EF4-FFF2-40B4-BE49-F238E27FC236}">
                <a16:creationId xmlns:a16="http://schemas.microsoft.com/office/drawing/2014/main" id="{77B03A39-4F74-9A21-1313-9977ED1B4E7F}"/>
              </a:ext>
            </a:extLst>
          </p:cNvPr>
          <p:cNvSpPr>
            <a:spLocks noGrp="1"/>
          </p:cNvSpPr>
          <p:nvPr>
            <p:ph type="sldNum" sz="quarter" idx="12"/>
          </p:nvPr>
        </p:nvSpPr>
        <p:spPr/>
        <p:txBody>
          <a:bodyPr/>
          <a:lstStyle>
            <a:lvl1pPr>
              <a:defRPr/>
            </a:lvl1pPr>
          </a:lstStyle>
          <a:p>
            <a:pPr>
              <a:defRPr/>
            </a:pPr>
            <a:fld id="{8DFFA60A-4A1F-4F1B-BB67-159C13E46FDE}" type="slidenum">
              <a:rPr lang="en-US" altLang="zh-CN"/>
              <a:pPr>
                <a:defRPr/>
              </a:pPr>
              <a:t>‹#›</a:t>
            </a:fld>
            <a:endParaRPr lang="zh-CN" altLang="en-US"/>
          </a:p>
        </p:txBody>
      </p:sp>
    </p:spTree>
    <p:extLst>
      <p:ext uri="{BB962C8B-B14F-4D97-AF65-F5344CB8AC3E}">
        <p14:creationId xmlns:p14="http://schemas.microsoft.com/office/powerpoint/2010/main" val="31583420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DECDBC3-CE6A-C354-A3CC-1FD5ED8565CB}"/>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日期占位符 6">
            <a:extLst>
              <a:ext uri="{FF2B5EF4-FFF2-40B4-BE49-F238E27FC236}">
                <a16:creationId xmlns:a16="http://schemas.microsoft.com/office/drawing/2014/main" id="{38911095-E0FC-A282-FFCB-29DBFCECE4C0}"/>
              </a:ext>
            </a:extLst>
          </p:cNvPr>
          <p:cNvSpPr>
            <a:spLocks noGrp="1"/>
          </p:cNvSpPr>
          <p:nvPr>
            <p:ph type="dt" sz="half" idx="10"/>
          </p:nvPr>
        </p:nvSpPr>
        <p:spPr/>
        <p:txBody>
          <a:bodyPr/>
          <a:lstStyle>
            <a:lvl1pPr>
              <a:defRPr/>
            </a:lvl1pPr>
          </a:lstStyle>
          <a:p>
            <a:pPr>
              <a:defRPr/>
            </a:pPr>
            <a:fld id="{7BCBFCE9-FE50-4484-BB27-6C4CC248F8F6}" type="datetimeFigureOut">
              <a:rPr lang="en-US"/>
              <a:pPr>
                <a:defRPr/>
              </a:pPr>
              <a:t>9/20/2025</a:t>
            </a:fld>
            <a:endParaRPr lang="en-US"/>
          </a:p>
        </p:txBody>
      </p:sp>
      <p:sp>
        <p:nvSpPr>
          <p:cNvPr id="9" name="页脚占位符 7">
            <a:extLst>
              <a:ext uri="{FF2B5EF4-FFF2-40B4-BE49-F238E27FC236}">
                <a16:creationId xmlns:a16="http://schemas.microsoft.com/office/drawing/2014/main" id="{3A18C93A-DC0B-3C4D-651B-A1532B3F979C}"/>
              </a:ext>
            </a:extLst>
          </p:cNvPr>
          <p:cNvSpPr>
            <a:spLocks noGrp="1"/>
          </p:cNvSpPr>
          <p:nvPr>
            <p:ph type="ftr" sz="quarter" idx="11"/>
          </p:nvPr>
        </p:nvSpPr>
        <p:spPr/>
        <p:txBody>
          <a:bodyPr/>
          <a:lstStyle>
            <a:lvl1pPr>
              <a:defRPr/>
            </a:lvl1pPr>
          </a:lstStyle>
          <a:p>
            <a:pPr>
              <a:defRPr/>
            </a:pPr>
            <a:endParaRPr lang="zh-CN" altLang="en-US"/>
          </a:p>
        </p:txBody>
      </p:sp>
      <p:sp>
        <p:nvSpPr>
          <p:cNvPr id="10" name="灯片编号占位符 8">
            <a:extLst>
              <a:ext uri="{FF2B5EF4-FFF2-40B4-BE49-F238E27FC236}">
                <a16:creationId xmlns:a16="http://schemas.microsoft.com/office/drawing/2014/main" id="{7AC9843E-8DF4-C5B6-B0FD-36FA67F92C76}"/>
              </a:ext>
            </a:extLst>
          </p:cNvPr>
          <p:cNvSpPr>
            <a:spLocks noGrp="1"/>
          </p:cNvSpPr>
          <p:nvPr>
            <p:ph type="sldNum" sz="quarter" idx="12"/>
          </p:nvPr>
        </p:nvSpPr>
        <p:spPr/>
        <p:txBody>
          <a:bodyPr/>
          <a:lstStyle>
            <a:lvl1pPr>
              <a:defRPr/>
            </a:lvl1pPr>
          </a:lstStyle>
          <a:p>
            <a:pPr>
              <a:defRPr/>
            </a:pPr>
            <a:fld id="{A5FF1DC2-72A1-4529-947C-ECE782C66DE0}" type="slidenum">
              <a:rPr lang="en-US" altLang="zh-CN"/>
              <a:pPr>
                <a:defRPr/>
              </a:pPr>
              <a:t>‹#›</a:t>
            </a:fld>
            <a:endParaRPr lang="zh-CN" altLang="en-US"/>
          </a:p>
        </p:txBody>
      </p:sp>
    </p:spTree>
    <p:extLst>
      <p:ext uri="{BB962C8B-B14F-4D97-AF65-F5344CB8AC3E}">
        <p14:creationId xmlns:p14="http://schemas.microsoft.com/office/powerpoint/2010/main" val="14375029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899A3A-8C51-A556-FF0A-29C5F961967F}"/>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4" name="日期占位符 2">
            <a:extLst>
              <a:ext uri="{FF2B5EF4-FFF2-40B4-BE49-F238E27FC236}">
                <a16:creationId xmlns:a16="http://schemas.microsoft.com/office/drawing/2014/main" id="{4D75CB5B-30E7-57F9-A865-D5C5D7A24970}"/>
              </a:ext>
            </a:extLst>
          </p:cNvPr>
          <p:cNvSpPr>
            <a:spLocks noGrp="1"/>
          </p:cNvSpPr>
          <p:nvPr>
            <p:ph type="dt" sz="half" idx="10"/>
          </p:nvPr>
        </p:nvSpPr>
        <p:spPr/>
        <p:txBody>
          <a:bodyPr/>
          <a:lstStyle>
            <a:lvl1pPr>
              <a:defRPr/>
            </a:lvl1pPr>
          </a:lstStyle>
          <a:p>
            <a:pPr>
              <a:defRPr/>
            </a:pPr>
            <a:fld id="{88A7F282-FF53-4FF7-A019-B4DA74B19BC1}" type="datetimeFigureOut">
              <a:rPr lang="en-US"/>
              <a:pPr>
                <a:defRPr/>
              </a:pPr>
              <a:t>9/20/2025</a:t>
            </a:fld>
            <a:endParaRPr lang="en-US"/>
          </a:p>
        </p:txBody>
      </p:sp>
      <p:sp>
        <p:nvSpPr>
          <p:cNvPr id="5" name="页脚占位符 3">
            <a:extLst>
              <a:ext uri="{FF2B5EF4-FFF2-40B4-BE49-F238E27FC236}">
                <a16:creationId xmlns:a16="http://schemas.microsoft.com/office/drawing/2014/main" id="{BB6723F6-0771-96DE-F971-796B9ADBDBF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D0F6AC72-0B58-CB02-6232-37237780832A}"/>
              </a:ext>
            </a:extLst>
          </p:cNvPr>
          <p:cNvSpPr>
            <a:spLocks noGrp="1"/>
          </p:cNvSpPr>
          <p:nvPr>
            <p:ph type="sldNum" sz="quarter" idx="12"/>
          </p:nvPr>
        </p:nvSpPr>
        <p:spPr/>
        <p:txBody>
          <a:bodyPr/>
          <a:lstStyle>
            <a:lvl1pPr>
              <a:defRPr/>
            </a:lvl1pPr>
          </a:lstStyle>
          <a:p>
            <a:pPr>
              <a:defRPr/>
            </a:pPr>
            <a:fld id="{4CA21333-2496-479B-A5D6-D285D16C2569}" type="slidenum">
              <a:rPr lang="en-US" altLang="zh-CN"/>
              <a:pPr>
                <a:defRPr/>
              </a:pPr>
              <a:t>‹#›</a:t>
            </a:fld>
            <a:endParaRPr lang="zh-CN" altLang="en-US"/>
          </a:p>
        </p:txBody>
      </p:sp>
    </p:spTree>
    <p:extLst>
      <p:ext uri="{BB962C8B-B14F-4D97-AF65-F5344CB8AC3E}">
        <p14:creationId xmlns:p14="http://schemas.microsoft.com/office/powerpoint/2010/main" val="34591987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F498C7C-5DF7-36DA-E7DC-B53021F0F805}"/>
              </a:ext>
            </a:extLst>
          </p:cNvPr>
          <p:cNvSpPr>
            <a:spLocks noGrp="1"/>
          </p:cNvSpPr>
          <p:nvPr>
            <p:ph type="dt" sz="half" idx="10"/>
          </p:nvPr>
        </p:nvSpPr>
        <p:spPr/>
        <p:txBody>
          <a:bodyPr/>
          <a:lstStyle>
            <a:lvl1pPr>
              <a:defRPr/>
            </a:lvl1pPr>
          </a:lstStyle>
          <a:p>
            <a:pPr>
              <a:defRPr/>
            </a:pPr>
            <a:fld id="{C983CBA3-1D1A-4B6B-8220-6163FF5FD2BF}" type="datetimeFigureOut">
              <a:rPr lang="en-US"/>
              <a:pPr>
                <a:defRPr/>
              </a:pPr>
              <a:t>9/20/2025</a:t>
            </a:fld>
            <a:endParaRPr lang="en-US"/>
          </a:p>
        </p:txBody>
      </p:sp>
      <p:sp>
        <p:nvSpPr>
          <p:cNvPr id="3" name="页脚占位符 2">
            <a:extLst>
              <a:ext uri="{FF2B5EF4-FFF2-40B4-BE49-F238E27FC236}">
                <a16:creationId xmlns:a16="http://schemas.microsoft.com/office/drawing/2014/main" id="{6EE6B983-2368-A5D6-14CF-D3519F4B142B}"/>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3">
            <a:extLst>
              <a:ext uri="{FF2B5EF4-FFF2-40B4-BE49-F238E27FC236}">
                <a16:creationId xmlns:a16="http://schemas.microsoft.com/office/drawing/2014/main" id="{54FC41A6-AB19-D8C1-153A-12DCCD313063}"/>
              </a:ext>
            </a:extLst>
          </p:cNvPr>
          <p:cNvSpPr>
            <a:spLocks noGrp="1"/>
          </p:cNvSpPr>
          <p:nvPr>
            <p:ph type="sldNum" sz="quarter" idx="12"/>
          </p:nvPr>
        </p:nvSpPr>
        <p:spPr/>
        <p:txBody>
          <a:bodyPr/>
          <a:lstStyle>
            <a:lvl1pPr>
              <a:defRPr/>
            </a:lvl1pPr>
          </a:lstStyle>
          <a:p>
            <a:pPr>
              <a:defRPr/>
            </a:pPr>
            <a:fld id="{C2397E9D-71A9-4EFE-BF28-4103E11B8610}" type="slidenum">
              <a:rPr lang="en-US" altLang="zh-CN"/>
              <a:pPr>
                <a:defRPr/>
              </a:pPr>
              <a:t>‹#›</a:t>
            </a:fld>
            <a:endParaRPr lang="zh-CN" altLang="en-US"/>
          </a:p>
        </p:txBody>
      </p:sp>
    </p:spTree>
    <p:extLst>
      <p:ext uri="{BB962C8B-B14F-4D97-AF65-F5344CB8AC3E}">
        <p14:creationId xmlns:p14="http://schemas.microsoft.com/office/powerpoint/2010/main" val="2727508399"/>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396342B-E0A7-CE2C-5D64-7261F7EF2884}"/>
              </a:ext>
            </a:extLst>
          </p:cNvPr>
          <p:cNvSpPr/>
          <p:nvPr/>
        </p:nvSpPr>
        <p:spPr>
          <a:xfrm>
            <a:off x="3714751" y="1054101"/>
            <a:ext cx="7871883"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a:xfrm>
            <a:off x="3714734" y="228600"/>
            <a:ext cx="7867669" cy="842946"/>
          </a:xfrm>
        </p:spPr>
        <p:txBody>
          <a:bodyPr anchor="b"/>
          <a:lstStyle>
            <a:lvl1pPr algn="ctr">
              <a:defRPr sz="2800" b="0"/>
            </a:lvl1pPr>
          </a:lstStyle>
          <a:p>
            <a:r>
              <a:rPr lang="zh-CN" altLang="en-US"/>
              <a:t>单击此处编辑母版标题样式</a:t>
            </a:r>
            <a:endParaRPr lang="en-US"/>
          </a:p>
        </p:txBody>
      </p:sp>
      <p:sp>
        <p:nvSpPr>
          <p:cNvPr id="3" name="内容占位符 2"/>
          <p:cNvSpPr>
            <a:spLocks noGrp="1"/>
          </p:cNvSpPr>
          <p:nvPr>
            <p:ph idx="1"/>
          </p:nvPr>
        </p:nvSpPr>
        <p:spPr>
          <a:xfrm>
            <a:off x="3714733" y="1142984"/>
            <a:ext cx="7867667"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7" y="1142984"/>
            <a:ext cx="3009877"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a:extLst>
              <a:ext uri="{FF2B5EF4-FFF2-40B4-BE49-F238E27FC236}">
                <a16:creationId xmlns:a16="http://schemas.microsoft.com/office/drawing/2014/main" id="{D061A8F6-F345-7C48-FB18-2C7FCE901BE6}"/>
              </a:ext>
            </a:extLst>
          </p:cNvPr>
          <p:cNvSpPr>
            <a:spLocks noGrp="1"/>
          </p:cNvSpPr>
          <p:nvPr>
            <p:ph type="dt" sz="half" idx="10"/>
          </p:nvPr>
        </p:nvSpPr>
        <p:spPr/>
        <p:txBody>
          <a:bodyPr/>
          <a:lstStyle>
            <a:lvl1pPr>
              <a:defRPr/>
            </a:lvl1pPr>
          </a:lstStyle>
          <a:p>
            <a:pPr>
              <a:defRPr/>
            </a:pPr>
            <a:fld id="{A96A2187-3615-48D7-8D4F-6461463438BC}" type="datetimeFigureOut">
              <a:rPr lang="en-US"/>
              <a:pPr>
                <a:defRPr/>
              </a:pPr>
              <a:t>9/20/2025</a:t>
            </a:fld>
            <a:endParaRPr lang="en-US"/>
          </a:p>
        </p:txBody>
      </p:sp>
      <p:sp>
        <p:nvSpPr>
          <p:cNvPr id="7" name="页脚占位符 5">
            <a:extLst>
              <a:ext uri="{FF2B5EF4-FFF2-40B4-BE49-F238E27FC236}">
                <a16:creationId xmlns:a16="http://schemas.microsoft.com/office/drawing/2014/main" id="{E70FFA36-1F62-D4AF-E877-8BBC5895D0AE}"/>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6">
            <a:extLst>
              <a:ext uri="{FF2B5EF4-FFF2-40B4-BE49-F238E27FC236}">
                <a16:creationId xmlns:a16="http://schemas.microsoft.com/office/drawing/2014/main" id="{13744633-90A7-5903-AA09-C34C320C71F3}"/>
              </a:ext>
            </a:extLst>
          </p:cNvPr>
          <p:cNvSpPr>
            <a:spLocks noGrp="1"/>
          </p:cNvSpPr>
          <p:nvPr>
            <p:ph type="sldNum" sz="quarter" idx="12"/>
          </p:nvPr>
        </p:nvSpPr>
        <p:spPr/>
        <p:txBody>
          <a:bodyPr/>
          <a:lstStyle>
            <a:lvl1pPr>
              <a:defRPr/>
            </a:lvl1pPr>
          </a:lstStyle>
          <a:p>
            <a:pPr>
              <a:defRPr/>
            </a:pPr>
            <a:fld id="{5D9BCA9A-E07C-4E45-9D69-BE21D3DDC67A}" type="slidenum">
              <a:rPr lang="en-US" altLang="zh-CN"/>
              <a:pPr>
                <a:defRPr/>
              </a:pPr>
              <a:t>‹#›</a:t>
            </a:fld>
            <a:endParaRPr lang="zh-CN" altLang="en-US"/>
          </a:p>
        </p:txBody>
      </p:sp>
    </p:spTree>
    <p:extLst>
      <p:ext uri="{BB962C8B-B14F-4D97-AF65-F5344CB8AC3E}">
        <p14:creationId xmlns:p14="http://schemas.microsoft.com/office/powerpoint/2010/main" val="5458252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1200" y="304800"/>
            <a:ext cx="8534400" cy="685800"/>
          </a:xfrm>
        </p:spPr>
        <p:txBody>
          <a:bodyPr/>
          <a:lstStyle>
            <a:lvl1pPr algn="l">
              <a:defRPr sz="2400" b="0"/>
            </a:lvl1pPr>
          </a:lstStyle>
          <a:p>
            <a:r>
              <a:rPr lang="zh-CN" altLang="en-US"/>
              <a:t>单击此处编辑母版标题样式</a:t>
            </a:r>
            <a:endParaRPr lang="en-US"/>
          </a:p>
        </p:txBody>
      </p:sp>
      <p:sp>
        <p:nvSpPr>
          <p:cNvPr id="3" name="图片占位符 2"/>
          <p:cNvSpPr>
            <a:spLocks noGrp="1"/>
          </p:cNvSpPr>
          <p:nvPr>
            <p:ph type="pic" idx="1"/>
          </p:nvPr>
        </p:nvSpPr>
        <p:spPr>
          <a:xfrm>
            <a:off x="935403" y="1143000"/>
            <a:ext cx="9630997"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3149600" y="5410200"/>
            <a:ext cx="7543851"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576CFD8B-3D04-C2E2-A365-E8D054A7F667}"/>
              </a:ext>
            </a:extLst>
          </p:cNvPr>
          <p:cNvSpPr>
            <a:spLocks noGrp="1"/>
          </p:cNvSpPr>
          <p:nvPr>
            <p:ph type="dt" sz="half" idx="10"/>
          </p:nvPr>
        </p:nvSpPr>
        <p:spPr/>
        <p:txBody>
          <a:bodyPr/>
          <a:lstStyle>
            <a:lvl1pPr>
              <a:defRPr/>
            </a:lvl1pPr>
          </a:lstStyle>
          <a:p>
            <a:pPr>
              <a:defRPr/>
            </a:pPr>
            <a:fld id="{3A6B7051-8EE6-4D25-A692-C73D744C7B04}" type="datetimeFigureOut">
              <a:rPr lang="en-US"/>
              <a:pPr>
                <a:defRPr/>
              </a:pPr>
              <a:t>9/20/2025</a:t>
            </a:fld>
            <a:endParaRPr lang="en-US"/>
          </a:p>
        </p:txBody>
      </p:sp>
      <p:sp>
        <p:nvSpPr>
          <p:cNvPr id="6" name="页脚占位符 5">
            <a:extLst>
              <a:ext uri="{FF2B5EF4-FFF2-40B4-BE49-F238E27FC236}">
                <a16:creationId xmlns:a16="http://schemas.microsoft.com/office/drawing/2014/main" id="{5AC12854-F577-4026-4B23-9501BE782E89}"/>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8B2D0771-7C25-878A-5384-7A6A74CDA2CF}"/>
              </a:ext>
            </a:extLst>
          </p:cNvPr>
          <p:cNvSpPr>
            <a:spLocks noGrp="1"/>
          </p:cNvSpPr>
          <p:nvPr>
            <p:ph type="sldNum" sz="quarter" idx="12"/>
          </p:nvPr>
        </p:nvSpPr>
        <p:spPr/>
        <p:txBody>
          <a:bodyPr/>
          <a:lstStyle>
            <a:lvl1pPr>
              <a:defRPr/>
            </a:lvl1pPr>
          </a:lstStyle>
          <a:p>
            <a:pPr>
              <a:defRPr/>
            </a:pPr>
            <a:fld id="{950DBA09-8BEF-4824-983F-FA47F5E88B1C}" type="slidenum">
              <a:rPr lang="en-US" altLang="zh-CN"/>
              <a:pPr>
                <a:defRPr/>
              </a:pPr>
              <a:t>‹#›</a:t>
            </a:fld>
            <a:endParaRPr lang="zh-CN" altLang="en-US"/>
          </a:p>
        </p:txBody>
      </p:sp>
    </p:spTree>
    <p:extLst>
      <p:ext uri="{BB962C8B-B14F-4D97-AF65-F5344CB8AC3E}">
        <p14:creationId xmlns:p14="http://schemas.microsoft.com/office/powerpoint/2010/main" val="3619707680"/>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F47848E-BDB7-0128-569A-CC63540444C4}"/>
              </a:ext>
            </a:extLst>
          </p:cNvPr>
          <p:cNvSpPr/>
          <p:nvPr/>
        </p:nvSpPr>
        <p:spPr>
          <a:xfrm>
            <a:off x="609600" y="1411288"/>
            <a:ext cx="109728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a:extLst>
              <a:ext uri="{FF2B5EF4-FFF2-40B4-BE49-F238E27FC236}">
                <a16:creationId xmlns:a16="http://schemas.microsoft.com/office/drawing/2014/main" id="{64BEB602-F85B-FA86-385B-4B2796848C4F}"/>
              </a:ext>
            </a:extLst>
          </p:cNvPr>
          <p:cNvSpPr>
            <a:spLocks noGrp="1"/>
          </p:cNvSpPr>
          <p:nvPr>
            <p:ph type="dt" sz="half" idx="10"/>
          </p:nvPr>
        </p:nvSpPr>
        <p:spPr/>
        <p:txBody>
          <a:bodyPr/>
          <a:lstStyle>
            <a:lvl1pPr>
              <a:defRPr/>
            </a:lvl1pPr>
          </a:lstStyle>
          <a:p>
            <a:pPr>
              <a:defRPr/>
            </a:pPr>
            <a:fld id="{B9F408D7-D62F-42F5-A5A5-925C73AC7BAB}" type="datetimeFigureOut">
              <a:rPr lang="en-US"/>
              <a:pPr>
                <a:defRPr/>
              </a:pPr>
              <a:t>9/20/2025</a:t>
            </a:fld>
            <a:endParaRPr lang="en-US"/>
          </a:p>
        </p:txBody>
      </p:sp>
      <p:sp>
        <p:nvSpPr>
          <p:cNvPr id="6" name="页脚占位符 4">
            <a:extLst>
              <a:ext uri="{FF2B5EF4-FFF2-40B4-BE49-F238E27FC236}">
                <a16:creationId xmlns:a16="http://schemas.microsoft.com/office/drawing/2014/main" id="{9EAD6552-6855-DEB8-E4B2-EF0CAAAE56E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232FD20-5127-3DED-0482-FCD25802E9FD}"/>
              </a:ext>
            </a:extLst>
          </p:cNvPr>
          <p:cNvSpPr>
            <a:spLocks noGrp="1"/>
          </p:cNvSpPr>
          <p:nvPr>
            <p:ph type="sldNum" sz="quarter" idx="12"/>
          </p:nvPr>
        </p:nvSpPr>
        <p:spPr/>
        <p:txBody>
          <a:bodyPr/>
          <a:lstStyle>
            <a:lvl1pPr>
              <a:defRPr/>
            </a:lvl1pPr>
          </a:lstStyle>
          <a:p>
            <a:pPr>
              <a:defRPr/>
            </a:pPr>
            <a:fld id="{5AFFA6C7-5067-4807-A7F9-3EA0C777BB58}" type="slidenum">
              <a:rPr lang="en-US" altLang="zh-CN"/>
              <a:pPr>
                <a:defRPr/>
              </a:pPr>
              <a:t>‹#›</a:t>
            </a:fld>
            <a:endParaRPr lang="zh-CN" altLang="en-US"/>
          </a:p>
        </p:txBody>
      </p:sp>
    </p:spTree>
    <p:extLst>
      <p:ext uri="{BB962C8B-B14F-4D97-AF65-F5344CB8AC3E}">
        <p14:creationId xmlns:p14="http://schemas.microsoft.com/office/powerpoint/2010/main" val="4965534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620275" y="274638"/>
            <a:ext cx="1962125" cy="6011882"/>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600" y="274638"/>
            <a:ext cx="8915424" cy="601188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A578F609-F964-1BA7-0ABD-FF82CCE75909}"/>
              </a:ext>
            </a:extLst>
          </p:cNvPr>
          <p:cNvSpPr>
            <a:spLocks noGrp="1"/>
          </p:cNvSpPr>
          <p:nvPr>
            <p:ph type="dt" sz="half" idx="10"/>
          </p:nvPr>
        </p:nvSpPr>
        <p:spPr/>
        <p:txBody>
          <a:bodyPr/>
          <a:lstStyle>
            <a:lvl1pPr>
              <a:defRPr/>
            </a:lvl1pPr>
          </a:lstStyle>
          <a:p>
            <a:pPr>
              <a:defRPr/>
            </a:pPr>
            <a:fld id="{6AC0D5F9-9349-476D-B9DF-AA77312E4A8B}" type="datetimeFigureOut">
              <a:rPr lang="en-US"/>
              <a:pPr>
                <a:defRPr/>
              </a:pPr>
              <a:t>9/20/2025</a:t>
            </a:fld>
            <a:endParaRPr lang="en-US"/>
          </a:p>
        </p:txBody>
      </p:sp>
      <p:sp>
        <p:nvSpPr>
          <p:cNvPr id="5" name="页脚占位符 4">
            <a:extLst>
              <a:ext uri="{FF2B5EF4-FFF2-40B4-BE49-F238E27FC236}">
                <a16:creationId xmlns:a16="http://schemas.microsoft.com/office/drawing/2014/main" id="{209C075C-A45B-2788-81CE-017001012C6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7A5F425-EF50-966A-07B0-6D7F564A84C9}"/>
              </a:ext>
            </a:extLst>
          </p:cNvPr>
          <p:cNvSpPr>
            <a:spLocks noGrp="1"/>
          </p:cNvSpPr>
          <p:nvPr>
            <p:ph type="sldNum" sz="quarter" idx="12"/>
          </p:nvPr>
        </p:nvSpPr>
        <p:spPr/>
        <p:txBody>
          <a:bodyPr/>
          <a:lstStyle>
            <a:lvl1pPr>
              <a:defRPr/>
            </a:lvl1pPr>
          </a:lstStyle>
          <a:p>
            <a:pPr>
              <a:defRPr/>
            </a:pPr>
            <a:fld id="{3DE4B141-F44F-47FB-AAD1-1CA0218D62D7}" type="slidenum">
              <a:rPr lang="en-US" altLang="zh-CN"/>
              <a:pPr>
                <a:defRPr/>
              </a:pPr>
              <a:t>‹#›</a:t>
            </a:fld>
            <a:endParaRPr lang="zh-CN" altLang="en-US"/>
          </a:p>
        </p:txBody>
      </p:sp>
    </p:spTree>
    <p:extLst>
      <p:ext uri="{BB962C8B-B14F-4D97-AF65-F5344CB8AC3E}">
        <p14:creationId xmlns:p14="http://schemas.microsoft.com/office/powerpoint/2010/main" val="3223359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BDC38D-D2FD-B382-A0A0-DEC892D0BD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0D630D2-FB29-B012-FB78-A140DB8504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66C7FA-A2E9-3281-4878-6D2F9BB300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A68FC9-E703-4F80-8959-49D714AE8BB4}" type="datetimeFigureOut">
              <a:rPr lang="zh-CN" altLang="en-US" smtClean="0"/>
              <a:t>2025/9/20</a:t>
            </a:fld>
            <a:endParaRPr lang="zh-CN" altLang="en-US"/>
          </a:p>
        </p:txBody>
      </p:sp>
      <p:sp>
        <p:nvSpPr>
          <p:cNvPr id="5" name="页脚占位符 4">
            <a:extLst>
              <a:ext uri="{FF2B5EF4-FFF2-40B4-BE49-F238E27FC236}">
                <a16:creationId xmlns:a16="http://schemas.microsoft.com/office/drawing/2014/main" id="{7516875E-A690-CD46-6445-B7C6BAF40A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E01C986-B23A-652D-005A-89F75664D1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9CD98B-A489-4BA4-A32D-60E213C73115}" type="slidenum">
              <a:rPr lang="zh-CN" altLang="en-US" smtClean="0"/>
              <a:t>‹#›</a:t>
            </a:fld>
            <a:endParaRPr lang="zh-CN" altLang="en-US"/>
          </a:p>
        </p:txBody>
      </p:sp>
    </p:spTree>
    <p:extLst>
      <p:ext uri="{BB962C8B-B14F-4D97-AF65-F5344CB8AC3E}">
        <p14:creationId xmlns:p14="http://schemas.microsoft.com/office/powerpoint/2010/main" val="2650629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F82C76C-9457-84C9-943D-2D859FF39D09}"/>
              </a:ext>
            </a:extLst>
          </p:cNvPr>
          <p:cNvSpPr>
            <a:spLocks noGrp="1" noRot="1" noChangeArrowheads="1"/>
          </p:cNvSpPr>
          <p:nvPr>
            <p:ph type="title"/>
          </p:nvPr>
        </p:nvSpPr>
        <p:spPr bwMode="auto">
          <a:xfrm>
            <a:off x="402167" y="609600"/>
            <a:ext cx="113876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1D4D868-050E-F08B-FE23-4C73B5E55B21}"/>
              </a:ext>
            </a:extLst>
          </p:cNvPr>
          <p:cNvSpPr>
            <a:spLocks noGrp="1" noRot="1" noChangeArrowheads="1"/>
          </p:cNvSpPr>
          <p:nvPr>
            <p:ph type="body" idx="1"/>
          </p:nvPr>
        </p:nvSpPr>
        <p:spPr bwMode="auto">
          <a:xfrm>
            <a:off x="402167" y="1905001"/>
            <a:ext cx="11387667"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148" name="Rectangle 4">
            <a:extLst>
              <a:ext uri="{FF2B5EF4-FFF2-40B4-BE49-F238E27FC236}">
                <a16:creationId xmlns:a16="http://schemas.microsoft.com/office/drawing/2014/main" id="{05AB303F-9795-8D09-BD46-AB85A7D20B19}"/>
              </a:ext>
            </a:extLst>
          </p:cNvPr>
          <p:cNvSpPr>
            <a:spLocks noGrp="1" noChangeArrowheads="1"/>
          </p:cNvSpPr>
          <p:nvPr>
            <p:ph type="dt" sz="half" idx="2"/>
          </p:nvPr>
        </p:nvSpPr>
        <p:spPr bwMode="auto">
          <a:xfrm>
            <a:off x="402167" y="6245225"/>
            <a:ext cx="305223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400" b="0">
                <a:solidFill>
                  <a:schemeClr val="tx1"/>
                </a:solidFill>
                <a:latin typeface="+mn-lt"/>
                <a:ea typeface="宋体" pitchFamily="2" charset="-122"/>
              </a:defRPr>
            </a:lvl1pPr>
          </a:lstStyle>
          <a:p>
            <a:pPr>
              <a:defRPr/>
            </a:pPr>
            <a:endParaRPr lang="en-US" altLang="zh-CN"/>
          </a:p>
        </p:txBody>
      </p:sp>
      <p:sp>
        <p:nvSpPr>
          <p:cNvPr id="6149" name="Rectangle 5">
            <a:extLst>
              <a:ext uri="{FF2B5EF4-FFF2-40B4-BE49-F238E27FC236}">
                <a16:creationId xmlns:a16="http://schemas.microsoft.com/office/drawing/2014/main" id="{5DB40598-5ABC-2CF1-D708-B08F1AB46B70}"/>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0">
                <a:solidFill>
                  <a:schemeClr val="tx1"/>
                </a:solidFill>
                <a:latin typeface="+mn-lt"/>
                <a:ea typeface="宋体" pitchFamily="2" charset="-122"/>
              </a:defRPr>
            </a:lvl1pPr>
          </a:lstStyle>
          <a:p>
            <a:pPr>
              <a:defRPr/>
            </a:pPr>
            <a:endParaRPr lang="en-US" altLang="zh-CN"/>
          </a:p>
        </p:txBody>
      </p:sp>
      <p:sp>
        <p:nvSpPr>
          <p:cNvPr id="6150" name="Rectangle 6">
            <a:extLst>
              <a:ext uri="{FF2B5EF4-FFF2-40B4-BE49-F238E27FC236}">
                <a16:creationId xmlns:a16="http://schemas.microsoft.com/office/drawing/2014/main" id="{6CB7625B-4F8E-BF98-C31A-7EF211B160D4}"/>
              </a:ext>
            </a:extLst>
          </p:cNvPr>
          <p:cNvSpPr>
            <a:spLocks noGrp="1" noChangeArrowheads="1"/>
          </p:cNvSpPr>
          <p:nvPr>
            <p:ph type="sldNum" sz="quarter" idx="4"/>
          </p:nvPr>
        </p:nvSpPr>
        <p:spPr bwMode="auto">
          <a:xfrm>
            <a:off x="8737601" y="6245225"/>
            <a:ext cx="305223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Arial" panose="020B0604020202020204" pitchFamily="34" charset="0"/>
              </a:defRPr>
            </a:lvl1pPr>
          </a:lstStyle>
          <a:p>
            <a:pPr>
              <a:defRPr/>
            </a:pPr>
            <a:fld id="{034A9381-AEA3-4F6F-AF45-98266C248844}" type="slidenum">
              <a:rPr lang="en-US" altLang="zh-CN"/>
              <a:pPr>
                <a:defRPr/>
              </a:pPr>
              <a:t>‹#›</a:t>
            </a:fld>
            <a:endParaRPr lang="en-US" altLang="zh-CN"/>
          </a:p>
        </p:txBody>
      </p:sp>
    </p:spTree>
    <p:extLst>
      <p:ext uri="{BB962C8B-B14F-4D97-AF65-F5344CB8AC3E}">
        <p14:creationId xmlns:p14="http://schemas.microsoft.com/office/powerpoint/2010/main" val="231604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3F20765-D685-3019-25F1-AE4498D23A49}"/>
              </a:ext>
            </a:extLst>
          </p:cNvPr>
          <p:cNvSpPr>
            <a:spLocks noGrp="1" noRot="1" noChangeArrowheads="1"/>
          </p:cNvSpPr>
          <p:nvPr>
            <p:ph type="title"/>
          </p:nvPr>
        </p:nvSpPr>
        <p:spPr bwMode="auto">
          <a:xfrm>
            <a:off x="402167" y="609600"/>
            <a:ext cx="113876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123" name="Rectangle 3">
            <a:extLst>
              <a:ext uri="{FF2B5EF4-FFF2-40B4-BE49-F238E27FC236}">
                <a16:creationId xmlns:a16="http://schemas.microsoft.com/office/drawing/2014/main" id="{33C98913-047C-34E2-65F7-A7C3B14DF664}"/>
              </a:ext>
            </a:extLst>
          </p:cNvPr>
          <p:cNvSpPr>
            <a:spLocks noGrp="1" noRot="1" noChangeArrowheads="1"/>
          </p:cNvSpPr>
          <p:nvPr>
            <p:ph type="body" idx="1"/>
          </p:nvPr>
        </p:nvSpPr>
        <p:spPr bwMode="auto">
          <a:xfrm>
            <a:off x="402167" y="1905001"/>
            <a:ext cx="11387667"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0" name="Rectangle 4">
            <a:extLst>
              <a:ext uri="{FF2B5EF4-FFF2-40B4-BE49-F238E27FC236}">
                <a16:creationId xmlns:a16="http://schemas.microsoft.com/office/drawing/2014/main" id="{A91B617E-2206-CFC6-5435-DBC123BD8A3E}"/>
              </a:ext>
            </a:extLst>
          </p:cNvPr>
          <p:cNvSpPr>
            <a:spLocks noGrp="1" noChangeArrowheads="1"/>
          </p:cNvSpPr>
          <p:nvPr>
            <p:ph type="dt" sz="half" idx="2"/>
          </p:nvPr>
        </p:nvSpPr>
        <p:spPr bwMode="auto">
          <a:xfrm>
            <a:off x="402167" y="6245225"/>
            <a:ext cx="305223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400" b="0">
                <a:solidFill>
                  <a:schemeClr val="tx1"/>
                </a:solidFill>
                <a:latin typeface="+mn-lt"/>
                <a:ea typeface="+mn-ea"/>
                <a:cs typeface="+mn-cs"/>
              </a:defRPr>
            </a:lvl1pPr>
          </a:lstStyle>
          <a:p>
            <a:pPr>
              <a:defRPr/>
            </a:pPr>
            <a:endParaRPr lang="en-US" altLang="zh-CN"/>
          </a:p>
        </p:txBody>
      </p:sp>
      <p:sp>
        <p:nvSpPr>
          <p:cNvPr id="60421" name="Rectangle 5">
            <a:extLst>
              <a:ext uri="{FF2B5EF4-FFF2-40B4-BE49-F238E27FC236}">
                <a16:creationId xmlns:a16="http://schemas.microsoft.com/office/drawing/2014/main" id="{D7A225E4-500C-2C50-AE10-C5EFCB9302DA}"/>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0">
                <a:solidFill>
                  <a:schemeClr val="tx1"/>
                </a:solidFill>
                <a:latin typeface="+mn-lt"/>
                <a:ea typeface="+mn-ea"/>
                <a:cs typeface="+mn-cs"/>
              </a:defRPr>
            </a:lvl1pPr>
          </a:lstStyle>
          <a:p>
            <a:pPr>
              <a:defRPr/>
            </a:pPr>
            <a:endParaRPr lang="en-US" altLang="zh-CN"/>
          </a:p>
        </p:txBody>
      </p:sp>
      <p:sp>
        <p:nvSpPr>
          <p:cNvPr id="60422" name="Rectangle 6">
            <a:extLst>
              <a:ext uri="{FF2B5EF4-FFF2-40B4-BE49-F238E27FC236}">
                <a16:creationId xmlns:a16="http://schemas.microsoft.com/office/drawing/2014/main" id="{C2D6AD48-953E-8E98-A50A-FA4F40D308A1}"/>
              </a:ext>
            </a:extLst>
          </p:cNvPr>
          <p:cNvSpPr>
            <a:spLocks noGrp="1" noChangeArrowheads="1"/>
          </p:cNvSpPr>
          <p:nvPr>
            <p:ph type="sldNum" sz="quarter" idx="4"/>
          </p:nvPr>
        </p:nvSpPr>
        <p:spPr bwMode="auto">
          <a:xfrm>
            <a:off x="8737601" y="6245225"/>
            <a:ext cx="305223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Arial" panose="020B0604020202020204" pitchFamily="34" charset="0"/>
                <a:ea typeface="宋体" panose="02010600030101010101" pitchFamily="2" charset="-122"/>
              </a:defRPr>
            </a:lvl1pPr>
          </a:lstStyle>
          <a:p>
            <a:pPr>
              <a:defRPr/>
            </a:pPr>
            <a:fld id="{37E791B8-27E4-464D-B7F4-9CED804B4A5E}" type="slidenum">
              <a:rPr lang="en-US" altLang="zh-CN"/>
              <a:pPr>
                <a:defRPr/>
              </a:pPr>
              <a:t>‹#›</a:t>
            </a:fld>
            <a:endParaRPr lang="en-US" altLang="zh-CN"/>
          </a:p>
        </p:txBody>
      </p:sp>
    </p:spTree>
    <p:extLst>
      <p:ext uri="{BB962C8B-B14F-4D97-AF65-F5344CB8AC3E}">
        <p14:creationId xmlns:p14="http://schemas.microsoft.com/office/powerpoint/2010/main" val="10384644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93D1F3D-C3DB-825B-B107-9016085697F8}"/>
              </a:ext>
            </a:extLst>
          </p:cNvPr>
          <p:cNvSpPr>
            <a:spLocks noGrp="1" noChangeArrowheads="1"/>
          </p:cNvSpPr>
          <p:nvPr>
            <p:ph type="title"/>
          </p:nvPr>
        </p:nvSpPr>
        <p:spPr bwMode="auto">
          <a:xfrm>
            <a:off x="624417" y="-98425"/>
            <a:ext cx="109728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C1E6B63-2A73-E229-663C-4191664421BD}"/>
              </a:ext>
            </a:extLst>
          </p:cNvPr>
          <p:cNvSpPr>
            <a:spLocks noGrp="1" noChangeArrowheads="1"/>
          </p:cNvSpPr>
          <p:nvPr>
            <p:ph type="body" idx="1"/>
          </p:nvPr>
        </p:nvSpPr>
        <p:spPr bwMode="auto">
          <a:xfrm>
            <a:off x="46567" y="1052514"/>
            <a:ext cx="11906251"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Line 7">
            <a:extLst>
              <a:ext uri="{FF2B5EF4-FFF2-40B4-BE49-F238E27FC236}">
                <a16:creationId xmlns:a16="http://schemas.microsoft.com/office/drawing/2014/main" id="{73C52A44-6106-4E06-3956-10B81EDE3537}"/>
              </a:ext>
            </a:extLst>
          </p:cNvPr>
          <p:cNvSpPr>
            <a:spLocks noChangeShapeType="1"/>
          </p:cNvSpPr>
          <p:nvPr/>
        </p:nvSpPr>
        <p:spPr bwMode="auto">
          <a:xfrm>
            <a:off x="0" y="765175"/>
            <a:ext cx="121920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Tree>
    <p:extLst>
      <p:ext uri="{BB962C8B-B14F-4D97-AF65-F5344CB8AC3E}">
        <p14:creationId xmlns:p14="http://schemas.microsoft.com/office/powerpoint/2010/main" val="274233422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 calcmode="lin" valueType="num">
                                      <p:cBhvr additive="base">
                                        <p:cTn id="7" dur="500" fill="hold"/>
                                        <p:tgtEl>
                                          <p:spTgt spid="1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7">
                                            <p:txEl>
                                              <p:pRg st="1" end="1"/>
                                            </p:txEl>
                                          </p:spTgt>
                                        </p:tgtEl>
                                        <p:attrNameLst>
                                          <p:attrName>style.visibility</p:attrName>
                                        </p:attrNameLst>
                                      </p:cBhvr>
                                      <p:to>
                                        <p:strVal val="visible"/>
                                      </p:to>
                                    </p:set>
                                    <p:anim calcmode="lin" valueType="num">
                                      <p:cBhvr additive="base">
                                        <p:cTn id="13" dur="500" fill="hold"/>
                                        <p:tgtEl>
                                          <p:spTgt spid="10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7">
                                            <p:txEl>
                                              <p:pRg st="2" end="2"/>
                                            </p:txEl>
                                          </p:spTgt>
                                        </p:tgtEl>
                                        <p:attrNameLst>
                                          <p:attrName>style.visibility</p:attrName>
                                        </p:attrNameLst>
                                      </p:cBhvr>
                                      <p:to>
                                        <p:strVal val="visible"/>
                                      </p:to>
                                    </p:set>
                                    <p:anim calcmode="lin" valueType="num">
                                      <p:cBhvr additive="base">
                                        <p:cTn id="19" dur="500" fill="hold"/>
                                        <p:tgtEl>
                                          <p:spTgt spid="10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27">
                                            <p:txEl>
                                              <p:pRg st="3" end="3"/>
                                            </p:txEl>
                                          </p:spTgt>
                                        </p:tgtEl>
                                        <p:attrNameLst>
                                          <p:attrName>style.visibility</p:attrName>
                                        </p:attrNameLst>
                                      </p:cBhvr>
                                      <p:to>
                                        <p:strVal val="visible"/>
                                      </p:to>
                                    </p:set>
                                    <p:anim calcmode="lin" valueType="num">
                                      <p:cBhvr additive="base">
                                        <p:cTn id="23" dur="500" fill="hold"/>
                                        <p:tgtEl>
                                          <p:spTgt spid="102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2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27">
                                            <p:txEl>
                                              <p:pRg st="4" end="4"/>
                                            </p:txEl>
                                          </p:spTgt>
                                        </p:tgtEl>
                                        <p:attrNameLst>
                                          <p:attrName>style.visibility</p:attrName>
                                        </p:attrNameLst>
                                      </p:cBhvr>
                                      <p:to>
                                        <p:strVal val="visible"/>
                                      </p:to>
                                    </p:set>
                                    <p:anim calcmode="lin" valueType="num">
                                      <p:cBhvr additive="base">
                                        <p:cTn id="27" dur="500" fill="hold"/>
                                        <p:tgtEl>
                                          <p:spTgt spid="102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3">
        <p:tmplLst>
          <p:tmpl lvl="1">
            <p:tnLst>
              <p:par>
                <p:cTn presetID="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fill="hold"/>
                        <p:tgtEl>
                          <p:spTgt spid="1027"/>
                        </p:tgtEl>
                        <p:attrNameLst>
                          <p:attrName>ppt_x</p:attrName>
                        </p:attrNameLst>
                      </p:cBhvr>
                      <p:tavLst>
                        <p:tav tm="0">
                          <p:val>
                            <p:strVal val="#ppt_x"/>
                          </p:val>
                        </p:tav>
                        <p:tav tm="100000">
                          <p:val>
                            <p:strVal val="#ppt_x"/>
                          </p:val>
                        </p:tav>
                      </p:tavLst>
                    </p:anim>
                    <p:anim calcmode="lin" valueType="num">
                      <p:cBhvr additive="base">
                        <p:cTn dur="500" fill="hold"/>
                        <p:tgtEl>
                          <p:spTgt spid="1027"/>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fill="hold"/>
                        <p:tgtEl>
                          <p:spTgt spid="1027"/>
                        </p:tgtEl>
                        <p:attrNameLst>
                          <p:attrName>ppt_x</p:attrName>
                        </p:attrNameLst>
                      </p:cBhvr>
                      <p:tavLst>
                        <p:tav tm="0">
                          <p:val>
                            <p:strVal val="#ppt_x"/>
                          </p:val>
                        </p:tav>
                        <p:tav tm="100000">
                          <p:val>
                            <p:strVal val="#ppt_x"/>
                          </p:val>
                        </p:tav>
                      </p:tavLst>
                    </p:anim>
                    <p:anim calcmode="lin" valueType="num">
                      <p:cBhvr additive="base">
                        <p:cTn dur="500" fill="hold"/>
                        <p:tgtEl>
                          <p:spTgt spid="1027"/>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fill="hold"/>
                        <p:tgtEl>
                          <p:spTgt spid="1027"/>
                        </p:tgtEl>
                        <p:attrNameLst>
                          <p:attrName>ppt_x</p:attrName>
                        </p:attrNameLst>
                      </p:cBhvr>
                      <p:tavLst>
                        <p:tav tm="0">
                          <p:val>
                            <p:strVal val="#ppt_x"/>
                          </p:val>
                        </p:tav>
                        <p:tav tm="100000">
                          <p:val>
                            <p:strVal val="#ppt_x"/>
                          </p:val>
                        </p:tav>
                      </p:tavLst>
                    </p:anim>
                    <p:anim calcmode="lin" valueType="num">
                      <p:cBhvr additive="base">
                        <p:cTn dur="500" fill="hold"/>
                        <p:tgtEl>
                          <p:spTgt spid="1027"/>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fill="hold"/>
                        <p:tgtEl>
                          <p:spTgt spid="1027"/>
                        </p:tgtEl>
                        <p:attrNameLst>
                          <p:attrName>ppt_x</p:attrName>
                        </p:attrNameLst>
                      </p:cBhvr>
                      <p:tavLst>
                        <p:tav tm="0">
                          <p:val>
                            <p:strVal val="#ppt_x"/>
                          </p:val>
                        </p:tav>
                        <p:tav tm="100000">
                          <p:val>
                            <p:strVal val="#ppt_x"/>
                          </p:val>
                        </p:tav>
                      </p:tavLst>
                    </p:anim>
                    <p:anim calcmode="lin" valueType="num">
                      <p:cBhvr additive="base">
                        <p:cTn dur="500" fill="hold"/>
                        <p:tgtEl>
                          <p:spTgt spid="1027"/>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fill="hold"/>
                        <p:tgtEl>
                          <p:spTgt spid="1027"/>
                        </p:tgtEl>
                        <p:attrNameLst>
                          <p:attrName>ppt_x</p:attrName>
                        </p:attrNameLst>
                      </p:cBhvr>
                      <p:tavLst>
                        <p:tav tm="0">
                          <p:val>
                            <p:strVal val="#ppt_x"/>
                          </p:val>
                        </p:tav>
                        <p:tav tm="100000">
                          <p:val>
                            <p:strVal val="#ppt_x"/>
                          </p:val>
                        </p:tav>
                      </p:tavLst>
                    </p:anim>
                    <p:anim calcmode="lin" valueType="num">
                      <p:cBhvr additive="base">
                        <p:cTn dur="500" fill="hold"/>
                        <p:tgtEl>
                          <p:spTgt spid="1027"/>
                        </p:tgtEl>
                        <p:attrNameLst>
                          <p:attrName>ppt_y</p:attrName>
                        </p:attrNameLst>
                      </p:cBhvr>
                      <p:tavLst>
                        <p:tav tm="0">
                          <p:val>
                            <p:strVal val="1+#ppt_h/2"/>
                          </p:val>
                        </p:tav>
                        <p:tav tm="100000">
                          <p:val>
                            <p:strVal val="#ppt_y"/>
                          </p:val>
                        </p:tav>
                      </p:tavLst>
                    </p:anim>
                  </p:childTnLst>
                </p:cTn>
              </p:par>
            </p:tnLst>
          </p:tmpl>
        </p:tmplLst>
      </p:bldP>
    </p:bldLst>
  </p:timing>
  <p:txStyles>
    <p:titleStyle>
      <a:lvl1pPr algn="ctr" rtl="0" eaLnBrk="0" fontAlgn="base" hangingPunct="0">
        <a:spcBef>
          <a:spcPct val="0"/>
        </a:spcBef>
        <a:spcAft>
          <a:spcPct val="0"/>
        </a:spcAft>
        <a:defRPr sz="4400" b="1">
          <a:solidFill>
            <a:srgbClr val="FFFF00"/>
          </a:solidFill>
          <a:latin typeface="+mj-lt"/>
          <a:ea typeface="+mj-ea"/>
          <a:cs typeface="+mj-cs"/>
        </a:defRPr>
      </a:lvl1pPr>
      <a:lvl2pPr algn="ctr" rtl="0" eaLnBrk="0" fontAlgn="base" hangingPunct="0">
        <a:spcBef>
          <a:spcPct val="0"/>
        </a:spcBef>
        <a:spcAft>
          <a:spcPct val="0"/>
        </a:spcAft>
        <a:defRPr sz="4400" b="1">
          <a:solidFill>
            <a:srgbClr val="FFFF00"/>
          </a:solidFill>
          <a:latin typeface="Arial" charset="0"/>
          <a:ea typeface="宋体" pitchFamily="2" charset="-122"/>
        </a:defRPr>
      </a:lvl2pPr>
      <a:lvl3pPr algn="ctr" rtl="0" eaLnBrk="0" fontAlgn="base" hangingPunct="0">
        <a:spcBef>
          <a:spcPct val="0"/>
        </a:spcBef>
        <a:spcAft>
          <a:spcPct val="0"/>
        </a:spcAft>
        <a:defRPr sz="4400" b="1">
          <a:solidFill>
            <a:srgbClr val="FFFF00"/>
          </a:solidFill>
          <a:latin typeface="Arial" charset="0"/>
          <a:ea typeface="宋体" pitchFamily="2" charset="-122"/>
        </a:defRPr>
      </a:lvl3pPr>
      <a:lvl4pPr algn="ctr" rtl="0" eaLnBrk="0" fontAlgn="base" hangingPunct="0">
        <a:spcBef>
          <a:spcPct val="0"/>
        </a:spcBef>
        <a:spcAft>
          <a:spcPct val="0"/>
        </a:spcAft>
        <a:defRPr sz="4400" b="1">
          <a:solidFill>
            <a:srgbClr val="FFFF00"/>
          </a:solidFill>
          <a:latin typeface="Arial" charset="0"/>
          <a:ea typeface="宋体" pitchFamily="2" charset="-122"/>
        </a:defRPr>
      </a:lvl4pPr>
      <a:lvl5pPr algn="ctr" rtl="0" eaLnBrk="0" fontAlgn="base" hangingPunct="0">
        <a:spcBef>
          <a:spcPct val="0"/>
        </a:spcBef>
        <a:spcAft>
          <a:spcPct val="0"/>
        </a:spcAft>
        <a:defRPr sz="4400" b="1">
          <a:solidFill>
            <a:srgbClr val="FFFF00"/>
          </a:solidFill>
          <a:latin typeface="Arial" charset="0"/>
          <a:ea typeface="宋体" pitchFamily="2" charset="-122"/>
        </a:defRPr>
      </a:lvl5pPr>
      <a:lvl6pPr marL="457200" algn="ctr" rtl="0" fontAlgn="base">
        <a:spcBef>
          <a:spcPct val="0"/>
        </a:spcBef>
        <a:spcAft>
          <a:spcPct val="0"/>
        </a:spcAft>
        <a:defRPr sz="4400" b="1">
          <a:solidFill>
            <a:srgbClr val="FFFF00"/>
          </a:solidFill>
          <a:latin typeface="Arial" charset="0"/>
          <a:ea typeface="宋体" pitchFamily="2" charset="-122"/>
        </a:defRPr>
      </a:lvl6pPr>
      <a:lvl7pPr marL="914400" algn="ctr" rtl="0" fontAlgn="base">
        <a:spcBef>
          <a:spcPct val="0"/>
        </a:spcBef>
        <a:spcAft>
          <a:spcPct val="0"/>
        </a:spcAft>
        <a:defRPr sz="4400" b="1">
          <a:solidFill>
            <a:srgbClr val="FFFF00"/>
          </a:solidFill>
          <a:latin typeface="Arial" charset="0"/>
          <a:ea typeface="宋体" pitchFamily="2" charset="-122"/>
        </a:defRPr>
      </a:lvl7pPr>
      <a:lvl8pPr marL="1371600" algn="ctr" rtl="0" fontAlgn="base">
        <a:spcBef>
          <a:spcPct val="0"/>
        </a:spcBef>
        <a:spcAft>
          <a:spcPct val="0"/>
        </a:spcAft>
        <a:defRPr sz="4400" b="1">
          <a:solidFill>
            <a:srgbClr val="FFFF00"/>
          </a:solidFill>
          <a:latin typeface="Arial" charset="0"/>
          <a:ea typeface="宋体" pitchFamily="2" charset="-122"/>
        </a:defRPr>
      </a:lvl8pPr>
      <a:lvl9pPr marL="1828800" algn="ctr" rtl="0" fontAlgn="base">
        <a:spcBef>
          <a:spcPct val="0"/>
        </a:spcBef>
        <a:spcAft>
          <a:spcPct val="0"/>
        </a:spcAft>
        <a:defRPr sz="4400" b="1">
          <a:solidFill>
            <a:srgbClr val="FFFF00"/>
          </a:solidFill>
          <a:latin typeface="Arial" charset="0"/>
          <a:ea typeface="宋体" pitchFamily="2" charset="-122"/>
        </a:defRPr>
      </a:lvl9pPr>
    </p:titleStyle>
    <p:bodyStyle>
      <a:lvl1pPr marL="609600" indent="-609600" algn="l" rtl="0" eaLnBrk="0" fontAlgn="base" hangingPunct="0">
        <a:spcBef>
          <a:spcPct val="20000"/>
        </a:spcBef>
        <a:spcAft>
          <a:spcPct val="0"/>
        </a:spcAft>
        <a:buFont typeface="Wingdings" panose="05000000000000000000" pitchFamily="2" charset="2"/>
        <a:defRPr sz="3200" b="1">
          <a:solidFill>
            <a:schemeClr val="bg1"/>
          </a:solidFill>
          <a:latin typeface="+mn-lt"/>
          <a:ea typeface="+mn-ea"/>
          <a:cs typeface="+mn-cs"/>
        </a:defRPr>
      </a:lvl1pPr>
      <a:lvl2pPr marL="990600" indent="-533400" algn="l" rtl="0" eaLnBrk="0" fontAlgn="base" hangingPunct="0">
        <a:spcBef>
          <a:spcPct val="20000"/>
        </a:spcBef>
        <a:spcAft>
          <a:spcPct val="0"/>
        </a:spcAft>
        <a:buFont typeface="Wingdings" panose="05000000000000000000" pitchFamily="2" charset="2"/>
        <a:defRPr sz="2800" b="1">
          <a:solidFill>
            <a:schemeClr val="bg1"/>
          </a:solidFill>
          <a:latin typeface="+mn-lt"/>
          <a:ea typeface="+mn-ea"/>
        </a:defRPr>
      </a:lvl2pPr>
      <a:lvl3pPr marL="1371600" indent="-457200" algn="l" rtl="0" eaLnBrk="0" fontAlgn="base" hangingPunct="0">
        <a:spcBef>
          <a:spcPct val="20000"/>
        </a:spcBef>
        <a:spcAft>
          <a:spcPct val="0"/>
        </a:spcAft>
        <a:defRPr sz="2400" b="1">
          <a:solidFill>
            <a:schemeClr val="bg1"/>
          </a:solidFill>
          <a:latin typeface="+mn-lt"/>
          <a:ea typeface="+mn-ea"/>
        </a:defRPr>
      </a:lvl3pPr>
      <a:lvl4pPr marL="1752600" indent="-381000" algn="l" rtl="0" eaLnBrk="0" fontAlgn="base" hangingPunct="0">
        <a:spcBef>
          <a:spcPct val="20000"/>
        </a:spcBef>
        <a:spcAft>
          <a:spcPct val="0"/>
        </a:spcAft>
        <a:buFont typeface="Arial" panose="020B0604020202020204" pitchFamily="34" charset="0"/>
        <a:defRPr sz="2000" b="1">
          <a:solidFill>
            <a:schemeClr val="bg1"/>
          </a:solidFill>
          <a:latin typeface="+mn-lt"/>
          <a:ea typeface="+mn-ea"/>
        </a:defRPr>
      </a:lvl4pPr>
      <a:lvl5pPr marL="2209800" indent="-381000" algn="l" rtl="0" eaLnBrk="0" fontAlgn="base" hangingPunct="0">
        <a:spcBef>
          <a:spcPct val="20000"/>
        </a:spcBef>
        <a:spcAft>
          <a:spcPct val="0"/>
        </a:spcAft>
        <a:defRPr sz="2000" b="1">
          <a:solidFill>
            <a:schemeClr val="bg1"/>
          </a:solidFill>
          <a:latin typeface="+mn-lt"/>
          <a:ea typeface="+mn-ea"/>
        </a:defRPr>
      </a:lvl5pPr>
      <a:lvl6pPr marL="2667000" indent="-381000" algn="l" rtl="0" fontAlgn="base">
        <a:spcBef>
          <a:spcPct val="20000"/>
        </a:spcBef>
        <a:spcAft>
          <a:spcPct val="0"/>
        </a:spcAft>
        <a:defRPr sz="2000" b="1">
          <a:solidFill>
            <a:schemeClr val="bg1"/>
          </a:solidFill>
          <a:latin typeface="+mn-lt"/>
          <a:ea typeface="+mn-ea"/>
        </a:defRPr>
      </a:lvl6pPr>
      <a:lvl7pPr marL="3124200" indent="-381000" algn="l" rtl="0" fontAlgn="base">
        <a:spcBef>
          <a:spcPct val="20000"/>
        </a:spcBef>
        <a:spcAft>
          <a:spcPct val="0"/>
        </a:spcAft>
        <a:defRPr sz="2000" b="1">
          <a:solidFill>
            <a:schemeClr val="bg1"/>
          </a:solidFill>
          <a:latin typeface="+mn-lt"/>
          <a:ea typeface="+mn-ea"/>
        </a:defRPr>
      </a:lvl7pPr>
      <a:lvl8pPr marL="3581400" indent="-381000" algn="l" rtl="0" fontAlgn="base">
        <a:spcBef>
          <a:spcPct val="20000"/>
        </a:spcBef>
        <a:spcAft>
          <a:spcPct val="0"/>
        </a:spcAft>
        <a:defRPr sz="2000" b="1">
          <a:solidFill>
            <a:schemeClr val="bg1"/>
          </a:solidFill>
          <a:latin typeface="+mn-lt"/>
          <a:ea typeface="+mn-ea"/>
        </a:defRPr>
      </a:lvl8pPr>
      <a:lvl9pPr marL="4038600" indent="-381000" algn="l" rtl="0" fontAlgn="base">
        <a:spcBef>
          <a:spcPct val="20000"/>
        </a:spcBef>
        <a:spcAft>
          <a:spcPct val="0"/>
        </a:spcAft>
        <a:defRPr sz="2000" b="1">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BA87302-7064-45FA-62A9-3CA1EA1E10EF}"/>
              </a:ext>
            </a:extLst>
          </p:cNvPr>
          <p:cNvSpPr/>
          <p:nvPr/>
        </p:nvSpPr>
        <p:spPr>
          <a:xfrm>
            <a:off x="0" y="6678614"/>
            <a:ext cx="12192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3075" name="标题占位符 1">
            <a:extLst>
              <a:ext uri="{FF2B5EF4-FFF2-40B4-BE49-F238E27FC236}">
                <a16:creationId xmlns:a16="http://schemas.microsoft.com/office/drawing/2014/main" id="{FBD6C799-FEE9-431B-3F83-7BCB13B42870}"/>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 name="文本占位符 2">
            <a:extLst>
              <a:ext uri="{FF2B5EF4-FFF2-40B4-BE49-F238E27FC236}">
                <a16:creationId xmlns:a16="http://schemas.microsoft.com/office/drawing/2014/main" id="{82A3CA1D-D395-1FD4-4642-FEDB6FBCC856}"/>
              </a:ext>
            </a:extLst>
          </p:cNvPr>
          <p:cNvSpPr>
            <a:spLocks noGrp="1"/>
          </p:cNvSpPr>
          <p:nvPr>
            <p:ph type="body" idx="1"/>
          </p:nvPr>
        </p:nvSpPr>
        <p:spPr bwMode="auto">
          <a:xfrm>
            <a:off x="609600" y="1600200"/>
            <a:ext cx="10972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日期占位符 3">
            <a:extLst>
              <a:ext uri="{FF2B5EF4-FFF2-40B4-BE49-F238E27FC236}">
                <a16:creationId xmlns:a16="http://schemas.microsoft.com/office/drawing/2014/main" id="{DF98577C-F529-F994-42D1-8327F2B812F7}"/>
              </a:ext>
            </a:extLst>
          </p:cNvPr>
          <p:cNvSpPr>
            <a:spLocks noGrp="1"/>
          </p:cNvSpPr>
          <p:nvPr>
            <p:ph type="dt" sz="half" idx="2"/>
          </p:nvPr>
        </p:nvSpPr>
        <p:spPr>
          <a:xfrm>
            <a:off x="101600" y="6400801"/>
            <a:ext cx="4267200" cy="284163"/>
          </a:xfrm>
          <a:prstGeom prst="rect">
            <a:avLst/>
          </a:prstGeom>
        </p:spPr>
        <p:txBody>
          <a:bodyPr vert="horz" rtlCol="0" anchor="b"/>
          <a:lstStyle>
            <a:lvl1pPr algn="l" eaLnBrk="1" latinLnBrk="0" hangingPunct="1">
              <a:defRPr kumimoji="0" sz="1100">
                <a:solidFill>
                  <a:schemeClr val="tx2">
                    <a:lumMod val="75000"/>
                    <a:lumOff val="25000"/>
                  </a:schemeClr>
                </a:solidFill>
                <a:latin typeface="宋体" charset="-122"/>
                <a:ea typeface="宋体" charset="-122"/>
              </a:defRPr>
            </a:lvl1pPr>
          </a:lstStyle>
          <a:p>
            <a:pPr>
              <a:defRPr/>
            </a:pPr>
            <a:endParaRPr lang="en-US" altLang="zh-CN"/>
          </a:p>
        </p:txBody>
      </p:sp>
      <p:sp>
        <p:nvSpPr>
          <p:cNvPr id="5" name="页脚占位符 4">
            <a:extLst>
              <a:ext uri="{FF2B5EF4-FFF2-40B4-BE49-F238E27FC236}">
                <a16:creationId xmlns:a16="http://schemas.microsoft.com/office/drawing/2014/main" id="{B3B998F3-1715-A4D5-D27D-E78C87EF6525}"/>
              </a:ext>
            </a:extLst>
          </p:cNvPr>
          <p:cNvSpPr>
            <a:spLocks noGrp="1"/>
          </p:cNvSpPr>
          <p:nvPr>
            <p:ph type="ftr" sz="quarter" idx="3"/>
          </p:nvPr>
        </p:nvSpPr>
        <p:spPr>
          <a:xfrm>
            <a:off x="7112000" y="6400801"/>
            <a:ext cx="4978400" cy="284163"/>
          </a:xfrm>
          <a:prstGeom prst="rect">
            <a:avLst/>
          </a:prstGeom>
        </p:spPr>
        <p:txBody>
          <a:bodyPr vert="horz" rtlCol="0" anchor="ctr"/>
          <a:lstStyle>
            <a:lvl1pPr algn="r" eaLnBrk="1" latinLnBrk="0" hangingPunct="1">
              <a:defRPr kumimoji="0" sz="1100">
                <a:solidFill>
                  <a:schemeClr val="tx2">
                    <a:lumMod val="75000"/>
                    <a:lumOff val="25000"/>
                  </a:schemeClr>
                </a:solidFill>
                <a:latin typeface="宋体" charset="-122"/>
                <a:ea typeface="宋体" charset="-122"/>
              </a:defRPr>
            </a:lvl1pPr>
          </a:lstStyle>
          <a:p>
            <a:pPr>
              <a:defRPr/>
            </a:pPr>
            <a:endParaRPr lang="en-US" altLang="zh-CN"/>
          </a:p>
        </p:txBody>
      </p:sp>
      <p:sp>
        <p:nvSpPr>
          <p:cNvPr id="6" name="灯片编号占位符 5">
            <a:extLst>
              <a:ext uri="{FF2B5EF4-FFF2-40B4-BE49-F238E27FC236}">
                <a16:creationId xmlns:a16="http://schemas.microsoft.com/office/drawing/2014/main" id="{FF7DEC2F-4723-8EC2-6E62-8FA75381C931}"/>
              </a:ext>
            </a:extLst>
          </p:cNvPr>
          <p:cNvSpPr>
            <a:spLocks noGrp="1"/>
          </p:cNvSpPr>
          <p:nvPr>
            <p:ph type="sldNum" sz="quarter" idx="4"/>
          </p:nvPr>
        </p:nvSpPr>
        <p:spPr>
          <a:xfrm>
            <a:off x="5486400" y="6400801"/>
            <a:ext cx="1219200" cy="284163"/>
          </a:xfrm>
          <a:prstGeom prst="rect">
            <a:avLst/>
          </a:prstGeom>
          <a:noFill/>
        </p:spPr>
        <p:txBody>
          <a:bodyPr vert="horz" wrap="square" lIns="45720" tIns="45720" rIns="45720" bIns="45720" numCol="1" anchor="ctr" anchorCtr="0" compatLnSpc="1">
            <a:prstTxWarp prst="textNoShape">
              <a:avLst/>
            </a:prstTxWarp>
          </a:bodyPr>
          <a:lstStyle>
            <a:lvl1pPr algn="ctr" eaLnBrk="1" hangingPunct="1">
              <a:defRPr sz="1100" b="0">
                <a:solidFill>
                  <a:srgbClr val="636363"/>
                </a:solidFill>
              </a:defRPr>
            </a:lvl1pPr>
          </a:lstStyle>
          <a:p>
            <a:pPr>
              <a:defRPr/>
            </a:pPr>
            <a:fld id="{CFE4852A-4680-4971-8C95-8800EA1414AB}" type="slidenum">
              <a:rPr lang="en-US" altLang="zh-CN"/>
              <a:pPr>
                <a:defRPr/>
              </a:pPr>
              <a:t>‹#›</a:t>
            </a:fld>
            <a:endParaRPr lang="en-US" altLang="zh-CN"/>
          </a:p>
        </p:txBody>
      </p:sp>
      <p:sp>
        <p:nvSpPr>
          <p:cNvPr id="8" name="矩形 7">
            <a:extLst>
              <a:ext uri="{FF2B5EF4-FFF2-40B4-BE49-F238E27FC236}">
                <a16:creationId xmlns:a16="http://schemas.microsoft.com/office/drawing/2014/main" id="{996C3941-633C-5D88-0473-104028B8B0CD}"/>
              </a:ext>
            </a:extLst>
          </p:cNvPr>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Tree>
    <p:extLst>
      <p:ext uri="{BB962C8B-B14F-4D97-AF65-F5344CB8AC3E}">
        <p14:creationId xmlns:p14="http://schemas.microsoft.com/office/powerpoint/2010/main" val="84061206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2pPr>
      <a:lvl3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3pPr>
      <a:lvl4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4pPr>
      <a:lvl5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B27A43A-86C5-71F9-35CF-68CE2E277E4F}"/>
              </a:ext>
            </a:extLst>
          </p:cNvPr>
          <p:cNvSpPr/>
          <p:nvPr/>
        </p:nvSpPr>
        <p:spPr>
          <a:xfrm>
            <a:off x="0" y="6678614"/>
            <a:ext cx="12192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
        <p:nvSpPr>
          <p:cNvPr id="4099" name="标题占位符 1">
            <a:extLst>
              <a:ext uri="{FF2B5EF4-FFF2-40B4-BE49-F238E27FC236}">
                <a16:creationId xmlns:a16="http://schemas.microsoft.com/office/drawing/2014/main" id="{6CDCEC72-4406-AFBF-1666-9C802BF47E5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 name="文本占位符 2">
            <a:extLst>
              <a:ext uri="{FF2B5EF4-FFF2-40B4-BE49-F238E27FC236}">
                <a16:creationId xmlns:a16="http://schemas.microsoft.com/office/drawing/2014/main" id="{CA813226-C55E-E51C-DC61-E74A05DD9E83}"/>
              </a:ext>
            </a:extLst>
          </p:cNvPr>
          <p:cNvSpPr>
            <a:spLocks noGrp="1"/>
          </p:cNvSpPr>
          <p:nvPr>
            <p:ph type="body" idx="1"/>
          </p:nvPr>
        </p:nvSpPr>
        <p:spPr bwMode="auto">
          <a:xfrm>
            <a:off x="609600" y="1600200"/>
            <a:ext cx="10972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日期占位符 3">
            <a:extLst>
              <a:ext uri="{FF2B5EF4-FFF2-40B4-BE49-F238E27FC236}">
                <a16:creationId xmlns:a16="http://schemas.microsoft.com/office/drawing/2014/main" id="{50187079-273A-6A19-3F40-494D670FADC1}"/>
              </a:ext>
            </a:extLst>
          </p:cNvPr>
          <p:cNvSpPr>
            <a:spLocks noGrp="1"/>
          </p:cNvSpPr>
          <p:nvPr>
            <p:ph type="dt" sz="half" idx="2"/>
          </p:nvPr>
        </p:nvSpPr>
        <p:spPr>
          <a:xfrm>
            <a:off x="101600" y="6400801"/>
            <a:ext cx="4267200" cy="284163"/>
          </a:xfrm>
          <a:prstGeom prst="rect">
            <a:avLst/>
          </a:prstGeom>
        </p:spPr>
        <p:txBody>
          <a:bodyPr vert="horz" rtlCol="0" anchor="b"/>
          <a:lstStyle>
            <a:lvl1pPr algn="l" eaLnBrk="1" latinLnBrk="0" hangingPunct="1">
              <a:defRPr kumimoji="0" sz="1100">
                <a:solidFill>
                  <a:schemeClr val="tx2">
                    <a:lumMod val="75000"/>
                    <a:lumOff val="25000"/>
                  </a:schemeClr>
                </a:solidFill>
                <a:latin typeface="宋体" charset="-122"/>
                <a:ea typeface="宋体" charset="-122"/>
              </a:defRPr>
            </a:lvl1pPr>
          </a:lstStyle>
          <a:p>
            <a:pPr>
              <a:defRPr/>
            </a:pPr>
            <a:endParaRPr lang="en-US" altLang="zh-CN"/>
          </a:p>
        </p:txBody>
      </p:sp>
      <p:sp>
        <p:nvSpPr>
          <p:cNvPr id="5" name="页脚占位符 4">
            <a:extLst>
              <a:ext uri="{FF2B5EF4-FFF2-40B4-BE49-F238E27FC236}">
                <a16:creationId xmlns:a16="http://schemas.microsoft.com/office/drawing/2014/main" id="{5B62C9DD-39DC-5A41-FF6E-BA5DE5EB94E3}"/>
              </a:ext>
            </a:extLst>
          </p:cNvPr>
          <p:cNvSpPr>
            <a:spLocks noGrp="1"/>
          </p:cNvSpPr>
          <p:nvPr>
            <p:ph type="ftr" sz="quarter" idx="3"/>
          </p:nvPr>
        </p:nvSpPr>
        <p:spPr>
          <a:xfrm>
            <a:off x="7112000" y="6400801"/>
            <a:ext cx="4978400" cy="284163"/>
          </a:xfrm>
          <a:prstGeom prst="rect">
            <a:avLst/>
          </a:prstGeom>
        </p:spPr>
        <p:txBody>
          <a:bodyPr vert="horz" rtlCol="0" anchor="ctr"/>
          <a:lstStyle>
            <a:lvl1pPr algn="r" eaLnBrk="1" latinLnBrk="0" hangingPunct="1">
              <a:defRPr kumimoji="0" sz="1100">
                <a:solidFill>
                  <a:schemeClr val="tx2">
                    <a:lumMod val="75000"/>
                    <a:lumOff val="25000"/>
                  </a:schemeClr>
                </a:solidFill>
                <a:latin typeface="宋体" charset="-122"/>
                <a:ea typeface="宋体" charset="-122"/>
              </a:defRPr>
            </a:lvl1pPr>
          </a:lstStyle>
          <a:p>
            <a:pPr>
              <a:defRPr/>
            </a:pPr>
            <a:endParaRPr lang="en-US" altLang="zh-CN"/>
          </a:p>
        </p:txBody>
      </p:sp>
      <p:sp>
        <p:nvSpPr>
          <p:cNvPr id="6" name="灯片编号占位符 5">
            <a:extLst>
              <a:ext uri="{FF2B5EF4-FFF2-40B4-BE49-F238E27FC236}">
                <a16:creationId xmlns:a16="http://schemas.microsoft.com/office/drawing/2014/main" id="{306F7C0C-2CCA-79EE-54EA-0B45306821FA}"/>
              </a:ext>
            </a:extLst>
          </p:cNvPr>
          <p:cNvSpPr>
            <a:spLocks noGrp="1"/>
          </p:cNvSpPr>
          <p:nvPr>
            <p:ph type="sldNum" sz="quarter" idx="4"/>
          </p:nvPr>
        </p:nvSpPr>
        <p:spPr>
          <a:xfrm>
            <a:off x="5486400" y="6400801"/>
            <a:ext cx="1219200" cy="284163"/>
          </a:xfrm>
          <a:prstGeom prst="rect">
            <a:avLst/>
          </a:prstGeom>
          <a:noFill/>
        </p:spPr>
        <p:txBody>
          <a:bodyPr vert="horz" wrap="square" lIns="45720" tIns="45720" rIns="45720" bIns="45720" numCol="1" anchor="ctr" anchorCtr="0" compatLnSpc="1">
            <a:prstTxWarp prst="textNoShape">
              <a:avLst/>
            </a:prstTxWarp>
          </a:bodyPr>
          <a:lstStyle>
            <a:lvl1pPr algn="ctr" eaLnBrk="1" hangingPunct="1">
              <a:defRPr sz="1100" b="0">
                <a:solidFill>
                  <a:srgbClr val="636363"/>
                </a:solidFill>
              </a:defRPr>
            </a:lvl1pPr>
          </a:lstStyle>
          <a:p>
            <a:pPr>
              <a:defRPr/>
            </a:pPr>
            <a:fld id="{F5F10168-4D83-4EE1-87CE-F9B01E89086C}" type="slidenum">
              <a:rPr lang="en-US" altLang="zh-CN"/>
              <a:pPr>
                <a:defRPr/>
              </a:pPr>
              <a:t>‹#›</a:t>
            </a:fld>
            <a:endParaRPr lang="en-US" altLang="zh-CN"/>
          </a:p>
        </p:txBody>
      </p:sp>
      <p:sp>
        <p:nvSpPr>
          <p:cNvPr id="8" name="矩形 7">
            <a:extLst>
              <a:ext uri="{FF2B5EF4-FFF2-40B4-BE49-F238E27FC236}">
                <a16:creationId xmlns:a16="http://schemas.microsoft.com/office/drawing/2014/main" id="{EA34DA4E-BC94-2DC6-B972-A3300ED9A5F4}"/>
              </a:ext>
            </a:extLst>
          </p:cNvPr>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zh-CN" altLang="en-US" sz="1800"/>
          </a:p>
        </p:txBody>
      </p:sp>
    </p:spTree>
    <p:extLst>
      <p:ext uri="{BB962C8B-B14F-4D97-AF65-F5344CB8AC3E}">
        <p14:creationId xmlns:p14="http://schemas.microsoft.com/office/powerpoint/2010/main" val="50933697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2pPr>
      <a:lvl3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3pPr>
      <a:lvl4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4pPr>
      <a:lvl5pPr algn="ctr" rtl="0" eaLnBrk="0" fontAlgn="base" hangingPunct="0">
        <a:spcBef>
          <a:spcPct val="0"/>
        </a:spcBef>
        <a:spcAft>
          <a:spcPct val="0"/>
        </a:spcAft>
        <a:defRPr sz="4400">
          <a:solidFill>
            <a:schemeClr val="tx2"/>
          </a:solidFill>
          <a:latin typeface="Franklin Gothic Medium" pitchFamily="34" charset="0"/>
          <a:ea typeface="微软雅黑"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png"/><Relationship Id="rId9"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6.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8.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oleObject" Target="../embeddings/oleObject11.bin"/><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oleObject" Target="../embeddings/oleObject15.bin"/><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7.bin"/><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9.bin"/><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21.bin"/><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23.bin"/><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oleObject" Target="../embeddings/oleObject25.bin"/><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27.bin"/><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28.bin"/><Relationship Id="rId1" Type="http://schemas.openxmlformats.org/officeDocument/2006/relationships/slideLayout" Target="../slideLayouts/slideLayout23.xml"/><Relationship Id="rId5" Type="http://schemas.openxmlformats.org/officeDocument/2006/relationships/image" Target="../media/image5.wmf"/><Relationship Id="rId4"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30.bin"/><Relationship Id="rId1" Type="http://schemas.openxmlformats.org/officeDocument/2006/relationships/slideLayout" Target="../slideLayouts/slideLayout12.xml"/><Relationship Id="rId5" Type="http://schemas.openxmlformats.org/officeDocument/2006/relationships/image" Target="../media/image5.wmf"/><Relationship Id="rId4"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33.bin"/><Relationship Id="rId4" Type="http://schemas.openxmlformats.org/officeDocument/2006/relationships/image" Target="../media/image4.png"/><Relationship Id="rId9"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36.bin"/><Relationship Id="rId1" Type="http://schemas.openxmlformats.org/officeDocument/2006/relationships/slideLayout" Target="../slideLayouts/slideLayout23.xml"/><Relationship Id="rId6" Type="http://schemas.openxmlformats.org/officeDocument/2006/relationships/image" Target="../media/image6.png"/><Relationship Id="rId5" Type="http://schemas.openxmlformats.org/officeDocument/2006/relationships/image" Target="../media/image5.wmf"/><Relationship Id="rId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39.bin"/><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42.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43.bin"/></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44.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45.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47.bin"/><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51.bin"/><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17.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55.bin"/><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4.bin"/><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55.bin"/><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19.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57.bin"/><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59.bin"/><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25.xml"/><Relationship Id="rId1" Type="http://schemas.openxmlformats.org/officeDocument/2006/relationships/slideLayout" Target="../slideLayouts/slideLayout23.xml"/><Relationship Id="rId6" Type="http://schemas.openxmlformats.org/officeDocument/2006/relationships/image" Target="../media/image5.wmf"/><Relationship Id="rId5" Type="http://schemas.openxmlformats.org/officeDocument/2006/relationships/oleObject" Target="../embeddings/oleObject61.bin"/><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62.bin"/><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5.wmf"/><Relationship Id="rId4" Type="http://schemas.openxmlformats.org/officeDocument/2006/relationships/oleObject" Target="../embeddings/oleObject63.bin"/></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64.bin"/><Relationship Id="rId1" Type="http://schemas.openxmlformats.org/officeDocument/2006/relationships/slideLayout" Target="../slideLayouts/slideLayout18.xml"/><Relationship Id="rId5" Type="http://schemas.openxmlformats.org/officeDocument/2006/relationships/image" Target="../media/image5.wmf"/><Relationship Id="rId4" Type="http://schemas.openxmlformats.org/officeDocument/2006/relationships/oleObject" Target="../embeddings/oleObject65.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67.bin"/><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oleObject" Target="../embeddings/oleObject77.bin"/><Relationship Id="rId3" Type="http://schemas.openxmlformats.org/officeDocument/2006/relationships/image" Target="../media/image4.png"/><Relationship Id="rId7" Type="http://schemas.openxmlformats.org/officeDocument/2006/relationships/oleObject" Target="../embeddings/oleObject71.bin"/><Relationship Id="rId12" Type="http://schemas.openxmlformats.org/officeDocument/2006/relationships/oleObject" Target="../embeddings/oleObject76.bin"/><Relationship Id="rId2" Type="http://schemas.openxmlformats.org/officeDocument/2006/relationships/oleObject" Target="../embeddings/oleObject68.bin"/><Relationship Id="rId1" Type="http://schemas.openxmlformats.org/officeDocument/2006/relationships/slideLayout" Target="../slideLayouts/slideLayout23.xml"/><Relationship Id="rId6" Type="http://schemas.openxmlformats.org/officeDocument/2006/relationships/oleObject" Target="../embeddings/oleObject70.bin"/><Relationship Id="rId11" Type="http://schemas.openxmlformats.org/officeDocument/2006/relationships/oleObject" Target="../embeddings/oleObject75.bin"/><Relationship Id="rId5" Type="http://schemas.openxmlformats.org/officeDocument/2006/relationships/image" Target="../media/image5.wmf"/><Relationship Id="rId10" Type="http://schemas.openxmlformats.org/officeDocument/2006/relationships/oleObject" Target="../embeddings/oleObject74.bin"/><Relationship Id="rId4" Type="http://schemas.openxmlformats.org/officeDocument/2006/relationships/oleObject" Target="../embeddings/oleObject69.bin"/><Relationship Id="rId9" Type="http://schemas.openxmlformats.org/officeDocument/2006/relationships/oleObject" Target="../embeddings/oleObject73.bin"/><Relationship Id="rId14" Type="http://schemas.openxmlformats.org/officeDocument/2006/relationships/image" Target="../media/image14.png"/></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4.png"/><Relationship Id="rId7" Type="http://schemas.openxmlformats.org/officeDocument/2006/relationships/oleObject" Target="../embeddings/oleObject73.bin"/><Relationship Id="rId12" Type="http://schemas.openxmlformats.org/officeDocument/2006/relationships/image" Target="../media/image14.png"/><Relationship Id="rId2" Type="http://schemas.openxmlformats.org/officeDocument/2006/relationships/oleObject" Target="../embeddings/oleObject70.bin"/><Relationship Id="rId1" Type="http://schemas.openxmlformats.org/officeDocument/2006/relationships/slideLayout" Target="../slideLayouts/slideLayout23.xml"/><Relationship Id="rId6" Type="http://schemas.openxmlformats.org/officeDocument/2006/relationships/oleObject" Target="../embeddings/oleObject72.bin"/><Relationship Id="rId11" Type="http://schemas.openxmlformats.org/officeDocument/2006/relationships/oleObject" Target="../embeddings/oleObject77.bin"/><Relationship Id="rId5" Type="http://schemas.openxmlformats.org/officeDocument/2006/relationships/image" Target="../media/image5.wmf"/><Relationship Id="rId10" Type="http://schemas.openxmlformats.org/officeDocument/2006/relationships/oleObject" Target="../embeddings/oleObject76.bin"/><Relationship Id="rId4" Type="http://schemas.openxmlformats.org/officeDocument/2006/relationships/oleObject" Target="../embeddings/oleObject71.bin"/><Relationship Id="rId9" Type="http://schemas.openxmlformats.org/officeDocument/2006/relationships/oleObject" Target="../embeddings/oleObject75.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4.png"/><Relationship Id="rId7" Type="http://schemas.openxmlformats.org/officeDocument/2006/relationships/oleObject" Target="../embeddings/oleObject73.bin"/><Relationship Id="rId12" Type="http://schemas.openxmlformats.org/officeDocument/2006/relationships/image" Target="../media/image14.png"/><Relationship Id="rId2" Type="http://schemas.openxmlformats.org/officeDocument/2006/relationships/oleObject" Target="../embeddings/oleObject70.bin"/><Relationship Id="rId1" Type="http://schemas.openxmlformats.org/officeDocument/2006/relationships/slideLayout" Target="../slideLayouts/slideLayout23.xml"/><Relationship Id="rId6" Type="http://schemas.openxmlformats.org/officeDocument/2006/relationships/oleObject" Target="../embeddings/oleObject72.bin"/><Relationship Id="rId11" Type="http://schemas.openxmlformats.org/officeDocument/2006/relationships/oleObject" Target="../embeddings/oleObject77.bin"/><Relationship Id="rId5" Type="http://schemas.openxmlformats.org/officeDocument/2006/relationships/image" Target="../media/image5.wmf"/><Relationship Id="rId10" Type="http://schemas.openxmlformats.org/officeDocument/2006/relationships/oleObject" Target="../embeddings/oleObject76.bin"/><Relationship Id="rId4" Type="http://schemas.openxmlformats.org/officeDocument/2006/relationships/oleObject" Target="../embeddings/oleObject71.bin"/><Relationship Id="rId9" Type="http://schemas.openxmlformats.org/officeDocument/2006/relationships/oleObject" Target="../embeddings/oleObject75.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oleObject" Target="../embeddings/oleObject77.bin"/><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5.wmf"/><Relationship Id="rId11" Type="http://schemas.openxmlformats.org/officeDocument/2006/relationships/oleObject" Target="../embeddings/oleObject76.bin"/><Relationship Id="rId5" Type="http://schemas.openxmlformats.org/officeDocument/2006/relationships/oleObject" Target="../embeddings/oleObject71.bin"/><Relationship Id="rId10" Type="http://schemas.openxmlformats.org/officeDocument/2006/relationships/oleObject" Target="../embeddings/oleObject75.bin"/><Relationship Id="rId4" Type="http://schemas.openxmlformats.org/officeDocument/2006/relationships/image" Target="../media/image4.png"/><Relationship Id="rId9" Type="http://schemas.openxmlformats.org/officeDocument/2006/relationships/oleObject" Target="../embeddings/oleObject7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notesSlide" Target="../notesSlides/notesSlide29.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14.png"/><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oleObject" Target="../embeddings/oleObject77.bin"/><Relationship Id="rId2" Type="http://schemas.openxmlformats.org/officeDocument/2006/relationships/notesSlide" Target="../notesSlides/notesSlide30.xml"/><Relationship Id="rId1" Type="http://schemas.openxmlformats.org/officeDocument/2006/relationships/slideLayout" Target="../slideLayouts/slideLayout18.xml"/><Relationship Id="rId6" Type="http://schemas.openxmlformats.org/officeDocument/2006/relationships/image" Target="../media/image5.wmf"/><Relationship Id="rId11" Type="http://schemas.openxmlformats.org/officeDocument/2006/relationships/oleObject" Target="../embeddings/oleObject76.bin"/><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14.png"/><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oleObject" Target="../embeddings/oleObject77.bin"/><Relationship Id="rId2" Type="http://schemas.openxmlformats.org/officeDocument/2006/relationships/notesSlide" Target="../notesSlides/notesSlide31.xml"/><Relationship Id="rId1" Type="http://schemas.openxmlformats.org/officeDocument/2006/relationships/slideLayout" Target="../slideLayouts/slideLayout18.xml"/><Relationship Id="rId6" Type="http://schemas.openxmlformats.org/officeDocument/2006/relationships/image" Target="../media/image5.wmf"/><Relationship Id="rId11" Type="http://schemas.openxmlformats.org/officeDocument/2006/relationships/oleObject" Target="../embeddings/oleObject76.bin"/><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14.png"/><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oleObject" Target="../embeddings/oleObject77.bin"/><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image" Target="../media/image5.wmf"/><Relationship Id="rId11" Type="http://schemas.openxmlformats.org/officeDocument/2006/relationships/oleObject" Target="../embeddings/oleObject76.bin"/><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14.png"/><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oleObject" Target="../embeddings/oleObject77.bin"/><Relationship Id="rId2" Type="http://schemas.openxmlformats.org/officeDocument/2006/relationships/notesSlide" Target="../notesSlides/notesSlide33.xml"/><Relationship Id="rId1" Type="http://schemas.openxmlformats.org/officeDocument/2006/relationships/slideLayout" Target="../slideLayouts/slideLayout18.xml"/><Relationship Id="rId6" Type="http://schemas.openxmlformats.org/officeDocument/2006/relationships/image" Target="../media/image5.wmf"/><Relationship Id="rId11" Type="http://schemas.openxmlformats.org/officeDocument/2006/relationships/oleObject" Target="../embeddings/oleObject76.bin"/><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79.bin"/><Relationship Id="rId10" Type="http://schemas.openxmlformats.org/officeDocument/2006/relationships/oleObject" Target="../embeddings/oleObject83.bin"/><Relationship Id="rId4" Type="http://schemas.openxmlformats.org/officeDocument/2006/relationships/image" Target="../media/image4.png"/><Relationship Id="rId9" Type="http://schemas.openxmlformats.org/officeDocument/2006/relationships/oleObject" Target="../embeddings/oleObject82.bin"/></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oleObject" Target="../embeddings/oleObject93.bin"/><Relationship Id="rId3" Type="http://schemas.openxmlformats.org/officeDocument/2006/relationships/image" Target="../media/image4.png"/><Relationship Id="rId7" Type="http://schemas.openxmlformats.org/officeDocument/2006/relationships/oleObject" Target="../embeddings/oleObject87.bin"/><Relationship Id="rId12" Type="http://schemas.openxmlformats.org/officeDocument/2006/relationships/oleObject" Target="../embeddings/oleObject92.bin"/><Relationship Id="rId2" Type="http://schemas.openxmlformats.org/officeDocument/2006/relationships/oleObject" Target="../embeddings/oleObject84.bin"/><Relationship Id="rId1" Type="http://schemas.openxmlformats.org/officeDocument/2006/relationships/slideLayout" Target="../slideLayouts/slideLayout18.xml"/><Relationship Id="rId6" Type="http://schemas.openxmlformats.org/officeDocument/2006/relationships/oleObject" Target="../embeddings/oleObject86.bin"/><Relationship Id="rId11" Type="http://schemas.openxmlformats.org/officeDocument/2006/relationships/oleObject" Target="../embeddings/oleObject91.bin"/><Relationship Id="rId5" Type="http://schemas.openxmlformats.org/officeDocument/2006/relationships/image" Target="../media/image5.wmf"/><Relationship Id="rId15" Type="http://schemas.openxmlformats.org/officeDocument/2006/relationships/oleObject" Target="../embeddings/oleObject95.bin"/><Relationship Id="rId10" Type="http://schemas.openxmlformats.org/officeDocument/2006/relationships/oleObject" Target="../embeddings/oleObject90.bin"/><Relationship Id="rId4" Type="http://schemas.openxmlformats.org/officeDocument/2006/relationships/oleObject" Target="../embeddings/oleObject85.bin"/><Relationship Id="rId9" Type="http://schemas.openxmlformats.org/officeDocument/2006/relationships/oleObject" Target="../embeddings/oleObject89.bin"/><Relationship Id="rId14" Type="http://schemas.openxmlformats.org/officeDocument/2006/relationships/oleObject" Target="../embeddings/oleObject94.bin"/></Relationships>
</file>

<file path=ppt/slides/_rels/slide6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96.bin"/><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notesSlide" Target="../notesSlides/notesSlide38.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oleObject" Target="../embeddings/oleObject98.bin"/><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99.bin"/><Relationship Id="rId1" Type="http://schemas.openxmlformats.org/officeDocument/2006/relationships/slideLayout" Target="../slideLayouts/slideLayout15.xml"/><Relationship Id="rId5" Type="http://schemas.openxmlformats.org/officeDocument/2006/relationships/image" Target="../media/image5.wmf"/><Relationship Id="rId4" Type="http://schemas.openxmlformats.org/officeDocument/2006/relationships/oleObject" Target="../embeddings/oleObject100.bin"/></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01.bin"/><Relationship Id="rId7"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2.bin"/><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01.bin"/><Relationship Id="rId7"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2.bin"/><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01.bin"/><Relationship Id="rId7"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2.bin"/><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01.bin"/><Relationship Id="rId7"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2.bin"/><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oleObject" Target="../embeddings/oleObject101.bin"/><Relationship Id="rId7"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2.bin"/><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03.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104.bin"/></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oleObject" Target="../embeddings/oleObject105.bin"/><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5.wmf"/><Relationship Id="rId4" Type="http://schemas.openxmlformats.org/officeDocument/2006/relationships/oleObject" Target="../embeddings/oleObject106.bin"/></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08.bin"/><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oleObject" Target="../embeddings/oleObject109.bin"/><Relationship Id="rId7" Type="http://schemas.openxmlformats.org/officeDocument/2006/relationships/oleObject" Target="../embeddings/oleObject111.bin"/><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110.bin"/><Relationship Id="rId4" Type="http://schemas.openxmlformats.org/officeDocument/2006/relationships/image" Target="../media/image4.png"/></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13.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114.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15.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116.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0.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5.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notesSlide" Target="../notesSlides/notesSlide65.xml"/><Relationship Id="rId1" Type="http://schemas.openxmlformats.org/officeDocument/2006/relationships/slideLayout" Target="../slideLayouts/slideLayout55.xml"/><Relationship Id="rId5" Type="http://schemas.openxmlformats.org/officeDocument/2006/relationships/oleObject" Target="../embeddings/oleObject118.bin"/><Relationship Id="rId4" Type="http://schemas.openxmlformats.org/officeDocument/2006/relationships/image" Target="../media/image26.w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19.bin"/><Relationship Id="rId7" Type="http://schemas.openxmlformats.org/officeDocument/2006/relationships/oleObject" Target="../embeddings/oleObject122.bin"/><Relationship Id="rId2" Type="http://schemas.openxmlformats.org/officeDocument/2006/relationships/notesSlide" Target="../notesSlides/notesSlide66.xml"/><Relationship Id="rId1" Type="http://schemas.openxmlformats.org/officeDocument/2006/relationships/slideLayout" Target="../slideLayouts/slideLayout55.xml"/><Relationship Id="rId6" Type="http://schemas.openxmlformats.org/officeDocument/2006/relationships/oleObject" Target="../embeddings/oleObject121.bin"/><Relationship Id="rId5" Type="http://schemas.openxmlformats.org/officeDocument/2006/relationships/oleObject" Target="../embeddings/oleObject120.bin"/><Relationship Id="rId4" Type="http://schemas.openxmlformats.org/officeDocument/2006/relationships/image" Target="../media/image26.wmf"/></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23.bin"/><Relationship Id="rId7" Type="http://schemas.openxmlformats.org/officeDocument/2006/relationships/oleObject" Target="../embeddings/oleObject126.bin"/><Relationship Id="rId2" Type="http://schemas.openxmlformats.org/officeDocument/2006/relationships/notesSlide" Target="../notesSlides/notesSlide67.xml"/><Relationship Id="rId1" Type="http://schemas.openxmlformats.org/officeDocument/2006/relationships/slideLayout" Target="../slideLayouts/slideLayout55.xml"/><Relationship Id="rId6" Type="http://schemas.openxmlformats.org/officeDocument/2006/relationships/oleObject" Target="../embeddings/oleObject125.bin"/><Relationship Id="rId5" Type="http://schemas.openxmlformats.org/officeDocument/2006/relationships/oleObject" Target="../embeddings/oleObject124.bin"/><Relationship Id="rId4" Type="http://schemas.openxmlformats.org/officeDocument/2006/relationships/image" Target="../media/image26.w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5.xml"/></Relationships>
</file>

<file path=ppt/slides/_rels/slide1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0949A51-13A5-AA34-4FC3-667C800643F0}"/>
              </a:ext>
            </a:extLst>
          </p:cNvPr>
          <p:cNvSpPr>
            <a:spLocks noGrp="1" noChangeArrowheads="1"/>
          </p:cNvSpPr>
          <p:nvPr>
            <p:ph type="title"/>
          </p:nvPr>
        </p:nvSpPr>
        <p:spPr/>
        <p:txBody>
          <a:bodyPr/>
          <a:lstStyle/>
          <a:p>
            <a:pPr eaLnBrk="1" hangingPunct="1"/>
            <a:r>
              <a:rPr lang="en-US" altLang="zh-CN" b="1"/>
              <a:t>2.3  </a:t>
            </a:r>
            <a:r>
              <a:rPr lang="zh-CN" altLang="en-US" b="1"/>
              <a:t>程序语言的语法描述</a:t>
            </a:r>
          </a:p>
        </p:txBody>
      </p:sp>
      <p:sp>
        <p:nvSpPr>
          <p:cNvPr id="5123" name="Rectangle 3">
            <a:extLst>
              <a:ext uri="{FF2B5EF4-FFF2-40B4-BE49-F238E27FC236}">
                <a16:creationId xmlns:a16="http://schemas.microsoft.com/office/drawing/2014/main" id="{7B75D646-1EF3-A44A-C248-4020AF245D5F}"/>
              </a:ext>
            </a:extLst>
          </p:cNvPr>
          <p:cNvSpPr>
            <a:spLocks noGrp="1" noChangeArrowheads="1"/>
          </p:cNvSpPr>
          <p:nvPr>
            <p:ph type="body" idx="1"/>
          </p:nvPr>
        </p:nvSpPr>
        <p:spPr>
          <a:xfrm>
            <a:off x="1706564" y="1700214"/>
            <a:ext cx="8929687" cy="5832475"/>
          </a:xfrm>
        </p:spPr>
        <p:txBody>
          <a:bodyPr/>
          <a:lstStyle/>
          <a:p>
            <a:pPr eaLnBrk="1" hangingPunct="1"/>
            <a:r>
              <a:rPr lang="zh-CN" altLang="en-US" sz="3600" b="1">
                <a:solidFill>
                  <a:srgbClr val="FF0000"/>
                </a:solidFill>
              </a:rPr>
              <a:t>基本概念和术语：</a:t>
            </a:r>
          </a:p>
          <a:p>
            <a:pPr lvl="1" eaLnBrk="1" hangingPunct="1"/>
            <a:r>
              <a:rPr lang="zh-CN" altLang="en-US" sz="3200" b="1">
                <a:solidFill>
                  <a:srgbClr val="FF0000"/>
                </a:solidFill>
              </a:rPr>
              <a:t>字母表</a:t>
            </a:r>
            <a:r>
              <a:rPr lang="zh-CN" altLang="en-US" sz="3200" b="1">
                <a:solidFill>
                  <a:srgbClr val="FFFF00"/>
                </a:solidFill>
              </a:rPr>
              <a:t> </a:t>
            </a:r>
            <a:r>
              <a:rPr lang="zh-CN" altLang="en-US" sz="3200" b="1"/>
              <a:t>：由若干元素所组成的</a:t>
            </a:r>
            <a:r>
              <a:rPr lang="zh-CN" altLang="en-US" sz="3200" b="1">
                <a:solidFill>
                  <a:srgbClr val="FF0000"/>
                </a:solidFill>
              </a:rPr>
              <a:t>有限非空</a:t>
            </a:r>
            <a:r>
              <a:rPr lang="zh-CN" altLang="en-US" sz="3200" b="1"/>
              <a:t>集合</a:t>
            </a:r>
            <a:r>
              <a:rPr lang="en-US" altLang="zh-CN" b="1"/>
              <a:t>Σ</a:t>
            </a:r>
            <a:r>
              <a:rPr lang="en-US" altLang="zh-CN" sz="3200" b="1"/>
              <a:t> </a:t>
            </a:r>
            <a:r>
              <a:rPr lang="zh-CN" altLang="en-US" sz="3200" b="1"/>
              <a:t>，其中，每一元素称为</a:t>
            </a:r>
            <a:r>
              <a:rPr lang="zh-CN" altLang="en-US" sz="3200" b="1">
                <a:solidFill>
                  <a:srgbClr val="FF0000"/>
                </a:solidFill>
              </a:rPr>
              <a:t>符号</a:t>
            </a:r>
            <a:r>
              <a:rPr lang="zh-CN" altLang="en-US" sz="3200" b="1"/>
              <a:t>，故有时又将字母表称为符号集。</a:t>
            </a:r>
          </a:p>
          <a:p>
            <a:pPr lvl="1" eaLnBrk="1" hangingPunct="1"/>
            <a:r>
              <a:rPr lang="zh-CN" altLang="en-US" sz="3200" b="1">
                <a:solidFill>
                  <a:srgbClr val="FF0000"/>
                </a:solidFill>
              </a:rPr>
              <a:t>符号串</a:t>
            </a:r>
            <a:r>
              <a:rPr lang="en-US" altLang="zh-CN" sz="3200" b="1">
                <a:solidFill>
                  <a:srgbClr val="FF0000"/>
                </a:solidFill>
              </a:rPr>
              <a:t>(</a:t>
            </a:r>
            <a:r>
              <a:rPr lang="zh-CN" altLang="en-US" sz="3200" b="1">
                <a:solidFill>
                  <a:srgbClr val="FF0000"/>
                </a:solidFill>
              </a:rPr>
              <a:t>字</a:t>
            </a:r>
            <a:r>
              <a:rPr lang="en-US" altLang="zh-CN" sz="3200" b="1">
                <a:solidFill>
                  <a:srgbClr val="FF0000"/>
                </a:solidFill>
              </a:rPr>
              <a:t>) </a:t>
            </a:r>
            <a:r>
              <a:rPr lang="zh-CN" altLang="en-US" sz="3200" b="1"/>
              <a:t>：</a:t>
            </a:r>
            <a:r>
              <a:rPr lang="en-US" altLang="zh-CN" b="1"/>
              <a:t>Σ</a:t>
            </a:r>
            <a:r>
              <a:rPr lang="zh-CN" altLang="en-US" sz="3200" b="1"/>
              <a:t>中的符号所组成的任何有限序列 。</a:t>
            </a:r>
          </a:p>
          <a:p>
            <a:pPr lvl="1" eaLnBrk="1" hangingPunct="1"/>
            <a:r>
              <a:rPr lang="zh-CN" altLang="en-US" sz="3200" b="1">
                <a:solidFill>
                  <a:srgbClr val="FF0000"/>
                </a:solidFill>
              </a:rPr>
              <a:t>符号串的长度</a:t>
            </a:r>
            <a:r>
              <a:rPr lang="en-US" altLang="zh-CN" sz="3200" b="1">
                <a:solidFill>
                  <a:srgbClr val="FF0000"/>
                </a:solidFill>
              </a:rPr>
              <a:t>:</a:t>
            </a:r>
            <a:r>
              <a:rPr lang="zh-CN" altLang="en-US" sz="3200" b="1"/>
              <a:t>符号串中所含符号的个数</a:t>
            </a:r>
            <a:r>
              <a:rPr lang="en-US" altLang="zh-CN" sz="3200" b="1"/>
              <a:t>.</a:t>
            </a:r>
          </a:p>
          <a:p>
            <a:pPr lvl="2" eaLnBrk="1" hangingPunct="1">
              <a:buFontTx/>
              <a:buNone/>
            </a:pPr>
            <a:r>
              <a:rPr lang="zh-CN" altLang="en-US" sz="3200" b="1"/>
              <a:t>例</a:t>
            </a:r>
            <a:r>
              <a:rPr lang="en-US" altLang="zh-CN" sz="3200" b="1"/>
              <a:t>:     |abc|=3</a:t>
            </a:r>
            <a:r>
              <a:rPr lang="zh-CN" altLang="en-US" sz="3200" b="1"/>
              <a:t>。</a:t>
            </a:r>
          </a:p>
          <a:p>
            <a:pPr lvl="1" eaLnBrk="1" hangingPunct="1"/>
            <a:endParaRPr lang="zh-CN" altLang="en-US" sz="3200" b="1"/>
          </a:p>
          <a:p>
            <a:pPr lvl="2" eaLnBrk="1" hangingPunct="1">
              <a:buFontTx/>
              <a:buNone/>
            </a:pPr>
            <a:r>
              <a:rPr lang="zh-CN" altLang="en-US" sz="32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图片 4">
            <a:extLst>
              <a:ext uri="{FF2B5EF4-FFF2-40B4-BE49-F238E27FC236}">
                <a16:creationId xmlns:a16="http://schemas.microsoft.com/office/drawing/2014/main" id="{0C401BC1-56B7-6726-83F1-4E827732A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692150"/>
            <a:ext cx="8021638"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BC58E118-B404-2363-4848-3EF4FEBC05AE}"/>
              </a:ext>
            </a:extLst>
          </p:cNvPr>
          <p:cNvSpPr>
            <a:spLocks noGrp="1" noChangeArrowheads="1"/>
          </p:cNvSpPr>
          <p:nvPr>
            <p:ph type="title"/>
          </p:nvPr>
        </p:nvSpPr>
        <p:spPr>
          <a:xfrm>
            <a:off x="91077" y="210684"/>
            <a:ext cx="1723118" cy="1143000"/>
          </a:xfrm>
        </p:spPr>
        <p:txBody>
          <a:bodyPr/>
          <a:lstStyle/>
          <a:p>
            <a:pPr eaLnBrk="1" hangingPunct="1"/>
            <a:r>
              <a:rPr lang="en-US" altLang="zh-CN" b="1" dirty="0"/>
              <a:t>P42</a:t>
            </a:r>
            <a:endParaRPr lang="zh-CN" alt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6D8E87F-5801-9B0F-C3DA-B86F7ED95CA6}"/>
              </a:ext>
            </a:extLst>
          </p:cNvPr>
          <p:cNvSpPr>
            <a:spLocks noGrp="1" noChangeArrowheads="1"/>
          </p:cNvSpPr>
          <p:nvPr>
            <p:ph type="title"/>
          </p:nvPr>
        </p:nvSpPr>
        <p:spPr/>
        <p:txBody>
          <a:bodyPr/>
          <a:lstStyle/>
          <a:p>
            <a:pPr eaLnBrk="1" hangingPunct="1"/>
            <a:r>
              <a:rPr lang="zh-CN" altLang="en-US" b="1"/>
              <a:t>基本概念和术语</a:t>
            </a:r>
          </a:p>
        </p:txBody>
      </p:sp>
      <p:sp>
        <p:nvSpPr>
          <p:cNvPr id="6147" name="Rectangle 3">
            <a:extLst>
              <a:ext uri="{FF2B5EF4-FFF2-40B4-BE49-F238E27FC236}">
                <a16:creationId xmlns:a16="http://schemas.microsoft.com/office/drawing/2014/main" id="{B2F876FC-84A4-F3DC-FEA0-7B2B38D21878}"/>
              </a:ext>
            </a:extLst>
          </p:cNvPr>
          <p:cNvSpPr>
            <a:spLocks noGrp="1" noChangeArrowheads="1"/>
          </p:cNvSpPr>
          <p:nvPr>
            <p:ph type="body" idx="1"/>
          </p:nvPr>
        </p:nvSpPr>
        <p:spPr/>
        <p:txBody>
          <a:bodyPr/>
          <a:lstStyle/>
          <a:p>
            <a:pPr lvl="1" eaLnBrk="1" hangingPunct="1"/>
            <a:r>
              <a:rPr lang="zh-CN" altLang="en-US" sz="3200" b="1">
                <a:solidFill>
                  <a:srgbClr val="FF0000"/>
                </a:solidFill>
              </a:rPr>
              <a:t>空符号串（空字）</a:t>
            </a:r>
            <a:r>
              <a:rPr lang="en-US" altLang="zh-CN" sz="3200" b="1">
                <a:solidFill>
                  <a:srgbClr val="FF0000"/>
                </a:solidFill>
              </a:rPr>
              <a:t>:</a:t>
            </a:r>
            <a:r>
              <a:rPr lang="zh-CN" altLang="en-US" sz="3200" b="1"/>
              <a:t>不包含任何符号的符号串</a:t>
            </a:r>
            <a:r>
              <a:rPr lang="en-US" altLang="zh-CN" sz="3200" b="1"/>
              <a:t>,</a:t>
            </a:r>
            <a:r>
              <a:rPr lang="zh-CN" altLang="en-US" sz="3200" b="1"/>
              <a:t>记为</a:t>
            </a:r>
            <a:r>
              <a:rPr lang="en-US" altLang="zh-CN" sz="3200" b="1"/>
              <a:t>ε</a:t>
            </a:r>
            <a:r>
              <a:rPr lang="zh-CN" altLang="en-US" sz="3200" b="1"/>
              <a:t>。</a:t>
            </a:r>
            <a:r>
              <a:rPr lang="en-US" altLang="zh-CN" sz="3200" b="1"/>
              <a:t>|ε|=0</a:t>
            </a:r>
            <a:r>
              <a:rPr lang="zh-CN" altLang="en-US" sz="3200" b="1"/>
              <a:t>。</a:t>
            </a:r>
          </a:p>
          <a:p>
            <a:pPr lvl="1" eaLnBrk="1" hangingPunct="1"/>
            <a:r>
              <a:rPr lang="zh-CN" altLang="en-US" b="1"/>
              <a:t>用</a:t>
            </a:r>
            <a:r>
              <a:rPr lang="en-US" altLang="zh-CN" b="1">
                <a:solidFill>
                  <a:srgbClr val="FF0000"/>
                </a:solidFill>
              </a:rPr>
              <a:t>Σ*</a:t>
            </a:r>
            <a:r>
              <a:rPr lang="zh-CN" altLang="en-US" b="1"/>
              <a:t>表示</a:t>
            </a:r>
            <a:r>
              <a:rPr lang="en-US" altLang="zh-CN" b="1"/>
              <a:t>Σ</a:t>
            </a:r>
            <a:r>
              <a:rPr lang="zh-CN" altLang="en-US" b="1"/>
              <a:t>上的所有符号串的全体，空字也包括在其中。 </a:t>
            </a:r>
            <a:r>
              <a:rPr lang="en-US" altLang="zh-CN" sz="3200" b="1"/>
              <a:t>Σ*</a:t>
            </a:r>
            <a:r>
              <a:rPr lang="zh-CN" altLang="en-US" sz="3200" b="1"/>
              <a:t>显然为一无限集</a:t>
            </a:r>
            <a:endParaRPr lang="zh-CN" altLang="en-US" b="1"/>
          </a:p>
          <a:p>
            <a:pPr eaLnBrk="1" hangingPunct="1">
              <a:buFont typeface="Wingdings" panose="05000000000000000000" pitchFamily="2" charset="2"/>
              <a:buNone/>
            </a:pPr>
            <a:r>
              <a:rPr lang="zh-CN" altLang="en-US" b="1">
                <a:solidFill>
                  <a:srgbClr val="800000"/>
                </a:solidFill>
              </a:rPr>
              <a:t>          如：若</a:t>
            </a:r>
            <a:r>
              <a:rPr lang="en-US" altLang="zh-CN" b="1">
                <a:solidFill>
                  <a:srgbClr val="800000"/>
                </a:solidFill>
              </a:rPr>
              <a:t>Σ={a,b}</a:t>
            </a:r>
          </a:p>
          <a:p>
            <a:pPr eaLnBrk="1" hangingPunct="1">
              <a:buFont typeface="Wingdings" panose="05000000000000000000" pitchFamily="2" charset="2"/>
              <a:buNone/>
            </a:pPr>
            <a:r>
              <a:rPr lang="zh-CN" altLang="en-US" b="1">
                <a:solidFill>
                  <a:srgbClr val="800000"/>
                </a:solidFill>
              </a:rPr>
              <a:t>　　　　则</a:t>
            </a:r>
            <a:r>
              <a:rPr lang="en-US" altLang="zh-CN" b="1">
                <a:solidFill>
                  <a:srgbClr val="800000"/>
                </a:solidFill>
              </a:rPr>
              <a:t>Σ*={ ε,a,b,aa,ab,bb,ba,aaa,…}</a:t>
            </a:r>
          </a:p>
          <a:p>
            <a:pPr eaLnBrk="1" hangingPunct="1">
              <a:buFont typeface="Wingdings" panose="05000000000000000000" pitchFamily="2" charset="2"/>
              <a:buNone/>
            </a:pPr>
            <a:r>
              <a:rPr lang="zh-CN" altLang="en-US" b="1">
                <a:solidFill>
                  <a:srgbClr val="FF0000"/>
                </a:solidFill>
              </a:rPr>
              <a:t>　　　</a:t>
            </a:r>
            <a:r>
              <a:rPr lang="en-US" altLang="zh-CN" b="1">
                <a:solidFill>
                  <a:srgbClr val="FF0000"/>
                </a:solidFill>
              </a:rPr>
              <a:t>φ</a:t>
            </a:r>
            <a:r>
              <a:rPr lang="zh-CN" altLang="en-US" b="1"/>
              <a:t>：不含任何元素的空集</a:t>
            </a:r>
            <a:r>
              <a:rPr lang="en-US" altLang="zh-CN" b="1"/>
              <a:t>{ } </a:t>
            </a:r>
          </a:p>
          <a:p>
            <a:pPr eaLnBrk="1" hangingPunct="1">
              <a:buFont typeface="Wingdings" panose="05000000000000000000" pitchFamily="2" charset="2"/>
              <a:buNone/>
            </a:pPr>
            <a:r>
              <a:rPr lang="zh-CN" altLang="en-US" b="1"/>
              <a:t>　　</a:t>
            </a:r>
            <a:r>
              <a:rPr lang="zh-CN" altLang="en-US" b="1">
                <a:solidFill>
                  <a:srgbClr val="FF0000"/>
                </a:solidFill>
              </a:rPr>
              <a:t>注意：</a:t>
            </a:r>
            <a:r>
              <a:rPr lang="en-US" altLang="zh-CN" b="1">
                <a:solidFill>
                  <a:srgbClr val="FF0000"/>
                </a:solidFill>
              </a:rPr>
              <a:t>ε</a:t>
            </a:r>
            <a:r>
              <a:rPr lang="zh-CN" altLang="en-US" b="1"/>
              <a:t>、</a:t>
            </a:r>
            <a:r>
              <a:rPr lang="en-US" altLang="zh-CN" b="1"/>
              <a:t>{ }</a:t>
            </a:r>
            <a:r>
              <a:rPr lang="zh-CN" altLang="en-US" b="1"/>
              <a:t>和</a:t>
            </a:r>
            <a:r>
              <a:rPr lang="en-US" altLang="zh-CN" b="1"/>
              <a:t>{ε}</a:t>
            </a:r>
            <a:r>
              <a:rPr lang="zh-CN" altLang="en-US" b="1"/>
              <a:t>的区别。</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C6E08F0-4B12-ECCD-7586-38DA0D7589EA}"/>
              </a:ext>
            </a:extLst>
          </p:cNvPr>
          <p:cNvSpPr>
            <a:spLocks noGrp="1" noChangeArrowheads="1"/>
          </p:cNvSpPr>
          <p:nvPr>
            <p:ph type="title"/>
          </p:nvPr>
        </p:nvSpPr>
        <p:spPr>
          <a:xfrm>
            <a:off x="1825625" y="188913"/>
            <a:ext cx="8540750" cy="1143000"/>
          </a:xfrm>
        </p:spPr>
        <p:txBody>
          <a:bodyPr/>
          <a:lstStyle/>
          <a:p>
            <a:pPr eaLnBrk="1" hangingPunct="1"/>
            <a:r>
              <a:rPr lang="zh-CN" altLang="en-US" b="1"/>
              <a:t>基本概念和术语</a:t>
            </a:r>
          </a:p>
        </p:txBody>
      </p:sp>
      <p:sp>
        <p:nvSpPr>
          <p:cNvPr id="7171" name="Rectangle 3">
            <a:extLst>
              <a:ext uri="{FF2B5EF4-FFF2-40B4-BE49-F238E27FC236}">
                <a16:creationId xmlns:a16="http://schemas.microsoft.com/office/drawing/2014/main" id="{0A53F054-A969-4107-A3DD-7BD77F54738D}"/>
              </a:ext>
            </a:extLst>
          </p:cNvPr>
          <p:cNvSpPr>
            <a:spLocks noGrp="1" noChangeArrowheads="1"/>
          </p:cNvSpPr>
          <p:nvPr>
            <p:ph type="body" idx="1"/>
          </p:nvPr>
        </p:nvSpPr>
        <p:spPr>
          <a:xfrm>
            <a:off x="1825625" y="1196976"/>
            <a:ext cx="8540750" cy="4265613"/>
          </a:xfrm>
        </p:spPr>
        <p:txBody>
          <a:bodyPr/>
          <a:lstStyle/>
          <a:p>
            <a:pPr eaLnBrk="1" hangingPunct="1"/>
            <a:r>
              <a:rPr lang="zh-CN" altLang="en-US" sz="3600" b="1">
                <a:solidFill>
                  <a:srgbClr val="FF0000"/>
                </a:solidFill>
              </a:rPr>
              <a:t>符号串的运算：</a:t>
            </a:r>
          </a:p>
          <a:p>
            <a:pPr lvl="1" eaLnBrk="1" hangingPunct="1"/>
            <a:r>
              <a:rPr lang="zh-CN" altLang="en-US" sz="3200" b="1">
                <a:solidFill>
                  <a:srgbClr val="FF0000"/>
                </a:solidFill>
              </a:rPr>
              <a:t>符号串的连接：</a:t>
            </a:r>
            <a:r>
              <a:rPr lang="zh-CN" altLang="en-US" sz="3200" b="1"/>
              <a:t>设</a:t>
            </a:r>
            <a:r>
              <a:rPr lang="en-US" altLang="zh-CN" sz="3200" b="1"/>
              <a:t>x</a:t>
            </a:r>
            <a:r>
              <a:rPr lang="zh-CN" altLang="en-US" sz="3200" b="1"/>
              <a:t>和</a:t>
            </a:r>
            <a:r>
              <a:rPr lang="en-US" altLang="zh-CN" sz="3200" b="1"/>
              <a:t>y</a:t>
            </a:r>
            <a:r>
              <a:rPr lang="zh-CN" altLang="en-US" sz="3200" b="1"/>
              <a:t>是两个符号串，将符号串</a:t>
            </a:r>
            <a:r>
              <a:rPr lang="en-US" altLang="zh-CN" sz="3200" b="1"/>
              <a:t>y</a:t>
            </a:r>
            <a:r>
              <a:rPr lang="zh-CN" altLang="en-US" sz="3200" b="1"/>
              <a:t>直接拼接在</a:t>
            </a:r>
            <a:r>
              <a:rPr lang="en-US" altLang="zh-CN" sz="3200" b="1"/>
              <a:t>x</a:t>
            </a:r>
            <a:r>
              <a:rPr lang="zh-CN" altLang="en-US" sz="3200" b="1"/>
              <a:t>之后，此种操作为符号串</a:t>
            </a:r>
            <a:r>
              <a:rPr lang="en-US" altLang="zh-CN" sz="3200" b="1"/>
              <a:t>x</a:t>
            </a:r>
            <a:r>
              <a:rPr lang="zh-CN" altLang="en-US" sz="3200" b="1"/>
              <a:t>和</a:t>
            </a:r>
            <a:r>
              <a:rPr lang="en-US" altLang="zh-CN" sz="3200" b="1"/>
              <a:t>y</a:t>
            </a:r>
            <a:r>
              <a:rPr lang="zh-CN" altLang="en-US" sz="3200" b="1"/>
              <a:t>的连接，记为</a:t>
            </a:r>
            <a:r>
              <a:rPr lang="en-US" altLang="zh-CN" sz="3200" b="1"/>
              <a:t>xy</a:t>
            </a:r>
            <a:r>
              <a:rPr lang="zh-CN" altLang="en-US" sz="3200" b="1"/>
              <a:t>。</a:t>
            </a:r>
          </a:p>
          <a:p>
            <a:pPr lvl="1" eaLnBrk="1" hangingPunct="1">
              <a:buFont typeface="Wingdings" panose="05000000000000000000" pitchFamily="2" charset="2"/>
              <a:buNone/>
            </a:pPr>
            <a:r>
              <a:rPr lang="zh-CN" altLang="en-US" sz="3200" b="1"/>
              <a:t>　</a:t>
            </a:r>
            <a:r>
              <a:rPr lang="zh-CN" altLang="en-US" sz="3200" b="1">
                <a:solidFill>
                  <a:srgbClr val="800000"/>
                </a:solidFill>
              </a:rPr>
              <a:t>　例：若</a:t>
            </a:r>
            <a:r>
              <a:rPr lang="en-US" altLang="zh-CN" sz="3200" b="1">
                <a:solidFill>
                  <a:srgbClr val="800000"/>
                </a:solidFill>
              </a:rPr>
              <a:t>x=NPU</a:t>
            </a:r>
            <a:r>
              <a:rPr lang="zh-CN" altLang="en-US" sz="3200" b="1">
                <a:solidFill>
                  <a:srgbClr val="800000"/>
                </a:solidFill>
              </a:rPr>
              <a:t>，</a:t>
            </a:r>
            <a:r>
              <a:rPr lang="en-US" altLang="zh-CN" sz="3200" b="1">
                <a:solidFill>
                  <a:srgbClr val="800000"/>
                </a:solidFill>
              </a:rPr>
              <a:t>y=1108</a:t>
            </a:r>
            <a:r>
              <a:rPr lang="zh-CN" altLang="en-US" sz="3200" b="1">
                <a:solidFill>
                  <a:srgbClr val="800000"/>
                </a:solidFill>
              </a:rPr>
              <a:t>，</a:t>
            </a:r>
          </a:p>
          <a:p>
            <a:pPr lvl="1" eaLnBrk="1" hangingPunct="1">
              <a:buFont typeface="Wingdings" panose="05000000000000000000" pitchFamily="2" charset="2"/>
              <a:buNone/>
            </a:pPr>
            <a:r>
              <a:rPr lang="zh-CN" altLang="en-US" sz="3200" b="1">
                <a:solidFill>
                  <a:srgbClr val="800000"/>
                </a:solidFill>
              </a:rPr>
              <a:t>　　则</a:t>
            </a:r>
            <a:r>
              <a:rPr lang="en-US" altLang="zh-CN" sz="3200" b="1">
                <a:solidFill>
                  <a:srgbClr val="800000"/>
                </a:solidFill>
              </a:rPr>
              <a:t>xy=NPU1108</a:t>
            </a:r>
            <a:r>
              <a:rPr lang="zh-CN" altLang="en-US" sz="3200" b="1">
                <a:solidFill>
                  <a:srgbClr val="800000"/>
                </a:solidFill>
              </a:rPr>
              <a:t>。而</a:t>
            </a:r>
            <a:r>
              <a:rPr lang="en-US" altLang="zh-CN" sz="3200" b="1">
                <a:solidFill>
                  <a:srgbClr val="800000"/>
                </a:solidFill>
              </a:rPr>
              <a:t>yx=1108NPU</a:t>
            </a:r>
          </a:p>
          <a:p>
            <a:pPr lvl="1" eaLnBrk="1" hangingPunct="1">
              <a:buFont typeface="Wingdings" panose="05000000000000000000" pitchFamily="2" charset="2"/>
              <a:buNone/>
            </a:pPr>
            <a:r>
              <a:rPr lang="zh-CN" altLang="en-US" sz="3200" b="1">
                <a:solidFill>
                  <a:srgbClr val="800000"/>
                </a:solidFill>
              </a:rPr>
              <a:t>　　</a:t>
            </a:r>
            <a:r>
              <a:rPr lang="en-US" altLang="zh-CN" sz="3200" b="1">
                <a:solidFill>
                  <a:srgbClr val="800000"/>
                </a:solidFill>
              </a:rPr>
              <a:t>εx=xε=x </a:t>
            </a:r>
          </a:p>
          <a:p>
            <a:pPr lvl="1" eaLnBrk="1" hangingPunct="1"/>
            <a:r>
              <a:rPr lang="zh-CN" altLang="en-US" sz="3200" b="1">
                <a:solidFill>
                  <a:srgbClr val="FF0000"/>
                </a:solidFill>
              </a:rPr>
              <a:t>符号串的方幂：</a:t>
            </a:r>
            <a:r>
              <a:rPr lang="zh-CN" altLang="en-US" sz="3200" b="1"/>
              <a:t>符号串</a:t>
            </a:r>
            <a:r>
              <a:rPr lang="en-US" altLang="zh-CN" sz="3200" b="1"/>
              <a:t>x</a:t>
            </a:r>
            <a:r>
              <a:rPr lang="zh-CN" altLang="en-US" sz="3200" b="1"/>
              <a:t>与其自身的</a:t>
            </a:r>
            <a:r>
              <a:rPr lang="en-US" altLang="zh-CN" sz="3200" b="1"/>
              <a:t>n-1</a:t>
            </a:r>
            <a:r>
              <a:rPr lang="zh-CN" altLang="en-US" sz="3200" b="1"/>
              <a:t>次连接称为此符号串的</a:t>
            </a:r>
            <a:r>
              <a:rPr lang="en-US" altLang="zh-CN" sz="3200" b="1"/>
              <a:t>n</a:t>
            </a:r>
            <a:r>
              <a:rPr lang="zh-CN" altLang="en-US" sz="3200" b="1"/>
              <a:t>次方幂，记作</a:t>
            </a:r>
            <a:r>
              <a:rPr lang="en-US" altLang="zh-CN" sz="3200" b="1">
                <a:solidFill>
                  <a:srgbClr val="FF0000"/>
                </a:solidFill>
              </a:rPr>
              <a:t>x</a:t>
            </a:r>
            <a:r>
              <a:rPr lang="en-US" altLang="zh-CN" sz="3200" b="1" baseline="30000">
                <a:solidFill>
                  <a:srgbClr val="FF0000"/>
                </a:solidFill>
              </a:rPr>
              <a:t>n</a:t>
            </a:r>
            <a:r>
              <a:rPr lang="zh-CN" altLang="en-US" sz="3200" b="1">
                <a:solidFill>
                  <a:srgbClr val="FF0000"/>
                </a:solidFill>
              </a:rPr>
              <a:t>。</a:t>
            </a:r>
          </a:p>
          <a:p>
            <a:pPr lvl="2" eaLnBrk="1" hangingPunct="1">
              <a:buFontTx/>
              <a:buNone/>
            </a:pPr>
            <a:r>
              <a:rPr lang="zh-CN" altLang="en-US" sz="2800" b="1"/>
              <a:t> 特别：</a:t>
            </a:r>
            <a:r>
              <a:rPr lang="en-US" altLang="zh-CN" sz="2800" b="1"/>
              <a:t>x</a:t>
            </a:r>
            <a:r>
              <a:rPr lang="en-US" altLang="zh-CN" sz="2800" b="1" baseline="30000"/>
              <a:t>0</a:t>
            </a:r>
            <a:r>
              <a:rPr lang="en-US" altLang="zh-CN" sz="2800" b="1"/>
              <a:t>=ε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80913F-7127-69D0-8A57-6947880EBBD7}"/>
              </a:ext>
            </a:extLst>
          </p:cNvPr>
          <p:cNvSpPr>
            <a:spLocks noGrp="1" noChangeArrowheads="1"/>
          </p:cNvSpPr>
          <p:nvPr>
            <p:ph type="title"/>
          </p:nvPr>
        </p:nvSpPr>
        <p:spPr>
          <a:xfrm>
            <a:off x="1847850" y="44450"/>
            <a:ext cx="8540750" cy="1143000"/>
          </a:xfrm>
        </p:spPr>
        <p:txBody>
          <a:bodyPr/>
          <a:lstStyle/>
          <a:p>
            <a:pPr eaLnBrk="1" hangingPunct="1"/>
            <a:r>
              <a:rPr lang="zh-CN" altLang="en-US" b="1"/>
              <a:t>基本概念和术语</a:t>
            </a:r>
          </a:p>
        </p:txBody>
      </p:sp>
      <p:sp>
        <p:nvSpPr>
          <p:cNvPr id="8195" name="Rectangle 3">
            <a:extLst>
              <a:ext uri="{FF2B5EF4-FFF2-40B4-BE49-F238E27FC236}">
                <a16:creationId xmlns:a16="http://schemas.microsoft.com/office/drawing/2014/main" id="{0D0785BA-B70E-6B3D-C624-54DF971D688F}"/>
              </a:ext>
            </a:extLst>
          </p:cNvPr>
          <p:cNvSpPr>
            <a:spLocks noGrp="1" noChangeArrowheads="1"/>
          </p:cNvSpPr>
          <p:nvPr>
            <p:ph type="body" idx="1"/>
          </p:nvPr>
        </p:nvSpPr>
        <p:spPr>
          <a:xfrm>
            <a:off x="1524000" y="1125539"/>
            <a:ext cx="8929688" cy="6264275"/>
          </a:xfrm>
        </p:spPr>
        <p:txBody>
          <a:bodyPr/>
          <a:lstStyle/>
          <a:p>
            <a:pPr eaLnBrk="1" hangingPunct="1">
              <a:lnSpc>
                <a:spcPct val="90000"/>
              </a:lnSpc>
            </a:pPr>
            <a:r>
              <a:rPr lang="zh-CN" altLang="en-US" sz="4000" b="1">
                <a:solidFill>
                  <a:srgbClr val="FF0000"/>
                </a:solidFill>
              </a:rPr>
              <a:t>符号串集合的运算：</a:t>
            </a:r>
          </a:p>
          <a:p>
            <a:pPr lvl="1" eaLnBrk="1" hangingPunct="1">
              <a:lnSpc>
                <a:spcPct val="90000"/>
              </a:lnSpc>
              <a:buFont typeface="Wingdings" panose="05000000000000000000" pitchFamily="2" charset="2"/>
              <a:buNone/>
            </a:pPr>
            <a:r>
              <a:rPr lang="zh-CN" altLang="en-US" sz="3600" b="1"/>
              <a:t>      </a:t>
            </a:r>
            <a:r>
              <a:rPr lang="zh-CN" altLang="en-US" sz="3200" b="1"/>
              <a:t>设Ｕ，</a:t>
            </a:r>
            <a:r>
              <a:rPr lang="en-US" altLang="zh-CN" sz="3200" b="1"/>
              <a:t>V</a:t>
            </a:r>
            <a:r>
              <a:rPr lang="zh-CN" altLang="en-US" sz="3200" b="1"/>
              <a:t>为两个符号串的集合：</a:t>
            </a:r>
          </a:p>
          <a:p>
            <a:pPr lvl="1" eaLnBrk="1" hangingPunct="1">
              <a:lnSpc>
                <a:spcPct val="90000"/>
              </a:lnSpc>
            </a:pPr>
            <a:r>
              <a:rPr lang="zh-CN" altLang="en-US" sz="3200" b="1">
                <a:solidFill>
                  <a:srgbClr val="FF0000"/>
                </a:solidFill>
              </a:rPr>
              <a:t>集合Ｕ，</a:t>
            </a:r>
            <a:r>
              <a:rPr lang="en-US" altLang="zh-CN" sz="3200" b="1">
                <a:solidFill>
                  <a:srgbClr val="FF0000"/>
                </a:solidFill>
              </a:rPr>
              <a:t>V</a:t>
            </a:r>
            <a:r>
              <a:rPr lang="zh-CN" altLang="en-US" sz="3200" b="1">
                <a:solidFill>
                  <a:srgbClr val="FF0000"/>
                </a:solidFill>
              </a:rPr>
              <a:t>的和</a:t>
            </a:r>
            <a:r>
              <a:rPr lang="zh-CN" altLang="en-US" sz="3200" b="1"/>
              <a:t>记作</a:t>
            </a:r>
            <a:r>
              <a:rPr lang="en-US" altLang="zh-CN" sz="3200" b="1">
                <a:solidFill>
                  <a:srgbClr val="FF0000"/>
                </a:solidFill>
              </a:rPr>
              <a:t>U+V</a:t>
            </a:r>
            <a:r>
              <a:rPr lang="en-US" altLang="zh-CN" sz="3200" b="1"/>
              <a:t>(</a:t>
            </a:r>
            <a:r>
              <a:rPr lang="zh-CN" altLang="en-US" sz="3200" b="1"/>
              <a:t>或</a:t>
            </a:r>
            <a:r>
              <a:rPr lang="en-US" altLang="zh-CN" sz="3200" b="1">
                <a:solidFill>
                  <a:srgbClr val="FF0000"/>
                </a:solidFill>
              </a:rPr>
              <a:t>U∪V</a:t>
            </a:r>
            <a:r>
              <a:rPr lang="en-US" altLang="zh-CN" sz="3200" b="1"/>
              <a:t>) </a:t>
            </a:r>
          </a:p>
          <a:p>
            <a:pPr lvl="3" eaLnBrk="1" hangingPunct="1">
              <a:lnSpc>
                <a:spcPct val="90000"/>
              </a:lnSpc>
              <a:buFont typeface="Arial" panose="020B0604020202020204" pitchFamily="34" charset="0"/>
              <a:buNone/>
            </a:pPr>
            <a:r>
              <a:rPr lang="zh-CN" altLang="en-US" sz="3200" b="1"/>
              <a:t>定义为： </a:t>
            </a:r>
            <a:r>
              <a:rPr lang="en-US" altLang="zh-CN" sz="3200" b="1"/>
              <a:t>U+V={α|α∈U </a:t>
            </a:r>
            <a:r>
              <a:rPr lang="zh-CN" altLang="en-US" sz="3200" b="1"/>
              <a:t>或 </a:t>
            </a:r>
            <a:r>
              <a:rPr lang="en-US" altLang="zh-CN" sz="3200" b="1"/>
              <a:t>α∈V}</a:t>
            </a:r>
          </a:p>
          <a:p>
            <a:pPr lvl="3" eaLnBrk="1" hangingPunct="1">
              <a:lnSpc>
                <a:spcPct val="90000"/>
              </a:lnSpc>
              <a:buFont typeface="Arial" panose="020B0604020202020204" pitchFamily="34" charset="0"/>
              <a:buNone/>
            </a:pPr>
            <a:endParaRPr lang="en-US" altLang="zh-CN" sz="3200" b="1"/>
          </a:p>
          <a:p>
            <a:pPr lvl="1" eaLnBrk="1" hangingPunct="1">
              <a:lnSpc>
                <a:spcPct val="90000"/>
              </a:lnSpc>
            </a:pPr>
            <a:r>
              <a:rPr lang="zh-CN" altLang="en-US" sz="3200" b="1">
                <a:solidFill>
                  <a:srgbClr val="FF0000"/>
                </a:solidFill>
              </a:rPr>
              <a:t>集合</a:t>
            </a:r>
            <a:r>
              <a:rPr lang="en-US" altLang="zh-CN" sz="3200" b="1">
                <a:solidFill>
                  <a:srgbClr val="FF0000"/>
                </a:solidFill>
              </a:rPr>
              <a:t>U</a:t>
            </a:r>
            <a:r>
              <a:rPr lang="zh-CN" altLang="en-US" sz="3200" b="1">
                <a:solidFill>
                  <a:srgbClr val="FF0000"/>
                </a:solidFill>
              </a:rPr>
              <a:t>同</a:t>
            </a:r>
            <a:r>
              <a:rPr lang="en-US" altLang="zh-CN" sz="3200" b="1">
                <a:solidFill>
                  <a:srgbClr val="FF0000"/>
                </a:solidFill>
              </a:rPr>
              <a:t>V</a:t>
            </a:r>
            <a:r>
              <a:rPr lang="zh-CN" altLang="en-US" sz="3200" b="1">
                <a:solidFill>
                  <a:srgbClr val="FF0000"/>
                </a:solidFill>
              </a:rPr>
              <a:t>的积</a:t>
            </a:r>
            <a:r>
              <a:rPr lang="zh-CN" altLang="en-US" sz="3200" b="1"/>
              <a:t>记作</a:t>
            </a:r>
            <a:r>
              <a:rPr lang="en-US" altLang="zh-CN" sz="3200" b="1">
                <a:solidFill>
                  <a:srgbClr val="FF0000"/>
                </a:solidFill>
              </a:rPr>
              <a:t>UV </a:t>
            </a:r>
          </a:p>
          <a:p>
            <a:pPr lvl="3" eaLnBrk="1" hangingPunct="1">
              <a:lnSpc>
                <a:spcPct val="90000"/>
              </a:lnSpc>
              <a:buFont typeface="Arial" panose="020B0604020202020204" pitchFamily="34" charset="0"/>
              <a:buNone/>
            </a:pPr>
            <a:r>
              <a:rPr lang="zh-CN" altLang="en-US" sz="3200" b="1"/>
              <a:t>定义为： </a:t>
            </a:r>
            <a:r>
              <a:rPr lang="en-US" altLang="zh-CN" sz="3200" b="1"/>
              <a:t>UV={αβ | α ∈U </a:t>
            </a:r>
            <a:r>
              <a:rPr lang="zh-CN" altLang="en-US" sz="3200" b="1"/>
              <a:t>且 </a:t>
            </a:r>
            <a:r>
              <a:rPr lang="en-US" altLang="zh-CN" sz="3200" b="1"/>
              <a:t>β ∈V }         </a:t>
            </a:r>
          </a:p>
          <a:p>
            <a:pPr lvl="3" eaLnBrk="1" hangingPunct="1">
              <a:lnSpc>
                <a:spcPct val="90000"/>
              </a:lnSpc>
              <a:buFont typeface="Arial" panose="020B0604020202020204" pitchFamily="34" charset="0"/>
              <a:buNone/>
            </a:pPr>
            <a:r>
              <a:rPr lang="zh-CN" altLang="en-US" sz="3200" b="1"/>
              <a:t>一般</a:t>
            </a:r>
            <a:r>
              <a:rPr lang="en-US" altLang="zh-CN" sz="3200" b="1"/>
              <a:t>UV≠VU</a:t>
            </a:r>
            <a:r>
              <a:rPr lang="zh-CN" altLang="en-US" sz="3200" b="1"/>
              <a:t>，但（</a:t>
            </a:r>
            <a:r>
              <a:rPr lang="en-US" altLang="zh-CN" sz="3200" b="1"/>
              <a:t>UV)W=U(VW).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606B5AD-7694-3E81-926D-0733A44ABB1B}"/>
              </a:ext>
            </a:extLst>
          </p:cNvPr>
          <p:cNvSpPr>
            <a:spLocks noGrp="1" noChangeArrowheads="1"/>
          </p:cNvSpPr>
          <p:nvPr>
            <p:ph type="title"/>
          </p:nvPr>
        </p:nvSpPr>
        <p:spPr/>
        <p:txBody>
          <a:bodyPr/>
          <a:lstStyle/>
          <a:p>
            <a:pPr eaLnBrk="1" hangingPunct="1"/>
            <a:r>
              <a:rPr lang="zh-CN" altLang="en-US" b="1"/>
              <a:t>基本概念和术语</a:t>
            </a:r>
          </a:p>
        </p:txBody>
      </p:sp>
      <p:sp>
        <p:nvSpPr>
          <p:cNvPr id="91139" name="Rectangle 3">
            <a:extLst>
              <a:ext uri="{FF2B5EF4-FFF2-40B4-BE49-F238E27FC236}">
                <a16:creationId xmlns:a16="http://schemas.microsoft.com/office/drawing/2014/main" id="{AD6BACE2-C637-C989-813A-28EA77395744}"/>
              </a:ext>
            </a:extLst>
          </p:cNvPr>
          <p:cNvSpPr>
            <a:spLocks noGrp="1" noChangeArrowheads="1"/>
          </p:cNvSpPr>
          <p:nvPr>
            <p:ph type="body" idx="1"/>
          </p:nvPr>
        </p:nvSpPr>
        <p:spPr>
          <a:xfrm>
            <a:off x="1825625" y="1905001"/>
            <a:ext cx="8540750" cy="2238375"/>
          </a:xfrm>
        </p:spPr>
        <p:txBody>
          <a:bodyPr/>
          <a:lstStyle/>
          <a:p>
            <a:pPr eaLnBrk="1" hangingPunct="1">
              <a:buFont typeface="Wingdings" panose="05000000000000000000" pitchFamily="2" charset="2"/>
              <a:buNone/>
            </a:pPr>
            <a:r>
              <a:rPr lang="zh-CN" altLang="en-US" sz="3600" b="1">
                <a:solidFill>
                  <a:srgbClr val="006600"/>
                </a:solidFill>
              </a:rPr>
              <a:t>例：</a:t>
            </a:r>
          </a:p>
          <a:p>
            <a:pPr eaLnBrk="1" hangingPunct="1">
              <a:buFont typeface="Wingdings" panose="05000000000000000000" pitchFamily="2" charset="2"/>
              <a:buNone/>
            </a:pPr>
            <a:r>
              <a:rPr lang="zh-CN" altLang="en-US" sz="3600" b="1">
                <a:solidFill>
                  <a:srgbClr val="800000"/>
                </a:solidFill>
              </a:rPr>
              <a:t>          设</a:t>
            </a:r>
            <a:r>
              <a:rPr lang="en-US" altLang="zh-CN" sz="3600" b="1">
                <a:solidFill>
                  <a:srgbClr val="800000"/>
                </a:solidFill>
              </a:rPr>
              <a:t>U = { a, b }   V = { c, d }  W= {df, ghi} </a:t>
            </a:r>
            <a:r>
              <a:rPr lang="zh-CN" altLang="en-US" sz="3600" b="1">
                <a:solidFill>
                  <a:srgbClr val="800000"/>
                </a:solidFill>
              </a:rPr>
              <a:t>求</a:t>
            </a:r>
            <a:r>
              <a:rPr lang="en-US" altLang="zh-CN" sz="3600" b="1">
                <a:solidFill>
                  <a:srgbClr val="800000"/>
                </a:solidFill>
              </a:rPr>
              <a:t>UV=?   UW=?</a:t>
            </a:r>
          </a:p>
          <a:p>
            <a:pPr eaLnBrk="1" hangingPunct="1">
              <a:buFont typeface="Wingdings" panose="05000000000000000000" pitchFamily="2" charset="2"/>
              <a:buNone/>
            </a:pPr>
            <a:r>
              <a:rPr lang="en-US" altLang="zh-CN" sz="3600" b="1"/>
              <a:t>       </a:t>
            </a:r>
            <a:endParaRPr lang="en-US" altLang="zh-CN" b="1"/>
          </a:p>
        </p:txBody>
      </p:sp>
      <p:sp>
        <p:nvSpPr>
          <p:cNvPr id="4" name="TextBox 3">
            <a:extLst>
              <a:ext uri="{FF2B5EF4-FFF2-40B4-BE49-F238E27FC236}">
                <a16:creationId xmlns:a16="http://schemas.microsoft.com/office/drawing/2014/main" id="{F7A074CB-E12E-0B1B-834D-6BEF0D698127}"/>
              </a:ext>
            </a:extLst>
          </p:cNvPr>
          <p:cNvSpPr txBox="1"/>
          <p:nvPr/>
        </p:nvSpPr>
        <p:spPr>
          <a:xfrm>
            <a:off x="2095500" y="4071939"/>
            <a:ext cx="7786688" cy="1508125"/>
          </a:xfrm>
          <a:prstGeom prst="rect">
            <a:avLst/>
          </a:prstGeom>
          <a:noFill/>
        </p:spPr>
        <p:txBody>
          <a:bodyPr>
            <a:spAutoFit/>
          </a:bodyPr>
          <a:lstStyle/>
          <a:p>
            <a:pPr fontAlgn="base">
              <a:spcBef>
                <a:spcPct val="0"/>
              </a:spcBef>
              <a:spcAft>
                <a:spcPct val="0"/>
              </a:spcAft>
              <a:defRPr/>
            </a:pPr>
            <a:r>
              <a:rPr lang="en-US" altLang="zh-CN" sz="3600" b="1" dirty="0">
                <a:solidFill>
                  <a:srgbClr val="800000"/>
                </a:solidFill>
                <a:latin typeface="Arial"/>
                <a:ea typeface="宋体"/>
              </a:rPr>
              <a:t>UV={ ac, ad, </a:t>
            </a:r>
            <a:r>
              <a:rPr lang="en-US" altLang="zh-CN" sz="3600" b="1" dirty="0" err="1">
                <a:solidFill>
                  <a:srgbClr val="800000"/>
                </a:solidFill>
                <a:latin typeface="Arial"/>
                <a:ea typeface="宋体"/>
              </a:rPr>
              <a:t>bc</a:t>
            </a:r>
            <a:r>
              <a:rPr lang="en-US" altLang="zh-CN" sz="3600" b="1" dirty="0">
                <a:solidFill>
                  <a:srgbClr val="800000"/>
                </a:solidFill>
                <a:latin typeface="Arial"/>
                <a:ea typeface="宋体"/>
              </a:rPr>
              <a:t>, </a:t>
            </a:r>
            <a:r>
              <a:rPr lang="en-US" altLang="zh-CN" sz="3600" b="1" dirty="0" err="1">
                <a:solidFill>
                  <a:srgbClr val="800000"/>
                </a:solidFill>
                <a:latin typeface="Arial"/>
                <a:ea typeface="宋体"/>
              </a:rPr>
              <a:t>bd</a:t>
            </a:r>
            <a:r>
              <a:rPr lang="en-US" altLang="zh-CN" sz="3600" b="1" dirty="0">
                <a:solidFill>
                  <a:srgbClr val="800000"/>
                </a:solidFill>
                <a:latin typeface="Arial"/>
                <a:ea typeface="宋体"/>
              </a:rPr>
              <a:t> }</a:t>
            </a:r>
          </a:p>
          <a:p>
            <a:pPr fontAlgn="base">
              <a:spcBef>
                <a:spcPct val="0"/>
              </a:spcBef>
              <a:spcAft>
                <a:spcPct val="0"/>
              </a:spcAft>
              <a:defRPr/>
            </a:pPr>
            <a:r>
              <a:rPr lang="en-US" altLang="zh-CN" sz="3600" b="1" dirty="0">
                <a:solidFill>
                  <a:srgbClr val="800000"/>
                </a:solidFill>
                <a:latin typeface="Arial"/>
                <a:ea typeface="宋体"/>
              </a:rPr>
              <a:t>UW={ </a:t>
            </a:r>
            <a:r>
              <a:rPr lang="en-US" altLang="zh-CN" sz="3600" b="1" dirty="0" err="1">
                <a:solidFill>
                  <a:srgbClr val="800000"/>
                </a:solidFill>
                <a:latin typeface="Arial"/>
                <a:ea typeface="宋体"/>
              </a:rPr>
              <a:t>adf</a:t>
            </a:r>
            <a:r>
              <a:rPr lang="en-US" altLang="zh-CN" sz="3600" b="1" dirty="0">
                <a:solidFill>
                  <a:srgbClr val="800000"/>
                </a:solidFill>
                <a:latin typeface="Arial"/>
                <a:ea typeface="宋体"/>
              </a:rPr>
              <a:t>, </a:t>
            </a:r>
            <a:r>
              <a:rPr lang="en-US" altLang="zh-CN" sz="3600" b="1" dirty="0" err="1">
                <a:solidFill>
                  <a:srgbClr val="800000"/>
                </a:solidFill>
                <a:latin typeface="Arial"/>
                <a:ea typeface="宋体"/>
              </a:rPr>
              <a:t>aghi</a:t>
            </a:r>
            <a:r>
              <a:rPr lang="en-US" altLang="zh-CN" sz="3600" b="1" dirty="0">
                <a:solidFill>
                  <a:srgbClr val="800000"/>
                </a:solidFill>
                <a:latin typeface="Arial"/>
                <a:ea typeface="宋体"/>
              </a:rPr>
              <a:t>, </a:t>
            </a:r>
            <a:r>
              <a:rPr lang="en-US" altLang="zh-CN" sz="3600" b="1" dirty="0" err="1">
                <a:solidFill>
                  <a:srgbClr val="800000"/>
                </a:solidFill>
                <a:latin typeface="Arial"/>
                <a:ea typeface="宋体"/>
              </a:rPr>
              <a:t>bdf</a:t>
            </a:r>
            <a:r>
              <a:rPr lang="en-US" altLang="zh-CN" sz="3600" b="1" dirty="0">
                <a:solidFill>
                  <a:srgbClr val="800000"/>
                </a:solidFill>
                <a:latin typeface="Arial"/>
                <a:ea typeface="宋体"/>
              </a:rPr>
              <a:t>, </a:t>
            </a:r>
            <a:r>
              <a:rPr lang="en-US" altLang="zh-CN" sz="3600" b="1" dirty="0" err="1">
                <a:solidFill>
                  <a:srgbClr val="800000"/>
                </a:solidFill>
                <a:latin typeface="Arial"/>
                <a:ea typeface="宋体"/>
              </a:rPr>
              <a:t>bghi</a:t>
            </a:r>
            <a:r>
              <a:rPr lang="en-US" altLang="zh-CN" sz="3600" b="1" dirty="0">
                <a:solidFill>
                  <a:srgbClr val="800000"/>
                </a:solidFill>
                <a:latin typeface="Arial"/>
                <a:ea typeface="宋体"/>
              </a:rPr>
              <a:t> }</a:t>
            </a:r>
          </a:p>
          <a:p>
            <a:pPr fontAlgn="base">
              <a:spcBef>
                <a:spcPct val="0"/>
              </a:spcBef>
              <a:spcAft>
                <a:spcPct val="0"/>
              </a:spcAft>
              <a:defRPr/>
            </a:pPr>
            <a:endParaRPr lang="zh-CN" altLang="en-US" sz="2000" b="1" dirty="0">
              <a:solidFill>
                <a:srgbClr val="003399"/>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blinds(horizontal)">
                                      <p:cBhvr>
                                        <p:cTn id="7" dur="500"/>
                                        <p:tgtEl>
                                          <p:spTgt spid="91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blinds(horizontal)">
                                      <p:cBhvr>
                                        <p:cTn id="12" dur="500"/>
                                        <p:tgtEl>
                                          <p:spTgt spid="91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1139">
                                            <p:txEl>
                                              <p:pRg st="2" end="2"/>
                                            </p:txEl>
                                          </p:spTgt>
                                        </p:tgtEl>
                                        <p:attrNameLst>
                                          <p:attrName>style.visibility</p:attrName>
                                        </p:attrNameLst>
                                      </p:cBhvr>
                                      <p:to>
                                        <p:strVal val="visible"/>
                                      </p:to>
                                    </p:set>
                                    <p:animEffect transition="in" filter="blinds(horizontal)">
                                      <p:cBhvr>
                                        <p:cTn id="17" dur="500"/>
                                        <p:tgtEl>
                                          <p:spTgt spid="911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72AB99F-87A8-75F1-DBA3-FD6F5978F751}"/>
              </a:ext>
            </a:extLst>
          </p:cNvPr>
          <p:cNvSpPr>
            <a:spLocks noGrp="1" noChangeArrowheads="1"/>
          </p:cNvSpPr>
          <p:nvPr>
            <p:ph type="title"/>
          </p:nvPr>
        </p:nvSpPr>
        <p:spPr/>
        <p:txBody>
          <a:bodyPr/>
          <a:lstStyle/>
          <a:p>
            <a:pPr eaLnBrk="1" hangingPunct="1"/>
            <a:r>
              <a:rPr lang="zh-CN" altLang="en-US" b="1"/>
              <a:t>基本概念和术语</a:t>
            </a:r>
          </a:p>
        </p:txBody>
      </p:sp>
      <p:sp>
        <p:nvSpPr>
          <p:cNvPr id="10243" name="Rectangle 3">
            <a:extLst>
              <a:ext uri="{FF2B5EF4-FFF2-40B4-BE49-F238E27FC236}">
                <a16:creationId xmlns:a16="http://schemas.microsoft.com/office/drawing/2014/main" id="{1630B722-B88E-5BF0-A00D-0FE0D4DD1595}"/>
              </a:ext>
            </a:extLst>
          </p:cNvPr>
          <p:cNvSpPr>
            <a:spLocks noGrp="1" noChangeArrowheads="1"/>
          </p:cNvSpPr>
          <p:nvPr>
            <p:ph type="body" idx="1"/>
          </p:nvPr>
        </p:nvSpPr>
        <p:spPr/>
        <p:txBody>
          <a:bodyPr/>
          <a:lstStyle/>
          <a:p>
            <a:pPr lvl="1" eaLnBrk="1" hangingPunct="1"/>
            <a:r>
              <a:rPr lang="en-US" altLang="zh-CN" sz="3600" b="1">
                <a:solidFill>
                  <a:srgbClr val="FFFF00"/>
                </a:solidFill>
              </a:rPr>
              <a:t> </a:t>
            </a:r>
            <a:r>
              <a:rPr lang="en-US" altLang="zh-CN" sz="3600" b="1">
                <a:solidFill>
                  <a:srgbClr val="FF0000"/>
                </a:solidFill>
              </a:rPr>
              <a:t>V</a:t>
            </a:r>
            <a:r>
              <a:rPr lang="zh-CN" altLang="en-US" sz="3600" b="1">
                <a:solidFill>
                  <a:srgbClr val="FF0000"/>
                </a:solidFill>
              </a:rPr>
              <a:t>自身的</a:t>
            </a:r>
            <a:r>
              <a:rPr lang="en-US" altLang="zh-CN" sz="3600" b="1">
                <a:solidFill>
                  <a:srgbClr val="FF0000"/>
                </a:solidFill>
              </a:rPr>
              <a:t>n</a:t>
            </a:r>
            <a:r>
              <a:rPr lang="zh-CN" altLang="en-US" sz="3600" b="1">
                <a:solidFill>
                  <a:srgbClr val="FF0000"/>
                </a:solidFill>
              </a:rPr>
              <a:t>次（连接）积</a:t>
            </a:r>
            <a:r>
              <a:rPr lang="zh-CN" altLang="en-US" sz="3600" b="1"/>
              <a:t>记为：</a:t>
            </a:r>
          </a:p>
          <a:p>
            <a:pPr lvl="3" eaLnBrk="1" hangingPunct="1">
              <a:buFont typeface="Arial" panose="020B0604020202020204" pitchFamily="34" charset="0"/>
              <a:buNone/>
            </a:pPr>
            <a:r>
              <a:rPr lang="en-US" altLang="zh-CN" sz="3600" b="1"/>
              <a:t>V</a:t>
            </a:r>
            <a:r>
              <a:rPr lang="en-US" altLang="zh-CN" sz="3600" b="1" baseline="30000"/>
              <a:t>n</a:t>
            </a:r>
            <a:r>
              <a:rPr lang="en-US" altLang="zh-CN" sz="3600" b="1"/>
              <a:t> = V V…V (n</a:t>
            </a:r>
            <a:r>
              <a:rPr lang="zh-CN" altLang="en-US" sz="3600" b="1"/>
              <a:t>个</a:t>
            </a:r>
            <a:r>
              <a:rPr lang="en-US" altLang="zh-CN" sz="3600" b="1"/>
              <a:t>V) </a:t>
            </a:r>
            <a:r>
              <a:rPr lang="zh-CN" altLang="en-US" sz="3600" b="1"/>
              <a:t>规定</a:t>
            </a:r>
            <a:r>
              <a:rPr lang="en-US" altLang="zh-CN" sz="3600" b="1"/>
              <a:t>V</a:t>
            </a:r>
            <a:r>
              <a:rPr lang="en-US" altLang="zh-CN" sz="3600" b="1" baseline="30000"/>
              <a:t>0</a:t>
            </a:r>
            <a:r>
              <a:rPr lang="en-US" altLang="zh-CN" sz="3600" b="1"/>
              <a:t>= {ε}.</a:t>
            </a:r>
          </a:p>
          <a:p>
            <a:pPr lvl="3" eaLnBrk="1" hangingPunct="1">
              <a:buFont typeface="Arial" panose="020B0604020202020204" pitchFamily="34" charset="0"/>
              <a:buNone/>
            </a:pPr>
            <a:endParaRPr lang="en-US" altLang="zh-CN" sz="3600" b="1"/>
          </a:p>
          <a:p>
            <a:pPr eaLnBrk="1" hangingPunct="1">
              <a:buFont typeface="Wingdings" panose="05000000000000000000" pitchFamily="2" charset="2"/>
              <a:buNone/>
            </a:pPr>
            <a:r>
              <a:rPr lang="en-US" altLang="zh-CN" sz="3600" b="1">
                <a:solidFill>
                  <a:srgbClr val="CC0000"/>
                </a:solidFill>
              </a:rPr>
              <a:t>       </a:t>
            </a:r>
            <a:r>
              <a:rPr lang="zh-CN" altLang="en-US" sz="3600" b="1">
                <a:solidFill>
                  <a:srgbClr val="CC0000"/>
                </a:solidFill>
              </a:rPr>
              <a:t>例：设</a:t>
            </a:r>
            <a:r>
              <a:rPr lang="en-US" altLang="zh-CN" sz="3600" b="1">
                <a:solidFill>
                  <a:srgbClr val="CC0000"/>
                </a:solidFill>
              </a:rPr>
              <a:t>A = { a, b },   </a:t>
            </a:r>
            <a:r>
              <a:rPr lang="zh-CN" altLang="en-US" sz="3600" b="1">
                <a:solidFill>
                  <a:srgbClr val="CC0000"/>
                </a:solidFill>
              </a:rPr>
              <a:t>求</a:t>
            </a:r>
            <a:r>
              <a:rPr kumimoji="1" lang="en-US" altLang="zh-CN" sz="3600" b="1">
                <a:solidFill>
                  <a:srgbClr val="CC0000"/>
                </a:solidFill>
              </a:rPr>
              <a:t>A</a:t>
            </a:r>
            <a:r>
              <a:rPr kumimoji="1" lang="en-US" altLang="zh-CN" sz="3600" b="1" baseline="30000">
                <a:solidFill>
                  <a:srgbClr val="CC0000"/>
                </a:solidFill>
              </a:rPr>
              <a:t>0</a:t>
            </a:r>
            <a:r>
              <a:rPr kumimoji="1" lang="en-US" altLang="zh-CN" sz="3600" b="1">
                <a:solidFill>
                  <a:srgbClr val="CC0000"/>
                </a:solidFill>
              </a:rPr>
              <a:t> </a:t>
            </a:r>
            <a:r>
              <a:rPr kumimoji="1" lang="zh-CN" altLang="en-US" sz="3600" b="1">
                <a:solidFill>
                  <a:srgbClr val="CC0000"/>
                </a:solidFill>
              </a:rPr>
              <a:t>， </a:t>
            </a:r>
            <a:r>
              <a:rPr kumimoji="1" lang="en-US" altLang="zh-CN" sz="3600" b="1">
                <a:solidFill>
                  <a:srgbClr val="CC0000"/>
                </a:solidFill>
              </a:rPr>
              <a:t>A</a:t>
            </a:r>
            <a:r>
              <a:rPr kumimoji="1" lang="en-US" altLang="zh-CN" sz="3600" b="1" baseline="30000">
                <a:solidFill>
                  <a:srgbClr val="CC0000"/>
                </a:solidFill>
              </a:rPr>
              <a:t>1</a:t>
            </a:r>
            <a:r>
              <a:rPr kumimoji="1" lang="zh-CN" altLang="en-US" sz="3600" b="1" baseline="30000">
                <a:solidFill>
                  <a:srgbClr val="CC0000"/>
                </a:solidFill>
              </a:rPr>
              <a:t>， </a:t>
            </a:r>
            <a:r>
              <a:rPr kumimoji="1" lang="en-US" altLang="zh-CN" sz="3600" b="1">
                <a:solidFill>
                  <a:srgbClr val="CC0000"/>
                </a:solidFill>
              </a:rPr>
              <a:t>A</a:t>
            </a:r>
            <a:r>
              <a:rPr kumimoji="1" lang="en-US" altLang="zh-CN" sz="3600" b="1" baseline="30000">
                <a:solidFill>
                  <a:srgbClr val="CC0000"/>
                </a:solidFill>
              </a:rPr>
              <a:t>2</a:t>
            </a:r>
            <a:r>
              <a:rPr kumimoji="1" lang="en-US" altLang="zh-CN" sz="3600" b="1">
                <a:solidFill>
                  <a:srgbClr val="CC0000"/>
                </a:solidFill>
              </a:rPr>
              <a:t> </a:t>
            </a:r>
            <a:endParaRPr lang="en-US" altLang="zh-CN" sz="3600" b="1">
              <a:solidFill>
                <a:srgbClr val="CC0000"/>
              </a:solidFill>
            </a:endParaRPr>
          </a:p>
          <a:p>
            <a:pPr eaLnBrk="1" hangingPunct="1">
              <a:buFont typeface="Wingdings" panose="05000000000000000000" pitchFamily="2" charset="2"/>
              <a:buNone/>
            </a:pPr>
            <a:r>
              <a:rPr kumimoji="1" lang="en-US" altLang="zh-CN" sz="3600" b="1"/>
              <a:t>   </a:t>
            </a:r>
            <a:r>
              <a:rPr kumimoji="1" lang="zh-CN" altLang="en-US" sz="3600" b="1"/>
              <a:t>　    </a:t>
            </a:r>
            <a:r>
              <a:rPr kumimoji="1" lang="en-US" altLang="zh-CN" sz="3600" b="1"/>
              <a:t>A</a:t>
            </a:r>
            <a:r>
              <a:rPr kumimoji="1" lang="en-US" altLang="zh-CN" sz="3600" b="1" baseline="30000"/>
              <a:t>0</a:t>
            </a:r>
            <a:r>
              <a:rPr kumimoji="1" lang="en-US" altLang="zh-CN" sz="3600" b="1"/>
              <a:t> = {ε}</a:t>
            </a:r>
            <a:r>
              <a:rPr kumimoji="1" lang="zh-CN" altLang="en-US" sz="3600" b="1"/>
              <a:t>　　　 </a:t>
            </a:r>
            <a:endParaRPr kumimoji="1" lang="en-US" altLang="zh-CN" sz="3600" b="1"/>
          </a:p>
          <a:p>
            <a:pPr eaLnBrk="1" hangingPunct="1">
              <a:buFont typeface="Wingdings" panose="05000000000000000000" pitchFamily="2" charset="2"/>
              <a:buNone/>
            </a:pPr>
            <a:r>
              <a:rPr kumimoji="1" lang="en-US" altLang="zh-CN" sz="3600" b="1"/>
              <a:t>		    A</a:t>
            </a:r>
            <a:r>
              <a:rPr kumimoji="1" lang="en-US" altLang="zh-CN" sz="3600" b="1" baseline="30000"/>
              <a:t>1</a:t>
            </a:r>
            <a:r>
              <a:rPr kumimoji="1" lang="en-US" altLang="zh-CN" sz="3600" b="1"/>
              <a:t> = { a, b}</a:t>
            </a:r>
          </a:p>
          <a:p>
            <a:pPr eaLnBrk="1" hangingPunct="1">
              <a:buFont typeface="Wingdings" panose="05000000000000000000" pitchFamily="2" charset="2"/>
              <a:buNone/>
            </a:pPr>
            <a:r>
              <a:rPr kumimoji="1" lang="en-US" altLang="zh-CN" sz="3600" b="1"/>
              <a:t>    </a:t>
            </a:r>
            <a:r>
              <a:rPr kumimoji="1" lang="zh-CN" altLang="en-US" sz="3600" b="1"/>
              <a:t>　   </a:t>
            </a:r>
            <a:r>
              <a:rPr kumimoji="1" lang="en-US" altLang="zh-CN" sz="3600" b="1"/>
              <a:t>A</a:t>
            </a:r>
            <a:r>
              <a:rPr kumimoji="1" lang="en-US" altLang="zh-CN" sz="3600" b="1" baseline="30000"/>
              <a:t>2 </a:t>
            </a:r>
            <a:r>
              <a:rPr kumimoji="1" lang="en-US" altLang="zh-CN" sz="3600" b="1"/>
              <a:t>= {aa, ab, ba, bb }</a:t>
            </a:r>
          </a:p>
          <a:p>
            <a:pPr lvl="3" eaLnBrk="1" hangingPunct="1">
              <a:buFont typeface="Arial" panose="020B0604020202020204" pitchFamily="34" charset="0"/>
              <a:buNone/>
            </a:pPr>
            <a:endParaRPr lang="en-US" altLang="zh-CN" sz="3600" b="1"/>
          </a:p>
          <a:p>
            <a:pPr lvl="3" eaLnBrk="1" hangingPunct="1">
              <a:buFont typeface="Arial" panose="020B0604020202020204" pitchFamily="34" charset="0"/>
              <a:buNone/>
            </a:pPr>
            <a:endParaRPr lang="en-US" altLang="zh-CN" sz="36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A2A1807-B444-830F-B03F-B3B61F12ABB4}"/>
              </a:ext>
            </a:extLst>
          </p:cNvPr>
          <p:cNvSpPr>
            <a:spLocks noGrp="1" noChangeArrowheads="1"/>
          </p:cNvSpPr>
          <p:nvPr>
            <p:ph type="title"/>
          </p:nvPr>
        </p:nvSpPr>
        <p:spPr>
          <a:xfrm>
            <a:off x="1847850" y="44450"/>
            <a:ext cx="8540750" cy="1143000"/>
          </a:xfrm>
        </p:spPr>
        <p:txBody>
          <a:bodyPr/>
          <a:lstStyle/>
          <a:p>
            <a:pPr eaLnBrk="1" hangingPunct="1"/>
            <a:r>
              <a:rPr lang="zh-CN" altLang="en-US" b="1"/>
              <a:t>基本概念和术语</a:t>
            </a:r>
          </a:p>
        </p:txBody>
      </p:sp>
      <p:sp>
        <p:nvSpPr>
          <p:cNvPr id="11267" name="Rectangle 3">
            <a:extLst>
              <a:ext uri="{FF2B5EF4-FFF2-40B4-BE49-F238E27FC236}">
                <a16:creationId xmlns:a16="http://schemas.microsoft.com/office/drawing/2014/main" id="{86D901AD-4D1F-E0E3-AB57-E8E45081010C}"/>
              </a:ext>
            </a:extLst>
          </p:cNvPr>
          <p:cNvSpPr>
            <a:spLocks noGrp="1" noChangeArrowheads="1"/>
          </p:cNvSpPr>
          <p:nvPr>
            <p:ph type="body" idx="1"/>
          </p:nvPr>
        </p:nvSpPr>
        <p:spPr>
          <a:xfrm>
            <a:off x="1847850" y="1052513"/>
            <a:ext cx="8540750" cy="4699000"/>
          </a:xfrm>
        </p:spPr>
        <p:txBody>
          <a:bodyPr/>
          <a:lstStyle/>
          <a:p>
            <a:pPr lvl="1" eaLnBrk="1" hangingPunct="1"/>
            <a:r>
              <a:rPr lang="en-US" altLang="zh-CN" sz="3200" b="1">
                <a:solidFill>
                  <a:srgbClr val="FF0000"/>
                </a:solidFill>
              </a:rPr>
              <a:t>V* = V</a:t>
            </a:r>
            <a:r>
              <a:rPr lang="en-US" altLang="zh-CN" sz="3200" b="1" baseline="30000">
                <a:solidFill>
                  <a:srgbClr val="FF0000"/>
                </a:solidFill>
              </a:rPr>
              <a:t>0</a:t>
            </a:r>
            <a:r>
              <a:rPr lang="en-US" altLang="zh-CN" sz="3200" b="1">
                <a:solidFill>
                  <a:srgbClr val="FF0000"/>
                </a:solidFill>
              </a:rPr>
              <a:t>∪V</a:t>
            </a:r>
            <a:r>
              <a:rPr lang="en-US" altLang="zh-CN" sz="3200" b="1" baseline="30000">
                <a:solidFill>
                  <a:srgbClr val="FF0000"/>
                </a:solidFill>
              </a:rPr>
              <a:t>1</a:t>
            </a:r>
            <a:r>
              <a:rPr lang="en-US" altLang="zh-CN" sz="3200" b="1">
                <a:solidFill>
                  <a:srgbClr val="FF0000"/>
                </a:solidFill>
              </a:rPr>
              <a:t>∪V</a:t>
            </a:r>
            <a:r>
              <a:rPr lang="en-US" altLang="zh-CN" sz="3200" b="1" baseline="30000">
                <a:solidFill>
                  <a:srgbClr val="FF0000"/>
                </a:solidFill>
              </a:rPr>
              <a:t>2</a:t>
            </a:r>
            <a:r>
              <a:rPr lang="en-US" altLang="zh-CN" sz="3200" b="1">
                <a:solidFill>
                  <a:srgbClr val="FF0000"/>
                </a:solidFill>
              </a:rPr>
              <a:t>∪…</a:t>
            </a:r>
            <a:r>
              <a:rPr lang="zh-CN" altLang="en-US" sz="3200" b="1">
                <a:solidFill>
                  <a:srgbClr val="FF0000"/>
                </a:solidFill>
              </a:rPr>
              <a:t>，称</a:t>
            </a:r>
            <a:r>
              <a:rPr lang="en-US" altLang="zh-CN" sz="3200" b="1">
                <a:solidFill>
                  <a:srgbClr val="FF0000"/>
                </a:solidFill>
              </a:rPr>
              <a:t>V*</a:t>
            </a:r>
            <a:r>
              <a:rPr lang="zh-CN" altLang="en-US" sz="3200" b="1">
                <a:solidFill>
                  <a:srgbClr val="FF0000"/>
                </a:solidFill>
              </a:rPr>
              <a:t>是</a:t>
            </a:r>
            <a:r>
              <a:rPr lang="en-US" altLang="zh-CN" sz="3200" b="1">
                <a:solidFill>
                  <a:srgbClr val="FF0000"/>
                </a:solidFill>
              </a:rPr>
              <a:t>V</a:t>
            </a:r>
            <a:r>
              <a:rPr lang="zh-CN" altLang="en-US" sz="3200" b="1">
                <a:solidFill>
                  <a:srgbClr val="FF0000"/>
                </a:solidFill>
              </a:rPr>
              <a:t>的闭包</a:t>
            </a:r>
            <a:r>
              <a:rPr lang="zh-CN" altLang="en-US" sz="3200" b="1"/>
              <a:t>。闭包</a:t>
            </a:r>
            <a:r>
              <a:rPr lang="en-US" altLang="zh-CN" sz="3200" b="1"/>
              <a:t>V*</a:t>
            </a:r>
            <a:r>
              <a:rPr lang="zh-CN" altLang="en-US" sz="3200" b="1"/>
              <a:t>中的每个符号都是由</a:t>
            </a:r>
            <a:r>
              <a:rPr lang="en-US" altLang="zh-CN" sz="3200" b="1"/>
              <a:t>V</a:t>
            </a:r>
            <a:r>
              <a:rPr lang="zh-CN" altLang="en-US" sz="3200" b="1"/>
              <a:t>中的符号串经有限次连接而成的。</a:t>
            </a:r>
          </a:p>
          <a:p>
            <a:pPr lvl="1" eaLnBrk="1" hangingPunct="1"/>
            <a:r>
              <a:rPr lang="zh-CN" altLang="en-US" sz="3200" b="1">
                <a:solidFill>
                  <a:srgbClr val="FF0000"/>
                </a:solidFill>
              </a:rPr>
              <a:t>记</a:t>
            </a:r>
            <a:r>
              <a:rPr lang="en-US" altLang="zh-CN" sz="3200" b="1">
                <a:solidFill>
                  <a:srgbClr val="FF0000"/>
                </a:solidFill>
              </a:rPr>
              <a:t>V</a:t>
            </a:r>
            <a:r>
              <a:rPr lang="en-US" altLang="zh-CN" sz="3200" b="1" baseline="30000">
                <a:solidFill>
                  <a:srgbClr val="FF0000"/>
                </a:solidFill>
              </a:rPr>
              <a:t>+</a:t>
            </a:r>
            <a:r>
              <a:rPr lang="en-US" altLang="zh-CN" sz="3200" b="1">
                <a:solidFill>
                  <a:srgbClr val="FF0000"/>
                </a:solidFill>
              </a:rPr>
              <a:t>= VV*, </a:t>
            </a:r>
            <a:r>
              <a:rPr lang="zh-CN" altLang="en-US" sz="3200" b="1">
                <a:solidFill>
                  <a:srgbClr val="FF0000"/>
                </a:solidFill>
              </a:rPr>
              <a:t>称</a:t>
            </a:r>
            <a:r>
              <a:rPr lang="en-US" altLang="zh-CN" sz="3200" b="1">
                <a:solidFill>
                  <a:srgbClr val="FF0000"/>
                </a:solidFill>
              </a:rPr>
              <a:t>V</a:t>
            </a:r>
            <a:r>
              <a:rPr lang="en-US" altLang="zh-CN" sz="3200" b="1" baseline="30000">
                <a:solidFill>
                  <a:srgbClr val="FF0000"/>
                </a:solidFill>
              </a:rPr>
              <a:t>+</a:t>
            </a:r>
            <a:r>
              <a:rPr lang="zh-CN" altLang="en-US" sz="3200" b="1">
                <a:solidFill>
                  <a:srgbClr val="FF0000"/>
                </a:solidFill>
              </a:rPr>
              <a:t>是</a:t>
            </a:r>
            <a:r>
              <a:rPr lang="en-US" altLang="zh-CN" sz="3200" b="1">
                <a:solidFill>
                  <a:srgbClr val="FF0000"/>
                </a:solidFill>
              </a:rPr>
              <a:t>V</a:t>
            </a:r>
            <a:r>
              <a:rPr lang="zh-CN" altLang="en-US" sz="3200" b="1">
                <a:solidFill>
                  <a:srgbClr val="FF0000"/>
                </a:solidFill>
              </a:rPr>
              <a:t>的正则闭包</a:t>
            </a:r>
          </a:p>
          <a:p>
            <a:pPr lvl="1" eaLnBrk="1" hangingPunct="1">
              <a:buFont typeface="Wingdings" panose="05000000000000000000" pitchFamily="2" charset="2"/>
              <a:buNone/>
            </a:pPr>
            <a:r>
              <a:rPr lang="zh-CN" altLang="en-US" b="1">
                <a:solidFill>
                  <a:srgbClr val="993300"/>
                </a:solidFill>
              </a:rPr>
              <a:t>   设</a:t>
            </a:r>
            <a:r>
              <a:rPr lang="en-US" altLang="zh-CN" b="1">
                <a:solidFill>
                  <a:srgbClr val="993300"/>
                </a:solidFill>
              </a:rPr>
              <a:t>V= { a }  </a:t>
            </a:r>
            <a:r>
              <a:rPr lang="zh-CN" altLang="en-US" b="1">
                <a:solidFill>
                  <a:srgbClr val="993300"/>
                </a:solidFill>
              </a:rPr>
              <a:t>求</a:t>
            </a:r>
            <a:r>
              <a:rPr lang="en-US" altLang="zh-CN" b="1">
                <a:solidFill>
                  <a:srgbClr val="993300"/>
                </a:solidFill>
              </a:rPr>
              <a:t>V</a:t>
            </a:r>
            <a:r>
              <a:rPr lang="en-US" altLang="zh-CN" b="1" baseline="30000">
                <a:solidFill>
                  <a:srgbClr val="993300"/>
                </a:solidFill>
              </a:rPr>
              <a:t>+</a:t>
            </a:r>
            <a:r>
              <a:rPr lang="en-US" altLang="zh-CN" b="1">
                <a:solidFill>
                  <a:srgbClr val="993300"/>
                </a:solidFill>
              </a:rPr>
              <a:t> </a:t>
            </a:r>
            <a:r>
              <a:rPr lang="zh-CN" altLang="en-US" b="1">
                <a:solidFill>
                  <a:srgbClr val="993300"/>
                </a:solidFill>
              </a:rPr>
              <a:t>， </a:t>
            </a:r>
            <a:r>
              <a:rPr lang="en-US" altLang="zh-CN" b="1">
                <a:solidFill>
                  <a:srgbClr val="993300"/>
                </a:solidFill>
              </a:rPr>
              <a:t>V* </a:t>
            </a:r>
          </a:p>
          <a:p>
            <a:pPr eaLnBrk="1" hangingPunct="1">
              <a:buFont typeface="Wingdings" panose="05000000000000000000" pitchFamily="2" charset="2"/>
              <a:buNone/>
            </a:pPr>
            <a:r>
              <a:rPr lang="en-US" altLang="zh-CN" b="1"/>
              <a:t>		V* = {ε, a, aa, aaa, … } = { a</a:t>
            </a:r>
            <a:r>
              <a:rPr lang="en-US" altLang="zh-CN" b="1" baseline="30000"/>
              <a:t>n</a:t>
            </a:r>
            <a:r>
              <a:rPr lang="en-US" altLang="zh-CN" b="1"/>
              <a:t>  | n&gt;=0 }</a:t>
            </a:r>
          </a:p>
          <a:p>
            <a:pPr eaLnBrk="1" hangingPunct="1">
              <a:buFont typeface="Wingdings" panose="05000000000000000000" pitchFamily="2" charset="2"/>
              <a:buNone/>
            </a:pPr>
            <a:r>
              <a:rPr lang="en-US" altLang="zh-CN" b="1">
                <a:solidFill>
                  <a:srgbClr val="00FF00"/>
                </a:solidFill>
              </a:rPr>
              <a:t> 		</a:t>
            </a:r>
            <a:r>
              <a:rPr lang="en-US" altLang="zh-CN" b="1"/>
              <a:t>V</a:t>
            </a:r>
            <a:r>
              <a:rPr lang="en-US" altLang="zh-CN" b="1" baseline="30000"/>
              <a:t>+</a:t>
            </a:r>
            <a:r>
              <a:rPr lang="en-US" altLang="zh-CN" b="1"/>
              <a:t> = { a, aa, aaa, … } = { a</a:t>
            </a:r>
            <a:r>
              <a:rPr lang="en-US" altLang="zh-CN" b="1" baseline="30000"/>
              <a:t>n</a:t>
            </a:r>
            <a:r>
              <a:rPr lang="en-US" altLang="zh-CN" b="1"/>
              <a:t>  | n&gt;0 }</a:t>
            </a:r>
          </a:p>
          <a:p>
            <a:pPr eaLnBrk="1" hangingPunct="1">
              <a:buFont typeface="Wingdings" panose="05000000000000000000" pitchFamily="2" charset="2"/>
              <a:buNone/>
            </a:pPr>
            <a:r>
              <a:rPr lang="en-US" altLang="zh-CN" b="1">
                <a:solidFill>
                  <a:srgbClr val="993300"/>
                </a:solidFill>
              </a:rPr>
              <a:t>      </a:t>
            </a:r>
            <a:r>
              <a:rPr lang="zh-CN" altLang="en-US" b="1">
                <a:solidFill>
                  <a:srgbClr val="993300"/>
                </a:solidFill>
              </a:rPr>
              <a:t>设</a:t>
            </a:r>
            <a:r>
              <a:rPr lang="en-US" altLang="zh-CN" b="1">
                <a:solidFill>
                  <a:srgbClr val="993300"/>
                </a:solidFill>
              </a:rPr>
              <a:t>U = { ac, b }  </a:t>
            </a:r>
            <a:r>
              <a:rPr lang="zh-CN" altLang="en-US" b="1">
                <a:solidFill>
                  <a:srgbClr val="993300"/>
                </a:solidFill>
              </a:rPr>
              <a:t>求</a:t>
            </a:r>
            <a:r>
              <a:rPr lang="en-US" altLang="zh-CN" b="1">
                <a:solidFill>
                  <a:srgbClr val="993300"/>
                </a:solidFill>
              </a:rPr>
              <a:t>U*</a:t>
            </a:r>
            <a:r>
              <a:rPr lang="zh-CN" altLang="en-US" b="1">
                <a:solidFill>
                  <a:srgbClr val="993300"/>
                </a:solidFill>
              </a:rPr>
              <a:t>，</a:t>
            </a:r>
            <a:r>
              <a:rPr lang="en-US" altLang="zh-CN" b="1">
                <a:solidFill>
                  <a:srgbClr val="993300"/>
                </a:solidFill>
              </a:rPr>
              <a:t> U</a:t>
            </a:r>
            <a:r>
              <a:rPr lang="en-US" altLang="zh-CN" sz="2800" b="1" baseline="40000">
                <a:solidFill>
                  <a:srgbClr val="993300"/>
                </a:solidFill>
              </a:rPr>
              <a:t>+</a:t>
            </a:r>
            <a:r>
              <a:rPr lang="en-US" altLang="zh-CN" b="1">
                <a:solidFill>
                  <a:srgbClr val="993300"/>
                </a:solidFill>
              </a:rPr>
              <a:t> </a:t>
            </a:r>
          </a:p>
          <a:p>
            <a:pPr eaLnBrk="1" hangingPunct="1">
              <a:buFont typeface="Wingdings" panose="05000000000000000000" pitchFamily="2" charset="2"/>
              <a:buNone/>
            </a:pPr>
            <a:r>
              <a:rPr lang="en-US" altLang="zh-CN" b="1">
                <a:solidFill>
                  <a:srgbClr val="00FF00"/>
                </a:solidFill>
              </a:rPr>
              <a:t>         </a:t>
            </a:r>
            <a:r>
              <a:rPr lang="en-US" altLang="zh-CN" b="1"/>
              <a:t>U* = {ε, ac, b, acac, acb, bac, bb, … }</a:t>
            </a:r>
          </a:p>
          <a:p>
            <a:pPr eaLnBrk="1" hangingPunct="1">
              <a:buFont typeface="Wingdings" panose="05000000000000000000" pitchFamily="2" charset="2"/>
              <a:buNone/>
            </a:pPr>
            <a:r>
              <a:rPr lang="en-US" altLang="zh-CN" b="1"/>
              <a:t>         U</a:t>
            </a:r>
            <a:r>
              <a:rPr lang="en-US" altLang="zh-CN" sz="2800" b="1" baseline="40000"/>
              <a:t>+</a:t>
            </a:r>
            <a:r>
              <a:rPr lang="en-US" altLang="zh-CN" b="1"/>
              <a:t> = { ac, b, acac, acb, bac, bb, …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WordArt 2">
            <a:extLst>
              <a:ext uri="{FF2B5EF4-FFF2-40B4-BE49-F238E27FC236}">
                <a16:creationId xmlns:a16="http://schemas.microsoft.com/office/drawing/2014/main" id="{1E7D46B6-111C-850B-FD89-3CB900AA1A6B}"/>
              </a:ext>
            </a:extLst>
          </p:cNvPr>
          <p:cNvSpPr>
            <a:spLocks noChangeArrowheads="1" noChangeShapeType="1" noTextEdit="1"/>
          </p:cNvSpPr>
          <p:nvPr/>
        </p:nvSpPr>
        <p:spPr bwMode="auto">
          <a:xfrm>
            <a:off x="4008438" y="908050"/>
            <a:ext cx="3429000" cy="457200"/>
          </a:xfrm>
          <a:prstGeom prst="rect">
            <a:avLst/>
          </a:prstGeom>
        </p:spPr>
        <p:txBody>
          <a:bodyPr wrap="none" fromWordArt="1">
            <a:prstTxWarp prst="textPlain">
              <a:avLst>
                <a:gd name="adj" fmla="val 50000"/>
              </a:avLst>
            </a:prstTxWarp>
          </a:bodyPr>
          <a:lstStyle/>
          <a:p>
            <a:pPr algn="ctr" eaLnBrk="0" fontAlgn="base" hangingPunct="0">
              <a:spcBef>
                <a:spcPct val="0"/>
              </a:spcBef>
              <a:spcAft>
                <a:spcPct val="0"/>
              </a:spcAft>
            </a:pPr>
            <a:r>
              <a:rPr lang="zh-CN" altLang="en-US" sz="3600" b="1" kern="10">
                <a:ln w="9525">
                  <a:solidFill>
                    <a:srgbClr val="0000FF"/>
                  </a:solidFill>
                  <a:round/>
                  <a:headEnd/>
                  <a:tailEnd/>
                </a:ln>
                <a:solidFill>
                  <a:srgbClr val="FFFFFF"/>
                </a:solidFill>
                <a:effectLst>
                  <a:outerShdw dist="35921" dir="2700000" algn="ctr" rotWithShape="0">
                    <a:srgbClr val="808080">
                      <a:alpha val="79999"/>
                    </a:srgbClr>
                  </a:outerShdw>
                </a:effectLst>
                <a:latin typeface="宋体" panose="02010600030101010101" pitchFamily="2" charset="-122"/>
                <a:ea typeface="宋体" panose="02010600030101010101" pitchFamily="2" charset="-122"/>
              </a:rPr>
              <a:t>第三章 词法分析</a:t>
            </a:r>
          </a:p>
        </p:txBody>
      </p:sp>
      <p:grpSp>
        <p:nvGrpSpPr>
          <p:cNvPr id="2" name="Group 3">
            <a:extLst>
              <a:ext uri="{FF2B5EF4-FFF2-40B4-BE49-F238E27FC236}">
                <a16:creationId xmlns:a16="http://schemas.microsoft.com/office/drawing/2014/main" id="{A3EE33B4-B176-1A8C-D2E4-70FD8BD5C132}"/>
              </a:ext>
            </a:extLst>
          </p:cNvPr>
          <p:cNvGrpSpPr>
            <a:grpSpLocks/>
          </p:cNvGrpSpPr>
          <p:nvPr/>
        </p:nvGrpSpPr>
        <p:grpSpPr bwMode="auto">
          <a:xfrm>
            <a:off x="2351088" y="1773238"/>
            <a:ext cx="7345362" cy="863600"/>
            <a:chOff x="340" y="3022"/>
            <a:chExt cx="5171" cy="499"/>
          </a:xfrm>
        </p:grpSpPr>
        <p:graphicFrame>
          <p:nvGraphicFramePr>
            <p:cNvPr id="40973" name="Object 4">
              <a:extLst>
                <a:ext uri="{FF2B5EF4-FFF2-40B4-BE49-F238E27FC236}">
                  <a16:creationId xmlns:a16="http://schemas.microsoft.com/office/drawing/2014/main" id="{78FCD844-30AB-5FA8-CB6C-1909378077B0}"/>
                </a:ext>
              </a:extLst>
            </p:cNvPr>
            <p:cNvGraphicFramePr>
              <a:graphicFrameLocks noChangeAspect="1"/>
            </p:cNvGraphicFramePr>
            <p:nvPr/>
          </p:nvGraphicFramePr>
          <p:xfrm>
            <a:off x="340" y="3022"/>
            <a:ext cx="5171" cy="499"/>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40973" name="Object 4">
                          <a:extLst>
                            <a:ext uri="{FF2B5EF4-FFF2-40B4-BE49-F238E27FC236}">
                              <a16:creationId xmlns:a16="http://schemas.microsoft.com/office/drawing/2014/main" id="{78FCD844-30AB-5FA8-CB6C-190937807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 y="3022"/>
                          <a:ext cx="517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4" name="Rectangle 5">
              <a:extLst>
                <a:ext uri="{FF2B5EF4-FFF2-40B4-BE49-F238E27FC236}">
                  <a16:creationId xmlns:a16="http://schemas.microsoft.com/office/drawing/2014/main" id="{942D6E1C-1844-0C9E-9430-DF55F1366BF7}"/>
                </a:ext>
              </a:extLst>
            </p:cNvPr>
            <p:cNvSpPr>
              <a:spLocks noChangeArrowheads="1"/>
            </p:cNvSpPr>
            <p:nvPr/>
          </p:nvSpPr>
          <p:spPr bwMode="auto">
            <a:xfrm>
              <a:off x="385" y="3067"/>
              <a:ext cx="367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003399"/>
                  </a:solidFill>
                  <a:latin typeface="宋体" panose="02010600030101010101" pitchFamily="2" charset="-122"/>
                </a:rPr>
                <a:t> </a:t>
              </a:r>
              <a:r>
                <a:rPr lang="zh-CN" altLang="en-US" b="1">
                  <a:solidFill>
                    <a:srgbClr val="003399"/>
                  </a:solidFill>
                  <a:latin typeface="宋体" panose="02010600030101010101" pitchFamily="2" charset="-122"/>
                </a:rPr>
                <a:t>词法分析的</a:t>
              </a:r>
              <a:r>
                <a:rPr lang="zh-CN" altLang="en-US" b="1">
                  <a:solidFill>
                    <a:srgbClr val="DC5900"/>
                  </a:solidFill>
                  <a:latin typeface="宋体" panose="02010600030101010101" pitchFamily="2" charset="-122"/>
                </a:rPr>
                <a:t>任务</a:t>
              </a:r>
              <a:r>
                <a:rPr lang="zh-CN" altLang="en-US">
                  <a:solidFill>
                    <a:srgbClr val="003399"/>
                  </a:solidFill>
                  <a:latin typeface="宋体" panose="02010600030101010101" pitchFamily="2" charset="-122"/>
                </a:rPr>
                <a:t>：</a:t>
              </a:r>
            </a:p>
          </p:txBody>
        </p:sp>
      </p:grpSp>
      <p:graphicFrame>
        <p:nvGraphicFramePr>
          <p:cNvPr id="40964" name="Object 6">
            <a:extLst>
              <a:ext uri="{FF2B5EF4-FFF2-40B4-BE49-F238E27FC236}">
                <a16:creationId xmlns:a16="http://schemas.microsoft.com/office/drawing/2014/main" id="{F4101782-DFCB-8759-8082-9759D97C5745}"/>
              </a:ext>
            </a:extLst>
          </p:cNvPr>
          <p:cNvGraphicFramePr>
            <a:graphicFrameLocks noChangeAspect="1"/>
          </p:cNvGraphicFramePr>
          <p:nvPr/>
        </p:nvGraphicFramePr>
        <p:xfrm>
          <a:off x="-887413" y="8104188"/>
          <a:ext cx="258763" cy="549275"/>
        </p:xfrm>
        <a:graphic>
          <a:graphicData uri="http://schemas.openxmlformats.org/presentationml/2006/ole">
            <mc:AlternateContent xmlns:mc="http://schemas.openxmlformats.org/markup-compatibility/2006">
              <mc:Choice xmlns:v="urn:schemas-microsoft-com:vml" Requires="v">
                <p:oleObj name="公式" r:id="rId5" imgW="114151" imgH="215619" progId="Equation.3">
                  <p:embed/>
                </p:oleObj>
              </mc:Choice>
              <mc:Fallback>
                <p:oleObj name="公式" r:id="rId5" imgW="114151" imgH="215619" progId="Equation.3">
                  <p:embed/>
                  <p:pic>
                    <p:nvPicPr>
                      <p:cNvPr id="40964" name="Object 6">
                        <a:extLst>
                          <a:ext uri="{FF2B5EF4-FFF2-40B4-BE49-F238E27FC236}">
                            <a16:creationId xmlns:a16="http://schemas.microsoft.com/office/drawing/2014/main" id="{F4101782-DFCB-8759-8082-9759D97C57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413" y="8104188"/>
                        <a:ext cx="2587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7">
            <a:extLst>
              <a:ext uri="{FF2B5EF4-FFF2-40B4-BE49-F238E27FC236}">
                <a16:creationId xmlns:a16="http://schemas.microsoft.com/office/drawing/2014/main" id="{8655C64B-948D-1813-6319-27D5B3858D2D}"/>
              </a:ext>
            </a:extLst>
          </p:cNvPr>
          <p:cNvGrpSpPr>
            <a:grpSpLocks/>
          </p:cNvGrpSpPr>
          <p:nvPr/>
        </p:nvGrpSpPr>
        <p:grpSpPr bwMode="auto">
          <a:xfrm>
            <a:off x="2351088" y="2997201"/>
            <a:ext cx="7345362" cy="1871663"/>
            <a:chOff x="558" y="1877"/>
            <a:chExt cx="4545" cy="1203"/>
          </a:xfrm>
        </p:grpSpPr>
        <p:graphicFrame>
          <p:nvGraphicFramePr>
            <p:cNvPr id="40971" name="Object 8">
              <a:extLst>
                <a:ext uri="{FF2B5EF4-FFF2-40B4-BE49-F238E27FC236}">
                  <a16:creationId xmlns:a16="http://schemas.microsoft.com/office/drawing/2014/main" id="{2BA3E1AA-B5B5-84F8-D5B7-355A04CA5B2B}"/>
                </a:ext>
              </a:extLst>
            </p:cNvPr>
            <p:cNvGraphicFramePr>
              <a:graphicFrameLocks noChangeAspect="1"/>
            </p:cNvGraphicFramePr>
            <p:nvPr/>
          </p:nvGraphicFramePr>
          <p:xfrm>
            <a:off x="558" y="1877"/>
            <a:ext cx="4545" cy="1203"/>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40971" name="Object 8">
                          <a:extLst>
                            <a:ext uri="{FF2B5EF4-FFF2-40B4-BE49-F238E27FC236}">
                              <a16:creationId xmlns:a16="http://schemas.microsoft.com/office/drawing/2014/main" id="{2BA3E1AA-B5B5-84F8-D5B7-355A04CA5B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 y="1877"/>
                          <a:ext cx="4545" cy="1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2" name="Text Box 9">
              <a:extLst>
                <a:ext uri="{FF2B5EF4-FFF2-40B4-BE49-F238E27FC236}">
                  <a16:creationId xmlns:a16="http://schemas.microsoft.com/office/drawing/2014/main" id="{F3FA96AA-488F-B73F-0948-1341014D9EB9}"/>
                </a:ext>
              </a:extLst>
            </p:cNvPr>
            <p:cNvSpPr txBox="1">
              <a:spLocks noChangeArrowheads="1"/>
            </p:cNvSpPr>
            <p:nvPr/>
          </p:nvSpPr>
          <p:spPr bwMode="auto">
            <a:xfrm>
              <a:off x="612" y="1933"/>
              <a:ext cx="4341" cy="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800">
                  <a:solidFill>
                    <a:srgbClr val="003399"/>
                  </a:solidFill>
                  <a:latin typeface="宋体" panose="02010600030101010101" pitchFamily="2" charset="-122"/>
                </a:rPr>
                <a:t>   </a:t>
              </a:r>
              <a:r>
                <a:rPr lang="zh-CN" altLang="en-US" sz="2800" b="1">
                  <a:solidFill>
                    <a:srgbClr val="003399"/>
                  </a:solidFill>
                  <a:latin typeface="宋体" panose="02010600030101010101" pitchFamily="2" charset="-122"/>
                </a:rPr>
                <a:t>从左至右逐个字符地扫描源程序，产生一个个的</a:t>
              </a:r>
              <a:r>
                <a:rPr lang="zh-CN" altLang="en-US" sz="2800" b="1">
                  <a:solidFill>
                    <a:srgbClr val="DC5900"/>
                  </a:solidFill>
                  <a:latin typeface="宋体" panose="02010600030101010101" pitchFamily="2" charset="-122"/>
                </a:rPr>
                <a:t>单词符号</a:t>
              </a:r>
              <a:r>
                <a:rPr lang="zh-CN" altLang="en-US" sz="2800" b="1">
                  <a:solidFill>
                    <a:srgbClr val="003399"/>
                  </a:solidFill>
                  <a:latin typeface="宋体" panose="02010600030101010101" pitchFamily="2" charset="-122"/>
                </a:rPr>
                <a:t>，把作为字符串的源程序改造成为单词符号串的</a:t>
              </a:r>
              <a:r>
                <a:rPr lang="zh-CN" altLang="en-US" sz="2800" b="1">
                  <a:solidFill>
                    <a:srgbClr val="DC5900"/>
                  </a:solidFill>
                  <a:latin typeface="宋体" panose="02010600030101010101" pitchFamily="2" charset="-122"/>
                </a:rPr>
                <a:t>中间程序</a:t>
              </a:r>
              <a:r>
                <a:rPr lang="zh-CN" altLang="en-US" sz="2800" b="1">
                  <a:solidFill>
                    <a:srgbClr val="003399"/>
                  </a:solidFill>
                  <a:latin typeface="宋体" panose="02010600030101010101" pitchFamily="2" charset="-122"/>
                </a:rPr>
                <a:t>。 </a:t>
              </a:r>
            </a:p>
          </p:txBody>
        </p:sp>
      </p:grpSp>
      <p:grpSp>
        <p:nvGrpSpPr>
          <p:cNvPr id="4" name="Group 10">
            <a:extLst>
              <a:ext uri="{FF2B5EF4-FFF2-40B4-BE49-F238E27FC236}">
                <a16:creationId xmlns:a16="http://schemas.microsoft.com/office/drawing/2014/main" id="{AC3105A2-D21E-88BB-6993-84F57B6EA4D9}"/>
              </a:ext>
            </a:extLst>
          </p:cNvPr>
          <p:cNvGrpSpPr>
            <a:grpSpLocks/>
          </p:cNvGrpSpPr>
          <p:nvPr/>
        </p:nvGrpSpPr>
        <p:grpSpPr bwMode="auto">
          <a:xfrm>
            <a:off x="2351088" y="5229225"/>
            <a:ext cx="7345362" cy="863600"/>
            <a:chOff x="567" y="3249"/>
            <a:chExt cx="4535" cy="590"/>
          </a:xfrm>
        </p:grpSpPr>
        <p:grpSp>
          <p:nvGrpSpPr>
            <p:cNvPr id="40967" name="Group 11">
              <a:extLst>
                <a:ext uri="{FF2B5EF4-FFF2-40B4-BE49-F238E27FC236}">
                  <a16:creationId xmlns:a16="http://schemas.microsoft.com/office/drawing/2014/main" id="{D5830DEF-EB35-98EA-2097-5ABB7444A20A}"/>
                </a:ext>
              </a:extLst>
            </p:cNvPr>
            <p:cNvGrpSpPr>
              <a:grpSpLocks/>
            </p:cNvGrpSpPr>
            <p:nvPr/>
          </p:nvGrpSpPr>
          <p:grpSpPr bwMode="auto">
            <a:xfrm>
              <a:off x="567" y="3249"/>
              <a:ext cx="4535" cy="590"/>
              <a:chOff x="720" y="480"/>
              <a:chExt cx="4224" cy="1390"/>
            </a:xfrm>
          </p:grpSpPr>
          <p:graphicFrame>
            <p:nvGraphicFramePr>
              <p:cNvPr id="40969" name="Object 12">
                <a:extLst>
                  <a:ext uri="{FF2B5EF4-FFF2-40B4-BE49-F238E27FC236}">
                    <a16:creationId xmlns:a16="http://schemas.microsoft.com/office/drawing/2014/main" id="{DADCEA16-676C-8665-3858-B6467C2558ED}"/>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8" imgW="7580952" imgH="2768254" progId="">
                      <p:embed/>
                    </p:oleObj>
                  </mc:Choice>
                  <mc:Fallback>
                    <p:oleObj name="Image" r:id="rId8" imgW="7580952" imgH="2768254" progId="">
                      <p:embed/>
                      <p:pic>
                        <p:nvPicPr>
                          <p:cNvPr id="40969" name="Object 12">
                            <a:extLst>
                              <a:ext uri="{FF2B5EF4-FFF2-40B4-BE49-F238E27FC236}">
                                <a16:creationId xmlns:a16="http://schemas.microsoft.com/office/drawing/2014/main" id="{DADCEA16-676C-8665-3858-B6467C255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0" name="Object 13">
                <a:extLst>
                  <a:ext uri="{FF2B5EF4-FFF2-40B4-BE49-F238E27FC236}">
                    <a16:creationId xmlns:a16="http://schemas.microsoft.com/office/drawing/2014/main" id="{0E98695C-4DAF-FDA1-FC7E-18B2C1B5784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9" imgW="114151" imgH="215619" progId="Equation.3">
                      <p:embed/>
                    </p:oleObj>
                  </mc:Choice>
                  <mc:Fallback>
                    <p:oleObj name="Microsoft 公式 3.0" r:id="rId9" imgW="114151" imgH="215619" progId="Equation.3">
                      <p:embed/>
                      <p:pic>
                        <p:nvPicPr>
                          <p:cNvPr id="40970" name="Object 13">
                            <a:extLst>
                              <a:ext uri="{FF2B5EF4-FFF2-40B4-BE49-F238E27FC236}">
                                <a16:creationId xmlns:a16="http://schemas.microsoft.com/office/drawing/2014/main" id="{0E98695C-4DAF-FDA1-FC7E-18B2C1B578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0968" name="Text Box 14">
              <a:extLst>
                <a:ext uri="{FF2B5EF4-FFF2-40B4-BE49-F238E27FC236}">
                  <a16:creationId xmlns:a16="http://schemas.microsoft.com/office/drawing/2014/main" id="{454BC4B7-C15F-4BB4-8C5F-32C390373A54}"/>
                </a:ext>
              </a:extLst>
            </p:cNvPr>
            <p:cNvSpPr txBox="1">
              <a:spLocks noChangeArrowheads="1"/>
            </p:cNvSpPr>
            <p:nvPr/>
          </p:nvSpPr>
          <p:spPr bwMode="auto">
            <a:xfrm>
              <a:off x="567" y="3385"/>
              <a:ext cx="4490"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800" b="1">
                  <a:solidFill>
                    <a:srgbClr val="003399"/>
                  </a:solidFill>
                  <a:latin typeface="宋体" panose="02010600030101010101" pitchFamily="2" charset="-122"/>
                </a:rPr>
                <a:t>词法分析器</a:t>
              </a:r>
              <a:r>
                <a:rPr lang="en-US" altLang="zh-CN" sz="2800" b="1">
                  <a:solidFill>
                    <a:srgbClr val="003399"/>
                  </a:solidFill>
                  <a:latin typeface="宋体" panose="02010600030101010101" pitchFamily="2" charset="-122"/>
                </a:rPr>
                <a:t>/</a:t>
              </a:r>
              <a:r>
                <a:rPr lang="zh-CN" altLang="en-US" sz="2800" b="1">
                  <a:solidFill>
                    <a:srgbClr val="003399"/>
                  </a:solidFill>
                  <a:latin typeface="宋体" panose="02010600030101010101" pitchFamily="2" charset="-122"/>
                </a:rPr>
                <a:t>扫描器</a:t>
              </a:r>
              <a:r>
                <a:rPr lang="zh-CN" altLang="en-US" sz="2800">
                  <a:solidFill>
                    <a:srgbClr val="003399"/>
                  </a:solidFill>
                  <a:latin typeface="宋体" panose="02010600030101010101" pitchFamily="2" charset="-122"/>
                </a:rPr>
                <a:t>：</a:t>
              </a:r>
              <a:r>
                <a:rPr lang="zh-CN" altLang="en-US" sz="2800" b="1">
                  <a:solidFill>
                    <a:srgbClr val="003399"/>
                  </a:solidFill>
                  <a:latin typeface="宋体" panose="02010600030101010101" pitchFamily="2" charset="-122"/>
                </a:rPr>
                <a:t>执行词法分析的程序。</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fade">
                                      <p:cBhvr>
                                        <p:cTn id="7" dur="2000"/>
                                        <p:tgtEl>
                                          <p:spTgt spid="88066"/>
                                        </p:tgtEl>
                                      </p:cBhvr>
                                    </p:animEffect>
                                  </p:childTnLst>
                                </p:cTn>
                              </p:par>
                            </p:childTnLst>
                          </p:cTn>
                        </p:par>
                        <p:par>
                          <p:cTn id="8" fill="hold" nodeType="afterGroup">
                            <p:stCondLst>
                              <p:cond delay="2000"/>
                            </p:stCondLst>
                            <p:childTnLst>
                              <p:par>
                                <p:cTn id="9" presetID="17"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2000" fill="hold"/>
                                        <p:tgtEl>
                                          <p:spTgt spid="2"/>
                                        </p:tgtEl>
                                        <p:attrNameLst>
                                          <p:attrName>ppt_x</p:attrName>
                                        </p:attrNameLst>
                                      </p:cBhvr>
                                      <p:tavLst>
                                        <p:tav tm="0">
                                          <p:val>
                                            <p:strVal val="#ppt_x"/>
                                          </p:val>
                                        </p:tav>
                                        <p:tav tm="100000">
                                          <p:val>
                                            <p:strVal val="#ppt_x"/>
                                          </p:val>
                                        </p:tav>
                                      </p:tavLst>
                                    </p:anim>
                                    <p:anim calcmode="lin" valueType="num">
                                      <p:cBhvr>
                                        <p:cTn id="12" dur="2000" fill="hold"/>
                                        <p:tgtEl>
                                          <p:spTgt spid="2"/>
                                        </p:tgtEl>
                                        <p:attrNameLst>
                                          <p:attrName>ppt_y</p:attrName>
                                        </p:attrNameLst>
                                      </p:cBhvr>
                                      <p:tavLst>
                                        <p:tav tm="0">
                                          <p:val>
                                            <p:strVal val="#ppt_y-#ppt_h/2"/>
                                          </p:val>
                                        </p:tav>
                                        <p:tav tm="100000">
                                          <p:val>
                                            <p:strVal val="#ppt_y"/>
                                          </p:val>
                                        </p:tav>
                                      </p:tavLst>
                                    </p:anim>
                                    <p:anim calcmode="lin" valueType="num">
                                      <p:cBhvr>
                                        <p:cTn id="13" dur="2000" fill="hold"/>
                                        <p:tgtEl>
                                          <p:spTgt spid="2"/>
                                        </p:tgtEl>
                                        <p:attrNameLst>
                                          <p:attrName>ppt_w</p:attrName>
                                        </p:attrNameLst>
                                      </p:cBhvr>
                                      <p:tavLst>
                                        <p:tav tm="0">
                                          <p:val>
                                            <p:strVal val="#ppt_w"/>
                                          </p:val>
                                        </p:tav>
                                        <p:tav tm="100000">
                                          <p:val>
                                            <p:strVal val="#ppt_w"/>
                                          </p:val>
                                        </p:tav>
                                      </p:tavLst>
                                    </p:anim>
                                    <p:anim calcmode="lin" valueType="num">
                                      <p:cBhvr>
                                        <p:cTn id="14" dur="2000" fill="hold"/>
                                        <p:tgtEl>
                                          <p:spTgt spid="2"/>
                                        </p:tgtEl>
                                        <p:attrNameLst>
                                          <p:attrName>ppt_h</p:attrName>
                                        </p:attrNameLst>
                                      </p:cBhvr>
                                      <p:tavLst>
                                        <p:tav tm="0">
                                          <p:val>
                                            <p:fltVal val="0"/>
                                          </p:val>
                                        </p:tav>
                                        <p:tav tm="100000">
                                          <p:val>
                                            <p:strVal val="#ppt_h"/>
                                          </p:val>
                                        </p:tav>
                                      </p:tavLst>
                                    </p:anim>
                                  </p:childTnLst>
                                </p:cTn>
                              </p:par>
                            </p:childTnLst>
                          </p:cTn>
                        </p:par>
                        <p:par>
                          <p:cTn id="15" fill="hold" nodeType="afterGroup">
                            <p:stCondLst>
                              <p:cond delay="4000"/>
                            </p:stCondLst>
                            <p:childTnLst>
                              <p:par>
                                <p:cTn id="16" presetID="12" presetClass="entr" presetSubtype="4"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lide(fromBottom)">
                                      <p:cBhvr>
                                        <p:cTn id="18" dur="2000"/>
                                        <p:tgtEl>
                                          <p:spTgt spid="3"/>
                                        </p:tgtEl>
                                      </p:cBhvr>
                                    </p:animEffect>
                                  </p:childTnLst>
                                </p:cTn>
                              </p:par>
                            </p:childTnLst>
                          </p:cTn>
                        </p:par>
                        <p:par>
                          <p:cTn id="19" fill="hold" nodeType="afterGroup">
                            <p:stCondLst>
                              <p:cond delay="6000"/>
                            </p:stCondLst>
                            <p:childTnLst>
                              <p:par>
                                <p:cTn id="20" presetID="12" presetClass="entr" presetSubtype="4"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lide(fromBottom)">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EEB2CF2F-EB2E-8880-662A-018238C1D5FD}"/>
              </a:ext>
            </a:extLst>
          </p:cNvPr>
          <p:cNvSpPr>
            <a:spLocks noChangeArrowheads="1"/>
          </p:cNvSpPr>
          <p:nvPr/>
        </p:nvSpPr>
        <p:spPr bwMode="auto">
          <a:xfrm>
            <a:off x="1703388" y="0"/>
            <a:ext cx="30972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zh-CN" altLang="zh-CN" sz="3600" b="1">
              <a:solidFill>
                <a:srgbClr val="000000"/>
              </a:solidFill>
              <a:latin typeface="楷体_GB2312"/>
              <a:ea typeface="楷体_GB2312"/>
              <a:cs typeface="楷体_GB2312"/>
            </a:endParaRPr>
          </a:p>
        </p:txBody>
      </p:sp>
      <p:sp>
        <p:nvSpPr>
          <p:cNvPr id="17411" name="Rectangle 5">
            <a:extLst>
              <a:ext uri="{FF2B5EF4-FFF2-40B4-BE49-F238E27FC236}">
                <a16:creationId xmlns:a16="http://schemas.microsoft.com/office/drawing/2014/main" id="{4AD3DA9C-8D39-26E0-79EA-8BB2D8A0CB6C}"/>
              </a:ext>
            </a:extLst>
          </p:cNvPr>
          <p:cNvSpPr>
            <a:spLocks noChangeArrowheads="1"/>
          </p:cNvSpPr>
          <p:nvPr/>
        </p:nvSpPr>
        <p:spPr bwMode="auto">
          <a:xfrm>
            <a:off x="1703389" y="1492250"/>
            <a:ext cx="88931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990600" indent="-5334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lvl="1" fontAlgn="base">
              <a:spcAft>
                <a:spcPct val="0"/>
              </a:spcAft>
              <a:buClrTx/>
              <a:buSzTx/>
              <a:buNone/>
            </a:pPr>
            <a:r>
              <a:rPr lang="zh-CN" altLang="en-US" b="1">
                <a:solidFill>
                  <a:srgbClr val="000000"/>
                </a:solidFill>
                <a:latin typeface="宋体" panose="02010600030101010101" pitchFamily="2" charset="-122"/>
                <a:ea typeface="楷体_GB2312"/>
                <a:cs typeface="楷体_GB2312"/>
              </a:rPr>
              <a:t>例：源程序    </a:t>
            </a:r>
            <a:r>
              <a:rPr lang="en-US" altLang="zh-CN" b="1">
                <a:solidFill>
                  <a:srgbClr val="000000"/>
                </a:solidFill>
                <a:latin typeface="宋体" panose="02010600030101010101" pitchFamily="2" charset="-122"/>
                <a:ea typeface="楷体_GB2312"/>
                <a:cs typeface="楷体_GB2312"/>
              </a:rPr>
              <a:t>for I:=1 to 100 do</a:t>
            </a:r>
          </a:p>
        </p:txBody>
      </p:sp>
      <p:sp>
        <p:nvSpPr>
          <p:cNvPr id="43012" name="Rectangle 6">
            <a:extLst>
              <a:ext uri="{FF2B5EF4-FFF2-40B4-BE49-F238E27FC236}">
                <a16:creationId xmlns:a16="http://schemas.microsoft.com/office/drawing/2014/main" id="{D6BED436-B8C2-E4A8-6E38-EE2BB87E0779}"/>
              </a:ext>
            </a:extLst>
          </p:cNvPr>
          <p:cNvSpPr>
            <a:spLocks noChangeArrowheads="1"/>
          </p:cNvSpPr>
          <p:nvPr/>
        </p:nvSpPr>
        <p:spPr bwMode="auto">
          <a:xfrm>
            <a:off x="5232401" y="1"/>
            <a:ext cx="518477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zh-CN" altLang="zh-CN" sz="2800" b="1">
              <a:solidFill>
                <a:srgbClr val="000000"/>
              </a:solidFill>
              <a:latin typeface="楷体_GB2312"/>
              <a:ea typeface="楷体_GB2312"/>
              <a:cs typeface="楷体_GB2312"/>
            </a:endParaRPr>
          </a:p>
        </p:txBody>
      </p:sp>
      <p:sp>
        <p:nvSpPr>
          <p:cNvPr id="47113" name="Rectangle 9">
            <a:extLst>
              <a:ext uri="{FF2B5EF4-FFF2-40B4-BE49-F238E27FC236}">
                <a16:creationId xmlns:a16="http://schemas.microsoft.com/office/drawing/2014/main" id="{9A701281-1823-95BC-5CA0-50C1D6B3A5EA}"/>
              </a:ext>
            </a:extLst>
          </p:cNvPr>
          <p:cNvSpPr>
            <a:spLocks noGrp="1" noChangeArrowheads="1"/>
          </p:cNvSpPr>
          <p:nvPr>
            <p:ph type="body" idx="1"/>
          </p:nvPr>
        </p:nvSpPr>
        <p:spPr>
          <a:xfrm>
            <a:off x="2063751" y="2276476"/>
            <a:ext cx="7777163" cy="4392613"/>
          </a:xfrm>
          <a:noFill/>
          <a:ln w="28575">
            <a:solidFill>
              <a:srgbClr val="FF0000"/>
            </a:solidFill>
            <a:miter lim="800000"/>
            <a:headEnd/>
            <a:tailEnd/>
          </a:ln>
        </p:spPr>
        <p:txBody>
          <a:bodyPr/>
          <a:lstStyle/>
          <a:p>
            <a:pPr lvl="1" eaLnBrk="1" hangingPunct="1">
              <a:buFont typeface="Wingdings" panose="05000000000000000000" pitchFamily="2" charset="2"/>
              <a:buNone/>
            </a:pPr>
            <a:r>
              <a:rPr lang="zh-CN" altLang="en-US" sz="3200" b="1">
                <a:solidFill>
                  <a:srgbClr val="FF0000"/>
                </a:solidFill>
              </a:rPr>
              <a:t>经词法分析被分析成一个个的单词</a:t>
            </a:r>
          </a:p>
          <a:p>
            <a:pPr lvl="2" eaLnBrk="1" hangingPunct="1">
              <a:buFontTx/>
              <a:buNone/>
            </a:pPr>
            <a:r>
              <a:rPr lang="zh-CN" altLang="en-US" sz="2800" b="1">
                <a:solidFill>
                  <a:srgbClr val="000000"/>
                </a:solidFill>
              </a:rPr>
              <a:t>定义符　　　</a:t>
            </a:r>
            <a:r>
              <a:rPr lang="en-US" altLang="zh-CN" sz="2800" b="1">
                <a:solidFill>
                  <a:srgbClr val="000000"/>
                </a:solidFill>
              </a:rPr>
              <a:t>for </a:t>
            </a:r>
          </a:p>
          <a:p>
            <a:pPr lvl="2" eaLnBrk="1" hangingPunct="1">
              <a:buFontTx/>
              <a:buNone/>
            </a:pPr>
            <a:r>
              <a:rPr lang="zh-CN" altLang="en-US" sz="2800" b="1">
                <a:solidFill>
                  <a:srgbClr val="000000"/>
                </a:solidFill>
              </a:rPr>
              <a:t>标识符　　　</a:t>
            </a:r>
            <a:r>
              <a:rPr lang="en-US" altLang="zh-CN" sz="2800" b="1">
                <a:solidFill>
                  <a:srgbClr val="000000"/>
                </a:solidFill>
              </a:rPr>
              <a:t>I</a:t>
            </a:r>
          </a:p>
          <a:p>
            <a:pPr lvl="2" eaLnBrk="1" hangingPunct="1">
              <a:buFontTx/>
              <a:buNone/>
            </a:pPr>
            <a:r>
              <a:rPr lang="zh-CN" altLang="en-US" sz="2800" b="1">
                <a:solidFill>
                  <a:srgbClr val="000000"/>
                </a:solidFill>
              </a:rPr>
              <a:t>赋值符　　　</a:t>
            </a:r>
            <a:r>
              <a:rPr lang="en-US" altLang="zh-CN" sz="2800" b="1">
                <a:solidFill>
                  <a:srgbClr val="000000"/>
                </a:solidFill>
              </a:rPr>
              <a:t>:=</a:t>
            </a:r>
          </a:p>
          <a:p>
            <a:pPr lvl="2" eaLnBrk="1" hangingPunct="1">
              <a:buFontTx/>
              <a:buNone/>
            </a:pPr>
            <a:r>
              <a:rPr lang="zh-CN" altLang="en-US" sz="2800" b="1">
                <a:solidFill>
                  <a:srgbClr val="000000"/>
                </a:solidFill>
              </a:rPr>
              <a:t>整常数　　　</a:t>
            </a:r>
            <a:r>
              <a:rPr lang="en-US" altLang="zh-CN" sz="2800" b="1">
                <a:solidFill>
                  <a:srgbClr val="000000"/>
                </a:solidFill>
              </a:rPr>
              <a:t>1</a:t>
            </a:r>
          </a:p>
          <a:p>
            <a:pPr lvl="2" eaLnBrk="1" hangingPunct="1">
              <a:buFontTx/>
              <a:buNone/>
            </a:pPr>
            <a:r>
              <a:rPr lang="zh-CN" altLang="en-US" sz="2800" b="1">
                <a:solidFill>
                  <a:srgbClr val="000000"/>
                </a:solidFill>
              </a:rPr>
              <a:t>定义符　　　</a:t>
            </a:r>
            <a:r>
              <a:rPr lang="en-US" altLang="zh-CN" sz="2800" b="1">
                <a:solidFill>
                  <a:srgbClr val="000000"/>
                </a:solidFill>
              </a:rPr>
              <a:t>to</a:t>
            </a:r>
          </a:p>
          <a:p>
            <a:pPr lvl="2" eaLnBrk="1" hangingPunct="1">
              <a:buFontTx/>
              <a:buNone/>
            </a:pPr>
            <a:r>
              <a:rPr lang="zh-CN" altLang="en-US" sz="2800" b="1">
                <a:solidFill>
                  <a:srgbClr val="000000"/>
                </a:solidFill>
              </a:rPr>
              <a:t>整常数　　　</a:t>
            </a:r>
            <a:r>
              <a:rPr lang="en-US" altLang="zh-CN" sz="2800" b="1">
                <a:solidFill>
                  <a:srgbClr val="000000"/>
                </a:solidFill>
              </a:rPr>
              <a:t>100</a:t>
            </a:r>
          </a:p>
          <a:p>
            <a:pPr lvl="2" eaLnBrk="1" hangingPunct="1">
              <a:buFontTx/>
              <a:buNone/>
            </a:pPr>
            <a:r>
              <a:rPr lang="zh-CN" altLang="en-US" sz="2800" b="1">
                <a:solidFill>
                  <a:srgbClr val="000000"/>
                </a:solidFill>
              </a:rPr>
              <a:t>定义符　　　</a:t>
            </a:r>
            <a:r>
              <a:rPr lang="en-US" altLang="zh-CN" sz="2800" b="1">
                <a:solidFill>
                  <a:srgbClr val="000000"/>
                </a:solidFill>
              </a:rPr>
              <a:t>do</a:t>
            </a:r>
          </a:p>
        </p:txBody>
      </p:sp>
      <p:sp>
        <p:nvSpPr>
          <p:cNvPr id="2" name="云形 1">
            <a:extLst>
              <a:ext uri="{FF2B5EF4-FFF2-40B4-BE49-F238E27FC236}">
                <a16:creationId xmlns:a16="http://schemas.microsoft.com/office/drawing/2014/main" id="{40DFDCF6-06DF-728E-3FAB-F59D0BB4C7F7}"/>
              </a:ext>
            </a:extLst>
          </p:cNvPr>
          <p:cNvSpPr/>
          <p:nvPr/>
        </p:nvSpPr>
        <p:spPr bwMode="auto">
          <a:xfrm>
            <a:off x="7050089" y="115889"/>
            <a:ext cx="3438525" cy="1311275"/>
          </a:xfrm>
          <a:prstGeom prst="cloud">
            <a:avLst/>
          </a:prstGeom>
          <a:solidFill>
            <a:schemeClr val="accent1"/>
          </a:solidFill>
          <a:ln w="28575" cap="flat" cmpd="sng" algn="ctr">
            <a:solidFill>
              <a:schemeClr val="accent5">
                <a:lumMod val="50000"/>
              </a:schemeClr>
            </a:solidFill>
            <a:prstDash val="solid"/>
            <a:round/>
            <a:headEnd type="none" w="med" len="med"/>
            <a:tailEnd type="none" w="med" len="med"/>
          </a:ln>
          <a:effectLst/>
        </p:spPr>
        <p:txBody>
          <a:bodyPr>
            <a:spAutoFit/>
          </a:bodyPr>
          <a:lstStyle/>
          <a:p>
            <a:pPr algn="ctr"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词法分析：</a:t>
            </a:r>
            <a:endParaRPr lang="en-US" altLang="zh-CN" sz="2000" b="1" dirty="0">
              <a:solidFill>
                <a:srgbClr val="003399"/>
              </a:solidFill>
              <a:latin typeface="宋体" panose="02010600030101010101" pitchFamily="2" charset="-122"/>
              <a:ea typeface="宋体" panose="02010600030101010101" pitchFamily="2" charset="-122"/>
            </a:endParaRPr>
          </a:p>
          <a:p>
            <a:pPr algn="ctr"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分词、并确定词性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47113">
                                            <p:bg/>
                                          </p:spTgt>
                                        </p:tgtEl>
                                        <p:attrNameLst>
                                          <p:attrName>style.visibility</p:attrName>
                                        </p:attrNameLst>
                                      </p:cBhvr>
                                      <p:to>
                                        <p:strVal val="visible"/>
                                      </p:to>
                                    </p:set>
                                    <p:anim calcmode="lin" valueType="num">
                                      <p:cBhvr additive="base">
                                        <p:cTn id="11" dur="500" fill="hold"/>
                                        <p:tgtEl>
                                          <p:spTgt spid="47113">
                                            <p:bg/>
                                          </p:spTgt>
                                        </p:tgtEl>
                                        <p:attrNameLst>
                                          <p:attrName>ppt_x</p:attrName>
                                        </p:attrNameLst>
                                      </p:cBhvr>
                                      <p:tavLst>
                                        <p:tav tm="0">
                                          <p:val>
                                            <p:strVal val="#ppt_x"/>
                                          </p:val>
                                        </p:tav>
                                        <p:tav tm="100000">
                                          <p:val>
                                            <p:strVal val="#ppt_x"/>
                                          </p:val>
                                        </p:tav>
                                      </p:tavLst>
                                    </p:anim>
                                    <p:anim calcmode="lin" valueType="num">
                                      <p:cBhvr additive="base">
                                        <p:cTn id="12" dur="500" fill="hold"/>
                                        <p:tgtEl>
                                          <p:spTgt spid="47113">
                                            <p:bg/>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7113">
                                            <p:txEl>
                                              <p:pRg st="0" end="0"/>
                                            </p:txEl>
                                          </p:spTgt>
                                        </p:tgtEl>
                                        <p:attrNameLst>
                                          <p:attrName>style.visibility</p:attrName>
                                        </p:attrNameLst>
                                      </p:cBhvr>
                                      <p:to>
                                        <p:strVal val="visible"/>
                                      </p:to>
                                    </p:set>
                                    <p:anim calcmode="lin" valueType="num">
                                      <p:cBhvr additive="base">
                                        <p:cTn id="17" dur="500" fill="hold"/>
                                        <p:tgtEl>
                                          <p:spTgt spid="4711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1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47113">
                                            <p:txEl>
                                              <p:pRg st="1" end="1"/>
                                            </p:txEl>
                                          </p:spTgt>
                                        </p:tgtEl>
                                        <p:attrNameLst>
                                          <p:attrName>style.visibility</p:attrName>
                                        </p:attrNameLst>
                                      </p:cBhvr>
                                      <p:to>
                                        <p:strVal val="visible"/>
                                      </p:to>
                                    </p:set>
                                    <p:anim calcmode="lin" valueType="num">
                                      <p:cBhvr additive="base">
                                        <p:cTn id="23" dur="500" fill="hold"/>
                                        <p:tgtEl>
                                          <p:spTgt spid="4711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71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7113">
                                            <p:txEl>
                                              <p:pRg st="2" end="2"/>
                                            </p:txEl>
                                          </p:spTgt>
                                        </p:tgtEl>
                                        <p:attrNameLst>
                                          <p:attrName>style.visibility</p:attrName>
                                        </p:attrNameLst>
                                      </p:cBhvr>
                                      <p:to>
                                        <p:strVal val="visible"/>
                                      </p:to>
                                    </p:set>
                                    <p:anim calcmode="lin" valueType="num">
                                      <p:cBhvr additive="base">
                                        <p:cTn id="29" dur="500" fill="hold"/>
                                        <p:tgtEl>
                                          <p:spTgt spid="4711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71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47113">
                                            <p:txEl>
                                              <p:pRg st="3" end="3"/>
                                            </p:txEl>
                                          </p:spTgt>
                                        </p:tgtEl>
                                        <p:attrNameLst>
                                          <p:attrName>style.visibility</p:attrName>
                                        </p:attrNameLst>
                                      </p:cBhvr>
                                      <p:to>
                                        <p:strVal val="visible"/>
                                      </p:to>
                                    </p:set>
                                    <p:anim calcmode="lin" valueType="num">
                                      <p:cBhvr additive="base">
                                        <p:cTn id="35" dur="500" fill="hold"/>
                                        <p:tgtEl>
                                          <p:spTgt spid="4711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71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47113">
                                            <p:txEl>
                                              <p:pRg st="4" end="4"/>
                                            </p:txEl>
                                          </p:spTgt>
                                        </p:tgtEl>
                                        <p:attrNameLst>
                                          <p:attrName>style.visibility</p:attrName>
                                        </p:attrNameLst>
                                      </p:cBhvr>
                                      <p:to>
                                        <p:strVal val="visible"/>
                                      </p:to>
                                    </p:set>
                                    <p:anim calcmode="lin" valueType="num">
                                      <p:cBhvr additive="base">
                                        <p:cTn id="41" dur="500" fill="hold"/>
                                        <p:tgtEl>
                                          <p:spTgt spid="47113">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71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47113">
                                            <p:txEl>
                                              <p:pRg st="5" end="5"/>
                                            </p:txEl>
                                          </p:spTgt>
                                        </p:tgtEl>
                                        <p:attrNameLst>
                                          <p:attrName>style.visibility</p:attrName>
                                        </p:attrNameLst>
                                      </p:cBhvr>
                                      <p:to>
                                        <p:strVal val="visible"/>
                                      </p:to>
                                    </p:set>
                                    <p:anim calcmode="lin" valueType="num">
                                      <p:cBhvr additive="base">
                                        <p:cTn id="47" dur="500" fill="hold"/>
                                        <p:tgtEl>
                                          <p:spTgt spid="47113">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711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47113">
                                            <p:txEl>
                                              <p:pRg st="6" end="6"/>
                                            </p:txEl>
                                          </p:spTgt>
                                        </p:tgtEl>
                                        <p:attrNameLst>
                                          <p:attrName>style.visibility</p:attrName>
                                        </p:attrNameLst>
                                      </p:cBhvr>
                                      <p:to>
                                        <p:strVal val="visible"/>
                                      </p:to>
                                    </p:set>
                                    <p:anim calcmode="lin" valueType="num">
                                      <p:cBhvr additive="base">
                                        <p:cTn id="53" dur="500" fill="hold"/>
                                        <p:tgtEl>
                                          <p:spTgt spid="4711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711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47113">
                                            <p:txEl>
                                              <p:pRg st="7" end="7"/>
                                            </p:txEl>
                                          </p:spTgt>
                                        </p:tgtEl>
                                        <p:attrNameLst>
                                          <p:attrName>style.visibility</p:attrName>
                                        </p:attrNameLst>
                                      </p:cBhvr>
                                      <p:to>
                                        <p:strVal val="visible"/>
                                      </p:to>
                                    </p:set>
                                    <p:anim calcmode="lin" valueType="num">
                                      <p:cBhvr additive="base">
                                        <p:cTn id="59" dur="500" fill="hold"/>
                                        <p:tgtEl>
                                          <p:spTgt spid="47113">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711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47113" grpId="0" build="p" bldLvl="3"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6DB1BBB7-FEAC-AAF7-9845-C98B5674C050}"/>
              </a:ext>
            </a:extLst>
          </p:cNvPr>
          <p:cNvSpPr>
            <a:spLocks noChangeArrowheads="1"/>
          </p:cNvSpPr>
          <p:nvPr/>
        </p:nvSpPr>
        <p:spPr bwMode="auto">
          <a:xfrm>
            <a:off x="1919288" y="3213100"/>
            <a:ext cx="576262" cy="1570038"/>
          </a:xfrm>
          <a:prstGeom prst="rect">
            <a:avLst/>
          </a:prstGeom>
          <a:solidFill>
            <a:srgbClr val="EBF7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b="1">
                <a:solidFill>
                  <a:srgbClr val="003399"/>
                </a:solidFill>
                <a:latin typeface="宋体" panose="02010600030101010101" pitchFamily="2" charset="-122"/>
              </a:rPr>
              <a:t>源程序</a:t>
            </a:r>
          </a:p>
        </p:txBody>
      </p:sp>
      <p:sp>
        <p:nvSpPr>
          <p:cNvPr id="89091" name="Rectangle 3">
            <a:extLst>
              <a:ext uri="{FF2B5EF4-FFF2-40B4-BE49-F238E27FC236}">
                <a16:creationId xmlns:a16="http://schemas.microsoft.com/office/drawing/2014/main" id="{F33F04FB-97FD-FB39-C707-A63BE258DBDA}"/>
              </a:ext>
            </a:extLst>
          </p:cNvPr>
          <p:cNvSpPr>
            <a:spLocks noChangeArrowheads="1"/>
          </p:cNvSpPr>
          <p:nvPr/>
        </p:nvSpPr>
        <p:spPr bwMode="auto">
          <a:xfrm>
            <a:off x="2927351" y="3495676"/>
            <a:ext cx="1439863" cy="1160463"/>
          </a:xfrm>
          <a:prstGeom prst="rect">
            <a:avLst/>
          </a:prstGeom>
          <a:solidFill>
            <a:srgbClr val="EBF7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800" b="1">
                <a:solidFill>
                  <a:srgbClr val="003399"/>
                </a:solidFill>
                <a:latin typeface="宋体" panose="02010600030101010101" pitchFamily="2" charset="-122"/>
              </a:rPr>
              <a:t>扫描器</a:t>
            </a:r>
          </a:p>
          <a:p>
            <a:pPr algn="ctr" fontAlgn="base">
              <a:spcBef>
                <a:spcPct val="50000"/>
              </a:spcBef>
              <a:spcAft>
                <a:spcPct val="0"/>
              </a:spcAft>
              <a:buClrTx/>
              <a:buSzTx/>
              <a:buNone/>
            </a:pPr>
            <a:r>
              <a:rPr lang="en-US" altLang="zh-CN" sz="2800" b="1">
                <a:solidFill>
                  <a:srgbClr val="003399"/>
                </a:solidFill>
                <a:latin typeface="宋体" panose="02010600030101010101" pitchFamily="2" charset="-122"/>
              </a:rPr>
              <a:t>scanner</a:t>
            </a:r>
          </a:p>
        </p:txBody>
      </p:sp>
      <p:sp>
        <p:nvSpPr>
          <p:cNvPr id="89092" name="Line 4">
            <a:extLst>
              <a:ext uri="{FF2B5EF4-FFF2-40B4-BE49-F238E27FC236}">
                <a16:creationId xmlns:a16="http://schemas.microsoft.com/office/drawing/2014/main" id="{A0DF00D6-3502-3506-9BB5-0C97E88E7C4A}"/>
              </a:ext>
            </a:extLst>
          </p:cNvPr>
          <p:cNvSpPr>
            <a:spLocks noChangeShapeType="1"/>
          </p:cNvSpPr>
          <p:nvPr/>
        </p:nvSpPr>
        <p:spPr bwMode="auto">
          <a:xfrm>
            <a:off x="2495550" y="4076700"/>
            <a:ext cx="431800" cy="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3" name="Line 5">
            <a:extLst>
              <a:ext uri="{FF2B5EF4-FFF2-40B4-BE49-F238E27FC236}">
                <a16:creationId xmlns:a16="http://schemas.microsoft.com/office/drawing/2014/main" id="{2ACA7111-DB33-A356-5563-7AAA9243F9B4}"/>
              </a:ext>
            </a:extLst>
          </p:cNvPr>
          <p:cNvSpPr>
            <a:spLocks noChangeShapeType="1"/>
          </p:cNvSpPr>
          <p:nvPr/>
        </p:nvSpPr>
        <p:spPr bwMode="auto">
          <a:xfrm>
            <a:off x="4368801" y="4076700"/>
            <a:ext cx="358775" cy="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4" name="Line 6">
            <a:extLst>
              <a:ext uri="{FF2B5EF4-FFF2-40B4-BE49-F238E27FC236}">
                <a16:creationId xmlns:a16="http://schemas.microsoft.com/office/drawing/2014/main" id="{6729F9A9-02E4-8579-85A2-1E768E5F4600}"/>
              </a:ext>
            </a:extLst>
          </p:cNvPr>
          <p:cNvSpPr>
            <a:spLocks noChangeShapeType="1"/>
          </p:cNvSpPr>
          <p:nvPr/>
        </p:nvSpPr>
        <p:spPr bwMode="auto">
          <a:xfrm>
            <a:off x="4727575" y="2852739"/>
            <a:ext cx="0" cy="25923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5" name="Line 7">
            <a:extLst>
              <a:ext uri="{FF2B5EF4-FFF2-40B4-BE49-F238E27FC236}">
                <a16:creationId xmlns:a16="http://schemas.microsoft.com/office/drawing/2014/main" id="{9AC28886-8CAC-AB48-B485-5367728F49EB}"/>
              </a:ext>
            </a:extLst>
          </p:cNvPr>
          <p:cNvSpPr>
            <a:spLocks noChangeShapeType="1"/>
          </p:cNvSpPr>
          <p:nvPr/>
        </p:nvSpPr>
        <p:spPr bwMode="auto">
          <a:xfrm>
            <a:off x="4727575" y="2852738"/>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6" name="Line 8">
            <a:extLst>
              <a:ext uri="{FF2B5EF4-FFF2-40B4-BE49-F238E27FC236}">
                <a16:creationId xmlns:a16="http://schemas.microsoft.com/office/drawing/2014/main" id="{9724E344-D0A6-A7DA-3B6E-BAB6C1D45B11}"/>
              </a:ext>
            </a:extLst>
          </p:cNvPr>
          <p:cNvSpPr>
            <a:spLocks noChangeShapeType="1"/>
          </p:cNvSpPr>
          <p:nvPr/>
        </p:nvSpPr>
        <p:spPr bwMode="auto">
          <a:xfrm>
            <a:off x="4727575" y="3500438"/>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7" name="Line 9">
            <a:extLst>
              <a:ext uri="{FF2B5EF4-FFF2-40B4-BE49-F238E27FC236}">
                <a16:creationId xmlns:a16="http://schemas.microsoft.com/office/drawing/2014/main" id="{2340531E-9991-D8F9-893C-64ADA99E36D5}"/>
              </a:ext>
            </a:extLst>
          </p:cNvPr>
          <p:cNvSpPr>
            <a:spLocks noChangeShapeType="1"/>
          </p:cNvSpPr>
          <p:nvPr/>
        </p:nvSpPr>
        <p:spPr bwMode="auto">
          <a:xfrm>
            <a:off x="4727575" y="4795839"/>
            <a:ext cx="431800" cy="15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8" name="Line 10">
            <a:extLst>
              <a:ext uri="{FF2B5EF4-FFF2-40B4-BE49-F238E27FC236}">
                <a16:creationId xmlns:a16="http://schemas.microsoft.com/office/drawing/2014/main" id="{891B5EE9-8127-908C-57ED-F8A223E6F1DE}"/>
              </a:ext>
            </a:extLst>
          </p:cNvPr>
          <p:cNvSpPr>
            <a:spLocks noChangeShapeType="1"/>
          </p:cNvSpPr>
          <p:nvPr/>
        </p:nvSpPr>
        <p:spPr bwMode="auto">
          <a:xfrm flipV="1">
            <a:off x="4727575" y="5445125"/>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099" name="Text Box 11">
            <a:extLst>
              <a:ext uri="{FF2B5EF4-FFF2-40B4-BE49-F238E27FC236}">
                <a16:creationId xmlns:a16="http://schemas.microsoft.com/office/drawing/2014/main" id="{4E9CE943-856F-0932-9CA6-8F2FB39D9FBB}"/>
              </a:ext>
            </a:extLst>
          </p:cNvPr>
          <p:cNvSpPr txBox="1">
            <a:spLocks noChangeArrowheads="1"/>
          </p:cNvSpPr>
          <p:nvPr/>
        </p:nvSpPr>
        <p:spPr bwMode="auto">
          <a:xfrm>
            <a:off x="5087939" y="2636839"/>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、关键字</a:t>
            </a:r>
            <a:endParaRPr lang="zh-CN" altLang="en-US" sz="800" b="1">
              <a:solidFill>
                <a:srgbClr val="003399"/>
              </a:solidFill>
              <a:latin typeface="宋体" panose="02010600030101010101" pitchFamily="2" charset="-122"/>
            </a:endParaRPr>
          </a:p>
        </p:txBody>
      </p:sp>
      <p:grpSp>
        <p:nvGrpSpPr>
          <p:cNvPr id="2" name="Group 12">
            <a:extLst>
              <a:ext uri="{FF2B5EF4-FFF2-40B4-BE49-F238E27FC236}">
                <a16:creationId xmlns:a16="http://schemas.microsoft.com/office/drawing/2014/main" id="{9EC8C2F6-9B22-961D-612B-3580E77F1C5B}"/>
              </a:ext>
            </a:extLst>
          </p:cNvPr>
          <p:cNvGrpSpPr>
            <a:grpSpLocks/>
          </p:cNvGrpSpPr>
          <p:nvPr/>
        </p:nvGrpSpPr>
        <p:grpSpPr bwMode="auto">
          <a:xfrm>
            <a:off x="1847850" y="836614"/>
            <a:ext cx="8280400" cy="936625"/>
            <a:chOff x="295" y="709"/>
            <a:chExt cx="5216" cy="590"/>
          </a:xfrm>
        </p:grpSpPr>
        <p:grpSp>
          <p:nvGrpSpPr>
            <p:cNvPr id="44060" name="Group 13">
              <a:extLst>
                <a:ext uri="{FF2B5EF4-FFF2-40B4-BE49-F238E27FC236}">
                  <a16:creationId xmlns:a16="http://schemas.microsoft.com/office/drawing/2014/main" id="{5B49A7F8-0008-2563-979E-945F3ADDBB92}"/>
                </a:ext>
              </a:extLst>
            </p:cNvPr>
            <p:cNvGrpSpPr>
              <a:grpSpLocks/>
            </p:cNvGrpSpPr>
            <p:nvPr/>
          </p:nvGrpSpPr>
          <p:grpSpPr bwMode="auto">
            <a:xfrm>
              <a:off x="295" y="709"/>
              <a:ext cx="5216" cy="590"/>
              <a:chOff x="720" y="480"/>
              <a:chExt cx="4224" cy="1390"/>
            </a:xfrm>
          </p:grpSpPr>
          <p:graphicFrame>
            <p:nvGraphicFramePr>
              <p:cNvPr id="44062" name="Object 14">
                <a:extLst>
                  <a:ext uri="{FF2B5EF4-FFF2-40B4-BE49-F238E27FC236}">
                    <a16:creationId xmlns:a16="http://schemas.microsoft.com/office/drawing/2014/main" id="{45603DDE-E5DC-D266-F2E8-33C920757BD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44062" name="Object 14">
                            <a:extLst>
                              <a:ext uri="{FF2B5EF4-FFF2-40B4-BE49-F238E27FC236}">
                                <a16:creationId xmlns:a16="http://schemas.microsoft.com/office/drawing/2014/main" id="{45603DDE-E5DC-D266-F2E8-33C920757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63" name="Object 15">
                <a:extLst>
                  <a:ext uri="{FF2B5EF4-FFF2-40B4-BE49-F238E27FC236}">
                    <a16:creationId xmlns:a16="http://schemas.microsoft.com/office/drawing/2014/main" id="{BA4FF6B1-CFA5-2035-E5FE-44C5AA02E35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44063" name="Object 15">
                            <a:extLst>
                              <a:ext uri="{FF2B5EF4-FFF2-40B4-BE49-F238E27FC236}">
                                <a16:creationId xmlns:a16="http://schemas.microsoft.com/office/drawing/2014/main" id="{BA4FF6B1-CFA5-2035-E5FE-44C5AA02E3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4061" name="Text Box 16">
              <a:extLst>
                <a:ext uri="{FF2B5EF4-FFF2-40B4-BE49-F238E27FC236}">
                  <a16:creationId xmlns:a16="http://schemas.microsoft.com/office/drawing/2014/main" id="{0AA0960B-5C06-63CB-D67B-D6BF3D927E6E}"/>
                </a:ext>
              </a:extLst>
            </p:cNvPr>
            <p:cNvSpPr txBox="1">
              <a:spLocks noChangeArrowheads="1"/>
            </p:cNvSpPr>
            <p:nvPr/>
          </p:nvSpPr>
          <p:spPr bwMode="auto">
            <a:xfrm>
              <a:off x="385" y="799"/>
              <a:ext cx="394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b="1">
                  <a:solidFill>
                    <a:srgbClr val="003399"/>
                  </a:solidFill>
                  <a:latin typeface="宋体" panose="02010600030101010101" pitchFamily="2" charset="-122"/>
                </a:rPr>
                <a:t>词法分析器的</a:t>
              </a:r>
              <a:r>
                <a:rPr lang="zh-CN" altLang="en-US" b="1">
                  <a:solidFill>
                    <a:srgbClr val="FF0066"/>
                  </a:solidFill>
                  <a:latin typeface="宋体" panose="02010600030101010101" pitchFamily="2" charset="-122"/>
                </a:rPr>
                <a:t>功能</a:t>
              </a:r>
              <a:r>
                <a:rPr lang="zh-CN" altLang="en-US" b="1">
                  <a:solidFill>
                    <a:srgbClr val="003399"/>
                  </a:solidFill>
                  <a:latin typeface="宋体" panose="02010600030101010101" pitchFamily="2" charset="-122"/>
                </a:rPr>
                <a:t>如下图所示：</a:t>
              </a:r>
            </a:p>
          </p:txBody>
        </p:sp>
      </p:grpSp>
      <p:sp>
        <p:nvSpPr>
          <p:cNvPr id="89105" name="Text Box 17">
            <a:extLst>
              <a:ext uri="{FF2B5EF4-FFF2-40B4-BE49-F238E27FC236}">
                <a16:creationId xmlns:a16="http://schemas.microsoft.com/office/drawing/2014/main" id="{91D94D4E-A866-266D-B862-48168B79525E}"/>
              </a:ext>
            </a:extLst>
          </p:cNvPr>
          <p:cNvSpPr txBox="1">
            <a:spLocks noChangeArrowheads="1"/>
          </p:cNvSpPr>
          <p:nvPr/>
        </p:nvSpPr>
        <p:spPr bwMode="auto">
          <a:xfrm>
            <a:off x="5087938" y="3213101"/>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2</a:t>
            </a:r>
            <a:r>
              <a:rPr lang="zh-CN" altLang="en-US" sz="2000" b="1">
                <a:solidFill>
                  <a:srgbClr val="003399"/>
                </a:solidFill>
                <a:latin typeface="宋体" panose="02010600030101010101" pitchFamily="2" charset="-122"/>
              </a:rPr>
              <a:t>、标识符</a:t>
            </a:r>
          </a:p>
        </p:txBody>
      </p:sp>
      <p:sp>
        <p:nvSpPr>
          <p:cNvPr id="89106" name="Text Box 18">
            <a:extLst>
              <a:ext uri="{FF2B5EF4-FFF2-40B4-BE49-F238E27FC236}">
                <a16:creationId xmlns:a16="http://schemas.microsoft.com/office/drawing/2014/main" id="{9720C51E-4D5E-DAA5-2234-CE1613398EBA}"/>
              </a:ext>
            </a:extLst>
          </p:cNvPr>
          <p:cNvSpPr txBox="1">
            <a:spLocks noChangeArrowheads="1"/>
          </p:cNvSpPr>
          <p:nvPr/>
        </p:nvSpPr>
        <p:spPr bwMode="auto">
          <a:xfrm>
            <a:off x="5087938" y="5121276"/>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5</a:t>
            </a:r>
            <a:r>
              <a:rPr lang="zh-CN" altLang="en-US" sz="2000" b="1">
                <a:solidFill>
                  <a:srgbClr val="003399"/>
                </a:solidFill>
                <a:latin typeface="宋体" panose="02010600030101010101" pitchFamily="2" charset="-122"/>
              </a:rPr>
              <a:t>、界符</a:t>
            </a:r>
          </a:p>
        </p:txBody>
      </p:sp>
      <p:sp>
        <p:nvSpPr>
          <p:cNvPr id="89107" name="Text Box 19">
            <a:extLst>
              <a:ext uri="{FF2B5EF4-FFF2-40B4-BE49-F238E27FC236}">
                <a16:creationId xmlns:a16="http://schemas.microsoft.com/office/drawing/2014/main" id="{CFF0A50E-6312-3092-E583-687F90A532B7}"/>
              </a:ext>
            </a:extLst>
          </p:cNvPr>
          <p:cNvSpPr txBox="1">
            <a:spLocks noChangeArrowheads="1"/>
          </p:cNvSpPr>
          <p:nvPr/>
        </p:nvSpPr>
        <p:spPr bwMode="auto">
          <a:xfrm>
            <a:off x="5089525" y="4473576"/>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4</a:t>
            </a:r>
            <a:r>
              <a:rPr lang="zh-CN" altLang="en-US" sz="2000" b="1">
                <a:solidFill>
                  <a:srgbClr val="003399"/>
                </a:solidFill>
                <a:latin typeface="宋体" panose="02010600030101010101" pitchFamily="2" charset="-122"/>
              </a:rPr>
              <a:t>、运算符</a:t>
            </a:r>
          </a:p>
        </p:txBody>
      </p:sp>
      <p:sp>
        <p:nvSpPr>
          <p:cNvPr id="89108" name="Text Box 20">
            <a:extLst>
              <a:ext uri="{FF2B5EF4-FFF2-40B4-BE49-F238E27FC236}">
                <a16:creationId xmlns:a16="http://schemas.microsoft.com/office/drawing/2014/main" id="{62F30291-7C83-0745-9B14-A55D242FADEE}"/>
              </a:ext>
            </a:extLst>
          </p:cNvPr>
          <p:cNvSpPr txBox="1">
            <a:spLocks noChangeArrowheads="1"/>
          </p:cNvSpPr>
          <p:nvPr/>
        </p:nvSpPr>
        <p:spPr bwMode="auto">
          <a:xfrm>
            <a:off x="5087938" y="3824289"/>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3</a:t>
            </a:r>
            <a:r>
              <a:rPr lang="zh-CN" altLang="en-US" sz="2000" b="1">
                <a:solidFill>
                  <a:srgbClr val="003399"/>
                </a:solidFill>
                <a:latin typeface="宋体" panose="02010600030101010101" pitchFamily="2" charset="-122"/>
              </a:rPr>
              <a:t>、常数</a:t>
            </a:r>
          </a:p>
        </p:txBody>
      </p:sp>
      <p:sp>
        <p:nvSpPr>
          <p:cNvPr id="89109" name="Line 21">
            <a:extLst>
              <a:ext uri="{FF2B5EF4-FFF2-40B4-BE49-F238E27FC236}">
                <a16:creationId xmlns:a16="http://schemas.microsoft.com/office/drawing/2014/main" id="{8B9ED39F-A166-BD98-13C1-3D1C2A9C121B}"/>
              </a:ext>
            </a:extLst>
          </p:cNvPr>
          <p:cNvSpPr>
            <a:spLocks noChangeShapeType="1"/>
          </p:cNvSpPr>
          <p:nvPr/>
        </p:nvSpPr>
        <p:spPr bwMode="auto">
          <a:xfrm flipV="1">
            <a:off x="4727575" y="4076700"/>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110" name="Rectangle 22">
            <a:extLst>
              <a:ext uri="{FF2B5EF4-FFF2-40B4-BE49-F238E27FC236}">
                <a16:creationId xmlns:a16="http://schemas.microsoft.com/office/drawing/2014/main" id="{914E2AFB-3ABE-3ECC-329D-9DE630F8BCBF}"/>
              </a:ext>
            </a:extLst>
          </p:cNvPr>
          <p:cNvSpPr>
            <a:spLocks noChangeArrowheads="1"/>
          </p:cNvSpPr>
          <p:nvPr/>
        </p:nvSpPr>
        <p:spPr bwMode="auto">
          <a:xfrm>
            <a:off x="6888163" y="2133600"/>
            <a:ext cx="3600450" cy="13208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由程序语言定义的具有固定意义的标识符。也可称为保留字或基本字。例如：</a:t>
            </a:r>
            <a:r>
              <a:rPr lang="en-US" altLang="zh-CN" sz="2000" b="1">
                <a:solidFill>
                  <a:srgbClr val="003399"/>
                </a:solidFill>
                <a:latin typeface="宋体" panose="02010600030101010101" pitchFamily="2" charset="-122"/>
              </a:rPr>
              <a:t>Pascal</a:t>
            </a:r>
            <a:r>
              <a:rPr lang="zh-CN" altLang="en-US" sz="2000" b="1">
                <a:solidFill>
                  <a:srgbClr val="003399"/>
                </a:solidFill>
                <a:latin typeface="宋体" panose="02010600030101010101" pitchFamily="2" charset="-122"/>
              </a:rPr>
              <a:t>中的</a:t>
            </a:r>
            <a:r>
              <a:rPr lang="en-US" altLang="zh-CN" sz="2000" b="1">
                <a:solidFill>
                  <a:srgbClr val="003399"/>
                </a:solidFill>
                <a:latin typeface="宋体" panose="02010600030101010101" pitchFamily="2" charset="-122"/>
              </a:rPr>
              <a:t>begin</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end</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if</a:t>
            </a:r>
            <a:r>
              <a:rPr lang="zh-CN" altLang="en-US" sz="2000" b="1">
                <a:solidFill>
                  <a:srgbClr val="003399"/>
                </a:solidFill>
                <a:latin typeface="宋体" panose="02010600030101010101" pitchFamily="2" charset="-122"/>
              </a:rPr>
              <a:t>等。</a:t>
            </a:r>
          </a:p>
        </p:txBody>
      </p:sp>
      <p:sp>
        <p:nvSpPr>
          <p:cNvPr id="89111" name="Rectangle 23">
            <a:extLst>
              <a:ext uri="{FF2B5EF4-FFF2-40B4-BE49-F238E27FC236}">
                <a16:creationId xmlns:a16="http://schemas.microsoft.com/office/drawing/2014/main" id="{5B4A711D-9AC0-776A-33B9-FE5E8F3410D5}"/>
              </a:ext>
            </a:extLst>
          </p:cNvPr>
          <p:cNvSpPr>
            <a:spLocks noChangeArrowheads="1"/>
          </p:cNvSpPr>
          <p:nvPr/>
        </p:nvSpPr>
        <p:spPr bwMode="auto">
          <a:xfrm>
            <a:off x="6888163" y="4868863"/>
            <a:ext cx="3600450" cy="7112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界符：如逗号、分号、括号、</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等。它是确定的。</a:t>
            </a:r>
          </a:p>
        </p:txBody>
      </p:sp>
      <p:sp>
        <p:nvSpPr>
          <p:cNvPr id="89112" name="Rectangle 24">
            <a:extLst>
              <a:ext uri="{FF2B5EF4-FFF2-40B4-BE49-F238E27FC236}">
                <a16:creationId xmlns:a16="http://schemas.microsoft.com/office/drawing/2014/main" id="{647EE8F0-60F9-54B5-CE0B-73576294CF1F}"/>
              </a:ext>
            </a:extLst>
          </p:cNvPr>
          <p:cNvSpPr>
            <a:spLocks noChangeArrowheads="1"/>
          </p:cNvSpPr>
          <p:nvPr/>
        </p:nvSpPr>
        <p:spPr bwMode="auto">
          <a:xfrm>
            <a:off x="6888163" y="4302125"/>
            <a:ext cx="3600450" cy="7112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运算符：如</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等。它是确定的。</a:t>
            </a:r>
          </a:p>
        </p:txBody>
      </p:sp>
      <p:sp>
        <p:nvSpPr>
          <p:cNvPr id="89113" name="Rectangle 25">
            <a:extLst>
              <a:ext uri="{FF2B5EF4-FFF2-40B4-BE49-F238E27FC236}">
                <a16:creationId xmlns:a16="http://schemas.microsoft.com/office/drawing/2014/main" id="{0AE64666-7F10-A7B1-37E9-D09E4E551D95}"/>
              </a:ext>
            </a:extLst>
          </p:cNvPr>
          <p:cNvSpPr>
            <a:spLocks noChangeArrowheads="1"/>
          </p:cNvSpPr>
          <p:nvPr/>
        </p:nvSpPr>
        <p:spPr bwMode="auto">
          <a:xfrm>
            <a:off x="6888163" y="3500438"/>
            <a:ext cx="3600450" cy="10160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常数的类型一般有整型、实型、布尔型、文字型等。它是不限的。</a:t>
            </a:r>
          </a:p>
        </p:txBody>
      </p:sp>
      <p:sp>
        <p:nvSpPr>
          <p:cNvPr id="89114" name="Rectangle 26">
            <a:extLst>
              <a:ext uri="{FF2B5EF4-FFF2-40B4-BE49-F238E27FC236}">
                <a16:creationId xmlns:a16="http://schemas.microsoft.com/office/drawing/2014/main" id="{3A63EBD4-282E-71AA-F68E-8E73B4CECB8D}"/>
              </a:ext>
            </a:extLst>
          </p:cNvPr>
          <p:cNvSpPr>
            <a:spLocks noChangeArrowheads="1"/>
          </p:cNvSpPr>
          <p:nvPr/>
        </p:nvSpPr>
        <p:spPr bwMode="auto">
          <a:xfrm>
            <a:off x="6888163" y="2852738"/>
            <a:ext cx="3600450" cy="10160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用来表示各种名字，如变量名、数组名、过程名等。它是不限的。</a:t>
            </a:r>
          </a:p>
        </p:txBody>
      </p:sp>
      <p:sp>
        <p:nvSpPr>
          <p:cNvPr id="89115" name="Line 27">
            <a:extLst>
              <a:ext uri="{FF2B5EF4-FFF2-40B4-BE49-F238E27FC236}">
                <a16:creationId xmlns:a16="http://schemas.microsoft.com/office/drawing/2014/main" id="{113FFFB7-5F5E-5A67-66A6-6D7F3CCE66CC}"/>
              </a:ext>
            </a:extLst>
          </p:cNvPr>
          <p:cNvSpPr>
            <a:spLocks noChangeShapeType="1"/>
          </p:cNvSpPr>
          <p:nvPr/>
        </p:nvSpPr>
        <p:spPr bwMode="auto">
          <a:xfrm>
            <a:off x="6311901" y="2781300"/>
            <a:ext cx="5762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116" name="Line 28">
            <a:extLst>
              <a:ext uri="{FF2B5EF4-FFF2-40B4-BE49-F238E27FC236}">
                <a16:creationId xmlns:a16="http://schemas.microsoft.com/office/drawing/2014/main" id="{2068F74A-3A26-13AD-B7A2-1AD8D2B577DF}"/>
              </a:ext>
            </a:extLst>
          </p:cNvPr>
          <p:cNvSpPr>
            <a:spLocks noChangeShapeType="1"/>
          </p:cNvSpPr>
          <p:nvPr/>
        </p:nvSpPr>
        <p:spPr bwMode="auto">
          <a:xfrm>
            <a:off x="6311901" y="3429000"/>
            <a:ext cx="5762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117" name="Line 29">
            <a:extLst>
              <a:ext uri="{FF2B5EF4-FFF2-40B4-BE49-F238E27FC236}">
                <a16:creationId xmlns:a16="http://schemas.microsoft.com/office/drawing/2014/main" id="{2996E824-FD8B-3F49-7BCF-5B197EE9F130}"/>
              </a:ext>
            </a:extLst>
          </p:cNvPr>
          <p:cNvSpPr>
            <a:spLocks noChangeShapeType="1"/>
          </p:cNvSpPr>
          <p:nvPr/>
        </p:nvSpPr>
        <p:spPr bwMode="auto">
          <a:xfrm>
            <a:off x="6167439" y="4005263"/>
            <a:ext cx="720725"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118" name="Line 30">
            <a:extLst>
              <a:ext uri="{FF2B5EF4-FFF2-40B4-BE49-F238E27FC236}">
                <a16:creationId xmlns:a16="http://schemas.microsoft.com/office/drawing/2014/main" id="{B9FF89EB-F16F-F20F-6CAF-95E8BBB20EE7}"/>
              </a:ext>
            </a:extLst>
          </p:cNvPr>
          <p:cNvSpPr>
            <a:spLocks noChangeShapeType="1"/>
          </p:cNvSpPr>
          <p:nvPr/>
        </p:nvSpPr>
        <p:spPr bwMode="auto">
          <a:xfrm>
            <a:off x="6383339" y="4724400"/>
            <a:ext cx="504825"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9119" name="Line 31">
            <a:extLst>
              <a:ext uri="{FF2B5EF4-FFF2-40B4-BE49-F238E27FC236}">
                <a16:creationId xmlns:a16="http://schemas.microsoft.com/office/drawing/2014/main" id="{788C91AC-F833-9065-23CD-80D210B1D61A}"/>
              </a:ext>
            </a:extLst>
          </p:cNvPr>
          <p:cNvSpPr>
            <a:spLocks noChangeShapeType="1"/>
          </p:cNvSpPr>
          <p:nvPr/>
        </p:nvSpPr>
        <p:spPr bwMode="auto">
          <a:xfrm>
            <a:off x="6096001" y="5300663"/>
            <a:ext cx="7921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89090"/>
                                        </p:tgtEl>
                                        <p:attrNameLst>
                                          <p:attrName>style.visibility</p:attrName>
                                        </p:attrNameLst>
                                      </p:cBhvr>
                                      <p:to>
                                        <p:strVal val="visible"/>
                                      </p:to>
                                    </p:set>
                                    <p:animEffect transition="in" filter="fade">
                                      <p:cBhvr>
                                        <p:cTn id="14" dur="2000"/>
                                        <p:tgtEl>
                                          <p:spTgt spid="89090"/>
                                        </p:tgtEl>
                                      </p:cBhvr>
                                    </p:animEffect>
                                  </p:childTnLst>
                                </p:cTn>
                              </p:par>
                              <p:par>
                                <p:cTn id="15" presetID="10" presetClass="entr" presetSubtype="0" fill="hold" nodeType="withEffect">
                                  <p:stCondLst>
                                    <p:cond delay="0"/>
                                  </p:stCondLst>
                                  <p:childTnLst>
                                    <p:set>
                                      <p:cBhvr>
                                        <p:cTn id="16" dur="1" fill="hold">
                                          <p:stCondLst>
                                            <p:cond delay="0"/>
                                          </p:stCondLst>
                                        </p:cTn>
                                        <p:tgtEl>
                                          <p:spTgt spid="89091"/>
                                        </p:tgtEl>
                                        <p:attrNameLst>
                                          <p:attrName>style.visibility</p:attrName>
                                        </p:attrNameLst>
                                      </p:cBhvr>
                                      <p:to>
                                        <p:strVal val="visible"/>
                                      </p:to>
                                    </p:set>
                                    <p:animEffect transition="in" filter="fade">
                                      <p:cBhvr>
                                        <p:cTn id="17" dur="2000"/>
                                        <p:tgtEl>
                                          <p:spTgt spid="89091"/>
                                        </p:tgtEl>
                                      </p:cBhvr>
                                    </p:animEffect>
                                  </p:childTnLst>
                                </p:cTn>
                              </p:par>
                              <p:par>
                                <p:cTn id="18" presetID="10" presetClass="entr" presetSubtype="0" fill="hold" nodeType="withEffect">
                                  <p:stCondLst>
                                    <p:cond delay="0"/>
                                  </p:stCondLst>
                                  <p:childTnLst>
                                    <p:set>
                                      <p:cBhvr>
                                        <p:cTn id="19" dur="1" fill="hold">
                                          <p:stCondLst>
                                            <p:cond delay="0"/>
                                          </p:stCondLst>
                                        </p:cTn>
                                        <p:tgtEl>
                                          <p:spTgt spid="89092"/>
                                        </p:tgtEl>
                                        <p:attrNameLst>
                                          <p:attrName>style.visibility</p:attrName>
                                        </p:attrNameLst>
                                      </p:cBhvr>
                                      <p:to>
                                        <p:strVal val="visible"/>
                                      </p:to>
                                    </p:set>
                                    <p:animEffect transition="in" filter="fade">
                                      <p:cBhvr>
                                        <p:cTn id="20" dur="2000"/>
                                        <p:tgtEl>
                                          <p:spTgt spid="89092"/>
                                        </p:tgtEl>
                                      </p:cBhvr>
                                    </p:animEffect>
                                  </p:childTnLst>
                                </p:cTn>
                              </p:par>
                              <p:par>
                                <p:cTn id="21" presetID="10" presetClass="entr" presetSubtype="0" fill="hold" nodeType="withEffect">
                                  <p:stCondLst>
                                    <p:cond delay="0"/>
                                  </p:stCondLst>
                                  <p:childTnLst>
                                    <p:set>
                                      <p:cBhvr>
                                        <p:cTn id="22" dur="1" fill="hold">
                                          <p:stCondLst>
                                            <p:cond delay="0"/>
                                          </p:stCondLst>
                                        </p:cTn>
                                        <p:tgtEl>
                                          <p:spTgt spid="89093"/>
                                        </p:tgtEl>
                                        <p:attrNameLst>
                                          <p:attrName>style.visibility</p:attrName>
                                        </p:attrNameLst>
                                      </p:cBhvr>
                                      <p:to>
                                        <p:strVal val="visible"/>
                                      </p:to>
                                    </p:set>
                                    <p:animEffect transition="in" filter="fade">
                                      <p:cBhvr>
                                        <p:cTn id="23" dur="2000"/>
                                        <p:tgtEl>
                                          <p:spTgt spid="89093"/>
                                        </p:tgtEl>
                                      </p:cBhvr>
                                    </p:animEffect>
                                  </p:childTnLst>
                                </p:cTn>
                              </p:par>
                              <p:par>
                                <p:cTn id="24" presetID="10" presetClass="entr" presetSubtype="0" fill="hold" nodeType="withEffect">
                                  <p:stCondLst>
                                    <p:cond delay="0"/>
                                  </p:stCondLst>
                                  <p:childTnLst>
                                    <p:set>
                                      <p:cBhvr>
                                        <p:cTn id="25" dur="1" fill="hold">
                                          <p:stCondLst>
                                            <p:cond delay="0"/>
                                          </p:stCondLst>
                                        </p:cTn>
                                        <p:tgtEl>
                                          <p:spTgt spid="89094"/>
                                        </p:tgtEl>
                                        <p:attrNameLst>
                                          <p:attrName>style.visibility</p:attrName>
                                        </p:attrNameLst>
                                      </p:cBhvr>
                                      <p:to>
                                        <p:strVal val="visible"/>
                                      </p:to>
                                    </p:set>
                                    <p:animEffect transition="in" filter="fade">
                                      <p:cBhvr>
                                        <p:cTn id="26" dur="2000"/>
                                        <p:tgtEl>
                                          <p:spTgt spid="89094"/>
                                        </p:tgtEl>
                                      </p:cBhvr>
                                    </p:animEffect>
                                  </p:childTnLst>
                                </p:cTn>
                              </p:par>
                              <p:par>
                                <p:cTn id="27" presetID="10" presetClass="entr" presetSubtype="0" fill="hold" nodeType="withEffect">
                                  <p:stCondLst>
                                    <p:cond delay="0"/>
                                  </p:stCondLst>
                                  <p:childTnLst>
                                    <p:set>
                                      <p:cBhvr>
                                        <p:cTn id="28" dur="1" fill="hold">
                                          <p:stCondLst>
                                            <p:cond delay="0"/>
                                          </p:stCondLst>
                                        </p:cTn>
                                        <p:tgtEl>
                                          <p:spTgt spid="89095"/>
                                        </p:tgtEl>
                                        <p:attrNameLst>
                                          <p:attrName>style.visibility</p:attrName>
                                        </p:attrNameLst>
                                      </p:cBhvr>
                                      <p:to>
                                        <p:strVal val="visible"/>
                                      </p:to>
                                    </p:set>
                                    <p:animEffect transition="in" filter="fade">
                                      <p:cBhvr>
                                        <p:cTn id="29" dur="2000"/>
                                        <p:tgtEl>
                                          <p:spTgt spid="89095"/>
                                        </p:tgtEl>
                                      </p:cBhvr>
                                    </p:animEffect>
                                  </p:childTnLst>
                                </p:cTn>
                              </p:par>
                              <p:par>
                                <p:cTn id="30" presetID="10" presetClass="entr" presetSubtype="0" fill="hold" nodeType="withEffect">
                                  <p:stCondLst>
                                    <p:cond delay="0"/>
                                  </p:stCondLst>
                                  <p:childTnLst>
                                    <p:set>
                                      <p:cBhvr>
                                        <p:cTn id="31" dur="1" fill="hold">
                                          <p:stCondLst>
                                            <p:cond delay="0"/>
                                          </p:stCondLst>
                                        </p:cTn>
                                        <p:tgtEl>
                                          <p:spTgt spid="89096"/>
                                        </p:tgtEl>
                                        <p:attrNameLst>
                                          <p:attrName>style.visibility</p:attrName>
                                        </p:attrNameLst>
                                      </p:cBhvr>
                                      <p:to>
                                        <p:strVal val="visible"/>
                                      </p:to>
                                    </p:set>
                                    <p:animEffect transition="in" filter="fade">
                                      <p:cBhvr>
                                        <p:cTn id="32" dur="2000"/>
                                        <p:tgtEl>
                                          <p:spTgt spid="89096"/>
                                        </p:tgtEl>
                                      </p:cBhvr>
                                    </p:animEffect>
                                  </p:childTnLst>
                                </p:cTn>
                              </p:par>
                              <p:par>
                                <p:cTn id="33" presetID="10" presetClass="entr" presetSubtype="0" fill="hold" nodeType="withEffect">
                                  <p:stCondLst>
                                    <p:cond delay="0"/>
                                  </p:stCondLst>
                                  <p:childTnLst>
                                    <p:set>
                                      <p:cBhvr>
                                        <p:cTn id="34" dur="1" fill="hold">
                                          <p:stCondLst>
                                            <p:cond delay="0"/>
                                          </p:stCondLst>
                                        </p:cTn>
                                        <p:tgtEl>
                                          <p:spTgt spid="89097"/>
                                        </p:tgtEl>
                                        <p:attrNameLst>
                                          <p:attrName>style.visibility</p:attrName>
                                        </p:attrNameLst>
                                      </p:cBhvr>
                                      <p:to>
                                        <p:strVal val="visible"/>
                                      </p:to>
                                    </p:set>
                                    <p:animEffect transition="in" filter="fade">
                                      <p:cBhvr>
                                        <p:cTn id="35" dur="2000"/>
                                        <p:tgtEl>
                                          <p:spTgt spid="89097"/>
                                        </p:tgtEl>
                                      </p:cBhvr>
                                    </p:animEffect>
                                  </p:childTnLst>
                                </p:cTn>
                              </p:par>
                              <p:par>
                                <p:cTn id="36" presetID="10" presetClass="entr" presetSubtype="0" fill="hold" nodeType="withEffect">
                                  <p:stCondLst>
                                    <p:cond delay="0"/>
                                  </p:stCondLst>
                                  <p:childTnLst>
                                    <p:set>
                                      <p:cBhvr>
                                        <p:cTn id="37" dur="1" fill="hold">
                                          <p:stCondLst>
                                            <p:cond delay="0"/>
                                          </p:stCondLst>
                                        </p:cTn>
                                        <p:tgtEl>
                                          <p:spTgt spid="89098"/>
                                        </p:tgtEl>
                                        <p:attrNameLst>
                                          <p:attrName>style.visibility</p:attrName>
                                        </p:attrNameLst>
                                      </p:cBhvr>
                                      <p:to>
                                        <p:strVal val="visible"/>
                                      </p:to>
                                    </p:set>
                                    <p:animEffect transition="in" filter="fade">
                                      <p:cBhvr>
                                        <p:cTn id="38" dur="2000"/>
                                        <p:tgtEl>
                                          <p:spTgt spid="89098"/>
                                        </p:tgtEl>
                                      </p:cBhvr>
                                    </p:animEffect>
                                  </p:childTnLst>
                                </p:cTn>
                              </p:par>
                              <p:par>
                                <p:cTn id="39" presetID="10" presetClass="entr" presetSubtype="0" fill="hold" nodeType="withEffect">
                                  <p:stCondLst>
                                    <p:cond delay="0"/>
                                  </p:stCondLst>
                                  <p:iterate type="lt">
                                    <p:tmPct val="0"/>
                                  </p:iterate>
                                  <p:childTnLst>
                                    <p:set>
                                      <p:cBhvr>
                                        <p:cTn id="40" dur="1" fill="hold">
                                          <p:stCondLst>
                                            <p:cond delay="0"/>
                                          </p:stCondLst>
                                        </p:cTn>
                                        <p:tgtEl>
                                          <p:spTgt spid="89099"/>
                                        </p:tgtEl>
                                        <p:attrNameLst>
                                          <p:attrName>style.visibility</p:attrName>
                                        </p:attrNameLst>
                                      </p:cBhvr>
                                      <p:to>
                                        <p:strVal val="visible"/>
                                      </p:to>
                                    </p:set>
                                    <p:animEffect transition="in" filter="fade">
                                      <p:cBhvr>
                                        <p:cTn id="41" dur="2000"/>
                                        <p:tgtEl>
                                          <p:spTgt spid="89099"/>
                                        </p:tgtEl>
                                      </p:cBhvr>
                                    </p:animEffect>
                                  </p:childTnLst>
                                </p:cTn>
                              </p:par>
                              <p:par>
                                <p:cTn id="42" presetID="10" presetClass="entr" presetSubtype="0" fill="hold" nodeType="withEffect">
                                  <p:stCondLst>
                                    <p:cond delay="0"/>
                                  </p:stCondLst>
                                  <p:iterate type="lt">
                                    <p:tmPct val="0"/>
                                  </p:iterate>
                                  <p:childTnLst>
                                    <p:set>
                                      <p:cBhvr>
                                        <p:cTn id="43" dur="1" fill="hold">
                                          <p:stCondLst>
                                            <p:cond delay="0"/>
                                          </p:stCondLst>
                                        </p:cTn>
                                        <p:tgtEl>
                                          <p:spTgt spid="89105"/>
                                        </p:tgtEl>
                                        <p:attrNameLst>
                                          <p:attrName>style.visibility</p:attrName>
                                        </p:attrNameLst>
                                      </p:cBhvr>
                                      <p:to>
                                        <p:strVal val="visible"/>
                                      </p:to>
                                    </p:set>
                                    <p:animEffect transition="in" filter="fade">
                                      <p:cBhvr>
                                        <p:cTn id="44" dur="2000"/>
                                        <p:tgtEl>
                                          <p:spTgt spid="89105"/>
                                        </p:tgtEl>
                                      </p:cBhvr>
                                    </p:animEffect>
                                  </p:childTnLst>
                                </p:cTn>
                              </p:par>
                              <p:par>
                                <p:cTn id="45" presetID="10" presetClass="entr" presetSubtype="0" fill="hold" nodeType="withEffect">
                                  <p:stCondLst>
                                    <p:cond delay="0"/>
                                  </p:stCondLst>
                                  <p:iterate type="lt">
                                    <p:tmPct val="0"/>
                                  </p:iterate>
                                  <p:childTnLst>
                                    <p:set>
                                      <p:cBhvr>
                                        <p:cTn id="46" dur="1" fill="hold">
                                          <p:stCondLst>
                                            <p:cond delay="0"/>
                                          </p:stCondLst>
                                        </p:cTn>
                                        <p:tgtEl>
                                          <p:spTgt spid="89106"/>
                                        </p:tgtEl>
                                        <p:attrNameLst>
                                          <p:attrName>style.visibility</p:attrName>
                                        </p:attrNameLst>
                                      </p:cBhvr>
                                      <p:to>
                                        <p:strVal val="visible"/>
                                      </p:to>
                                    </p:set>
                                    <p:animEffect transition="in" filter="fade">
                                      <p:cBhvr>
                                        <p:cTn id="47" dur="2000"/>
                                        <p:tgtEl>
                                          <p:spTgt spid="89106"/>
                                        </p:tgtEl>
                                      </p:cBhvr>
                                    </p:animEffect>
                                  </p:childTnLst>
                                </p:cTn>
                              </p:par>
                              <p:par>
                                <p:cTn id="48" presetID="10" presetClass="entr" presetSubtype="0" fill="hold" nodeType="withEffect">
                                  <p:stCondLst>
                                    <p:cond delay="0"/>
                                  </p:stCondLst>
                                  <p:iterate type="lt">
                                    <p:tmPct val="0"/>
                                  </p:iterate>
                                  <p:childTnLst>
                                    <p:set>
                                      <p:cBhvr>
                                        <p:cTn id="49" dur="1" fill="hold">
                                          <p:stCondLst>
                                            <p:cond delay="0"/>
                                          </p:stCondLst>
                                        </p:cTn>
                                        <p:tgtEl>
                                          <p:spTgt spid="89107"/>
                                        </p:tgtEl>
                                        <p:attrNameLst>
                                          <p:attrName>style.visibility</p:attrName>
                                        </p:attrNameLst>
                                      </p:cBhvr>
                                      <p:to>
                                        <p:strVal val="visible"/>
                                      </p:to>
                                    </p:set>
                                    <p:animEffect transition="in" filter="fade">
                                      <p:cBhvr>
                                        <p:cTn id="50" dur="2000"/>
                                        <p:tgtEl>
                                          <p:spTgt spid="89107"/>
                                        </p:tgtEl>
                                      </p:cBhvr>
                                    </p:animEffect>
                                  </p:childTnLst>
                                </p:cTn>
                              </p:par>
                              <p:par>
                                <p:cTn id="51" presetID="10" presetClass="entr" presetSubtype="0" fill="hold" nodeType="withEffect">
                                  <p:stCondLst>
                                    <p:cond delay="0"/>
                                  </p:stCondLst>
                                  <p:iterate type="lt">
                                    <p:tmPct val="0"/>
                                  </p:iterate>
                                  <p:childTnLst>
                                    <p:set>
                                      <p:cBhvr>
                                        <p:cTn id="52" dur="1" fill="hold">
                                          <p:stCondLst>
                                            <p:cond delay="0"/>
                                          </p:stCondLst>
                                        </p:cTn>
                                        <p:tgtEl>
                                          <p:spTgt spid="89108"/>
                                        </p:tgtEl>
                                        <p:attrNameLst>
                                          <p:attrName>style.visibility</p:attrName>
                                        </p:attrNameLst>
                                      </p:cBhvr>
                                      <p:to>
                                        <p:strVal val="visible"/>
                                      </p:to>
                                    </p:set>
                                    <p:animEffect transition="in" filter="fade">
                                      <p:cBhvr>
                                        <p:cTn id="53" dur="2000"/>
                                        <p:tgtEl>
                                          <p:spTgt spid="89108"/>
                                        </p:tgtEl>
                                      </p:cBhvr>
                                    </p:animEffect>
                                  </p:childTnLst>
                                </p:cTn>
                              </p:par>
                              <p:par>
                                <p:cTn id="54" presetID="10" presetClass="entr" presetSubtype="0" fill="hold" nodeType="withEffect">
                                  <p:stCondLst>
                                    <p:cond delay="0"/>
                                  </p:stCondLst>
                                  <p:childTnLst>
                                    <p:set>
                                      <p:cBhvr>
                                        <p:cTn id="55" dur="1" fill="hold">
                                          <p:stCondLst>
                                            <p:cond delay="0"/>
                                          </p:stCondLst>
                                        </p:cTn>
                                        <p:tgtEl>
                                          <p:spTgt spid="89109"/>
                                        </p:tgtEl>
                                        <p:attrNameLst>
                                          <p:attrName>style.visibility</p:attrName>
                                        </p:attrNameLst>
                                      </p:cBhvr>
                                      <p:to>
                                        <p:strVal val="visible"/>
                                      </p:to>
                                    </p:set>
                                    <p:animEffect transition="in" filter="fade">
                                      <p:cBhvr>
                                        <p:cTn id="56" dur="2000"/>
                                        <p:tgtEl>
                                          <p:spTgt spid="8910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0" presetClass="emph" presetSubtype="0" fill="hold" nodeType="clickEffect">
                                  <p:stCondLst>
                                    <p:cond delay="0"/>
                                  </p:stCondLst>
                                  <p:iterate type="lt">
                                    <p:tmPct val="10000"/>
                                  </p:iterate>
                                  <p:childTnLst>
                                    <p:set>
                                      <p:cBhvr override="childStyle">
                                        <p:cTn id="60" dur="500" autoRev="1" fill="hold"/>
                                        <p:tgtEl>
                                          <p:spTgt spid="89099"/>
                                        </p:tgtEl>
                                        <p:attrNameLst>
                                          <p:attrName>style.color</p:attrName>
                                        </p:attrNameLst>
                                      </p:cBhvr>
                                      <p:to>
                                        <p:clrVal>
                                          <a:schemeClr val="hlink"/>
                                        </p:clrVal>
                                      </p:to>
                                    </p:set>
                                    <p:set>
                                      <p:cBhvr>
                                        <p:cTn id="61" dur="500" autoRev="1" fill="hold"/>
                                        <p:tgtEl>
                                          <p:spTgt spid="89099"/>
                                        </p:tgtEl>
                                        <p:attrNameLst>
                                          <p:attrName>fillcolor</p:attrName>
                                        </p:attrNameLst>
                                      </p:cBhvr>
                                      <p:to>
                                        <p:clrVal>
                                          <a:schemeClr val="hlink"/>
                                        </p:clrVal>
                                      </p:to>
                                    </p:set>
                                    <p:set>
                                      <p:cBhvr>
                                        <p:cTn id="62" dur="500" autoRev="1" fill="hold"/>
                                        <p:tgtEl>
                                          <p:spTgt spid="89099"/>
                                        </p:tgtEl>
                                        <p:attrNameLst>
                                          <p:attrName>fill.type</p:attrName>
                                        </p:attrNameLst>
                                      </p:cBhvr>
                                      <p:to>
                                        <p:strVal val="solid"/>
                                      </p:to>
                                    </p:set>
                                  </p:childTnLst>
                                </p:cTn>
                              </p:par>
                            </p:childTnLst>
                          </p:cTn>
                        </p:par>
                        <p:par>
                          <p:cTn id="63" fill="hold" nodeType="afterGroup">
                            <p:stCondLst>
                              <p:cond delay="1400"/>
                            </p:stCondLst>
                            <p:childTnLst>
                              <p:par>
                                <p:cTn id="64" presetID="10" presetClass="entr" presetSubtype="0" fill="hold" nodeType="afterEffect">
                                  <p:stCondLst>
                                    <p:cond delay="0"/>
                                  </p:stCondLst>
                                  <p:childTnLst>
                                    <p:set>
                                      <p:cBhvr>
                                        <p:cTn id="65" dur="1" fill="hold">
                                          <p:stCondLst>
                                            <p:cond delay="0"/>
                                          </p:stCondLst>
                                        </p:cTn>
                                        <p:tgtEl>
                                          <p:spTgt spid="89110"/>
                                        </p:tgtEl>
                                        <p:attrNameLst>
                                          <p:attrName>style.visibility</p:attrName>
                                        </p:attrNameLst>
                                      </p:cBhvr>
                                      <p:to>
                                        <p:strVal val="visible"/>
                                      </p:to>
                                    </p:set>
                                    <p:animEffect transition="in" filter="fade">
                                      <p:cBhvr>
                                        <p:cTn id="66" dur="2000"/>
                                        <p:tgtEl>
                                          <p:spTgt spid="89110"/>
                                        </p:tgtEl>
                                      </p:cBhvr>
                                    </p:animEffect>
                                  </p:childTnLst>
                                </p:cTn>
                              </p:par>
                              <p:par>
                                <p:cTn id="67" presetID="10" presetClass="entr" presetSubtype="0" fill="hold" nodeType="withEffect">
                                  <p:stCondLst>
                                    <p:cond delay="0"/>
                                  </p:stCondLst>
                                  <p:childTnLst>
                                    <p:set>
                                      <p:cBhvr>
                                        <p:cTn id="68" dur="1" fill="hold">
                                          <p:stCondLst>
                                            <p:cond delay="0"/>
                                          </p:stCondLst>
                                        </p:cTn>
                                        <p:tgtEl>
                                          <p:spTgt spid="89115"/>
                                        </p:tgtEl>
                                        <p:attrNameLst>
                                          <p:attrName>style.visibility</p:attrName>
                                        </p:attrNameLst>
                                      </p:cBhvr>
                                      <p:to>
                                        <p:strVal val="visible"/>
                                      </p:to>
                                    </p:set>
                                    <p:animEffect transition="in" filter="fade">
                                      <p:cBhvr>
                                        <p:cTn id="69" dur="2000"/>
                                        <p:tgtEl>
                                          <p:spTgt spid="8911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5" presetClass="exit" presetSubtype="0" fill="hold" nodeType="clickEffect">
                                  <p:stCondLst>
                                    <p:cond delay="0"/>
                                  </p:stCondLst>
                                  <p:childTnLst>
                                    <p:anim calcmode="lin" valueType="num">
                                      <p:cBhvr>
                                        <p:cTn id="73" dur="1000"/>
                                        <p:tgtEl>
                                          <p:spTgt spid="89115"/>
                                        </p:tgtEl>
                                        <p:attrNameLst>
                                          <p:attrName>ppt_w</p:attrName>
                                        </p:attrNameLst>
                                      </p:cBhvr>
                                      <p:tavLst>
                                        <p:tav tm="0">
                                          <p:val>
                                            <p:strVal val="ppt_w"/>
                                          </p:val>
                                        </p:tav>
                                        <p:tav tm="100000">
                                          <p:val>
                                            <p:strVal val="ppt_w*0.70"/>
                                          </p:val>
                                        </p:tav>
                                      </p:tavLst>
                                    </p:anim>
                                    <p:anim calcmode="lin" valueType="num">
                                      <p:cBhvr>
                                        <p:cTn id="74" dur="1000"/>
                                        <p:tgtEl>
                                          <p:spTgt spid="89115"/>
                                        </p:tgtEl>
                                        <p:attrNameLst>
                                          <p:attrName>ppt_h</p:attrName>
                                        </p:attrNameLst>
                                      </p:cBhvr>
                                      <p:tavLst>
                                        <p:tav tm="0">
                                          <p:val>
                                            <p:strVal val="ppt_h"/>
                                          </p:val>
                                        </p:tav>
                                        <p:tav tm="100000">
                                          <p:val>
                                            <p:strVal val="ppt_h"/>
                                          </p:val>
                                        </p:tav>
                                      </p:tavLst>
                                    </p:anim>
                                    <p:animEffect transition="out" filter="fade">
                                      <p:cBhvr>
                                        <p:cTn id="75" dur="1000"/>
                                        <p:tgtEl>
                                          <p:spTgt spid="89115"/>
                                        </p:tgtEl>
                                      </p:cBhvr>
                                    </p:animEffect>
                                    <p:set>
                                      <p:cBhvr>
                                        <p:cTn id="76" dur="1" fill="hold">
                                          <p:stCondLst>
                                            <p:cond delay="999"/>
                                          </p:stCondLst>
                                        </p:cTn>
                                        <p:tgtEl>
                                          <p:spTgt spid="89115"/>
                                        </p:tgtEl>
                                        <p:attrNameLst>
                                          <p:attrName>style.visibility</p:attrName>
                                        </p:attrNameLst>
                                      </p:cBhvr>
                                      <p:to>
                                        <p:strVal val="hidden"/>
                                      </p:to>
                                    </p:set>
                                  </p:childTnLst>
                                </p:cTn>
                              </p:par>
                              <p:par>
                                <p:cTn id="77" presetID="55" presetClass="exit" presetSubtype="0" fill="hold" nodeType="withEffect">
                                  <p:stCondLst>
                                    <p:cond delay="0"/>
                                  </p:stCondLst>
                                  <p:childTnLst>
                                    <p:anim calcmode="lin" valueType="num">
                                      <p:cBhvr>
                                        <p:cTn id="78" dur="1000"/>
                                        <p:tgtEl>
                                          <p:spTgt spid="89110"/>
                                        </p:tgtEl>
                                        <p:attrNameLst>
                                          <p:attrName>ppt_w</p:attrName>
                                        </p:attrNameLst>
                                      </p:cBhvr>
                                      <p:tavLst>
                                        <p:tav tm="0">
                                          <p:val>
                                            <p:strVal val="ppt_w"/>
                                          </p:val>
                                        </p:tav>
                                        <p:tav tm="100000">
                                          <p:val>
                                            <p:strVal val="ppt_w*0.70"/>
                                          </p:val>
                                        </p:tav>
                                      </p:tavLst>
                                    </p:anim>
                                    <p:anim calcmode="lin" valueType="num">
                                      <p:cBhvr>
                                        <p:cTn id="79" dur="1000"/>
                                        <p:tgtEl>
                                          <p:spTgt spid="89110"/>
                                        </p:tgtEl>
                                        <p:attrNameLst>
                                          <p:attrName>ppt_h</p:attrName>
                                        </p:attrNameLst>
                                      </p:cBhvr>
                                      <p:tavLst>
                                        <p:tav tm="0">
                                          <p:val>
                                            <p:strVal val="ppt_h"/>
                                          </p:val>
                                        </p:tav>
                                        <p:tav tm="100000">
                                          <p:val>
                                            <p:strVal val="ppt_h"/>
                                          </p:val>
                                        </p:tav>
                                      </p:tavLst>
                                    </p:anim>
                                    <p:animEffect transition="out" filter="fade">
                                      <p:cBhvr>
                                        <p:cTn id="80" dur="1000"/>
                                        <p:tgtEl>
                                          <p:spTgt spid="89110"/>
                                        </p:tgtEl>
                                      </p:cBhvr>
                                    </p:animEffect>
                                    <p:set>
                                      <p:cBhvr>
                                        <p:cTn id="81" dur="1" fill="hold">
                                          <p:stCondLst>
                                            <p:cond delay="999"/>
                                          </p:stCondLst>
                                        </p:cTn>
                                        <p:tgtEl>
                                          <p:spTgt spid="89110"/>
                                        </p:tgtEl>
                                        <p:attrNameLst>
                                          <p:attrName>style.visibility</p:attrName>
                                        </p:attrNameLst>
                                      </p:cBhvr>
                                      <p:to>
                                        <p:strVal val="hidden"/>
                                      </p:to>
                                    </p:set>
                                  </p:childTnLst>
                                </p:cTn>
                              </p:par>
                            </p:childTnLst>
                          </p:cTn>
                        </p:par>
                        <p:par>
                          <p:cTn id="82" fill="hold" nodeType="afterGroup">
                            <p:stCondLst>
                              <p:cond delay="1000"/>
                            </p:stCondLst>
                            <p:childTnLst>
                              <p:par>
                                <p:cTn id="83" presetID="20" presetClass="emph" presetSubtype="0" fill="hold" nodeType="afterEffect">
                                  <p:stCondLst>
                                    <p:cond delay="1000"/>
                                  </p:stCondLst>
                                  <p:iterate type="lt">
                                    <p:tmPct val="10000"/>
                                  </p:iterate>
                                  <p:childTnLst>
                                    <p:set>
                                      <p:cBhvr override="childStyle">
                                        <p:cTn id="84" dur="500" autoRev="1" fill="hold"/>
                                        <p:tgtEl>
                                          <p:spTgt spid="89105"/>
                                        </p:tgtEl>
                                        <p:attrNameLst>
                                          <p:attrName>style.color</p:attrName>
                                        </p:attrNameLst>
                                      </p:cBhvr>
                                      <p:to>
                                        <p:clrVal>
                                          <a:schemeClr val="hlink"/>
                                        </p:clrVal>
                                      </p:to>
                                    </p:set>
                                    <p:set>
                                      <p:cBhvr>
                                        <p:cTn id="85" dur="500" autoRev="1" fill="hold"/>
                                        <p:tgtEl>
                                          <p:spTgt spid="89105"/>
                                        </p:tgtEl>
                                        <p:attrNameLst>
                                          <p:attrName>fillcolor</p:attrName>
                                        </p:attrNameLst>
                                      </p:cBhvr>
                                      <p:to>
                                        <p:clrVal>
                                          <a:schemeClr val="hlink"/>
                                        </p:clrVal>
                                      </p:to>
                                    </p:set>
                                    <p:set>
                                      <p:cBhvr>
                                        <p:cTn id="86" dur="500" autoRev="1" fill="hold"/>
                                        <p:tgtEl>
                                          <p:spTgt spid="89105"/>
                                        </p:tgtEl>
                                        <p:attrNameLst>
                                          <p:attrName>fill.type</p:attrName>
                                        </p:attrNameLst>
                                      </p:cBhvr>
                                      <p:to>
                                        <p:strVal val="solid"/>
                                      </p:to>
                                    </p:set>
                                  </p:childTnLst>
                                </p:cTn>
                              </p:par>
                            </p:childTnLst>
                          </p:cTn>
                        </p:par>
                        <p:par>
                          <p:cTn id="87" fill="hold" nodeType="afterGroup">
                            <p:stCondLst>
                              <p:cond delay="3400"/>
                            </p:stCondLst>
                            <p:childTnLst>
                              <p:par>
                                <p:cTn id="88" presetID="10" presetClass="entr" presetSubtype="0" fill="hold" nodeType="afterEffect">
                                  <p:stCondLst>
                                    <p:cond delay="0"/>
                                  </p:stCondLst>
                                  <p:childTnLst>
                                    <p:set>
                                      <p:cBhvr>
                                        <p:cTn id="89" dur="1" fill="hold">
                                          <p:stCondLst>
                                            <p:cond delay="0"/>
                                          </p:stCondLst>
                                        </p:cTn>
                                        <p:tgtEl>
                                          <p:spTgt spid="89116"/>
                                        </p:tgtEl>
                                        <p:attrNameLst>
                                          <p:attrName>style.visibility</p:attrName>
                                        </p:attrNameLst>
                                      </p:cBhvr>
                                      <p:to>
                                        <p:strVal val="visible"/>
                                      </p:to>
                                    </p:set>
                                    <p:animEffect transition="in" filter="fade">
                                      <p:cBhvr>
                                        <p:cTn id="90" dur="2000"/>
                                        <p:tgtEl>
                                          <p:spTgt spid="89116"/>
                                        </p:tgtEl>
                                      </p:cBhvr>
                                    </p:animEffect>
                                  </p:childTnLst>
                                </p:cTn>
                              </p:par>
                              <p:par>
                                <p:cTn id="91" presetID="10" presetClass="entr" presetSubtype="0" fill="hold" nodeType="withEffect">
                                  <p:stCondLst>
                                    <p:cond delay="0"/>
                                  </p:stCondLst>
                                  <p:childTnLst>
                                    <p:set>
                                      <p:cBhvr>
                                        <p:cTn id="92" dur="1" fill="hold">
                                          <p:stCondLst>
                                            <p:cond delay="0"/>
                                          </p:stCondLst>
                                        </p:cTn>
                                        <p:tgtEl>
                                          <p:spTgt spid="89114"/>
                                        </p:tgtEl>
                                        <p:attrNameLst>
                                          <p:attrName>style.visibility</p:attrName>
                                        </p:attrNameLst>
                                      </p:cBhvr>
                                      <p:to>
                                        <p:strVal val="visible"/>
                                      </p:to>
                                    </p:set>
                                    <p:animEffect transition="in" filter="fade">
                                      <p:cBhvr>
                                        <p:cTn id="93" dur="2000"/>
                                        <p:tgtEl>
                                          <p:spTgt spid="8911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5" presetClass="exit" presetSubtype="0" fill="hold" nodeType="clickEffect">
                                  <p:stCondLst>
                                    <p:cond delay="0"/>
                                  </p:stCondLst>
                                  <p:childTnLst>
                                    <p:anim calcmode="lin" valueType="num">
                                      <p:cBhvr>
                                        <p:cTn id="97" dur="1000"/>
                                        <p:tgtEl>
                                          <p:spTgt spid="89116"/>
                                        </p:tgtEl>
                                        <p:attrNameLst>
                                          <p:attrName>ppt_w</p:attrName>
                                        </p:attrNameLst>
                                      </p:cBhvr>
                                      <p:tavLst>
                                        <p:tav tm="0">
                                          <p:val>
                                            <p:strVal val="ppt_w"/>
                                          </p:val>
                                        </p:tav>
                                        <p:tav tm="100000">
                                          <p:val>
                                            <p:strVal val="ppt_w*0.70"/>
                                          </p:val>
                                        </p:tav>
                                      </p:tavLst>
                                    </p:anim>
                                    <p:anim calcmode="lin" valueType="num">
                                      <p:cBhvr>
                                        <p:cTn id="98" dur="1000"/>
                                        <p:tgtEl>
                                          <p:spTgt spid="89116"/>
                                        </p:tgtEl>
                                        <p:attrNameLst>
                                          <p:attrName>ppt_h</p:attrName>
                                        </p:attrNameLst>
                                      </p:cBhvr>
                                      <p:tavLst>
                                        <p:tav tm="0">
                                          <p:val>
                                            <p:strVal val="ppt_h"/>
                                          </p:val>
                                        </p:tav>
                                        <p:tav tm="100000">
                                          <p:val>
                                            <p:strVal val="ppt_h"/>
                                          </p:val>
                                        </p:tav>
                                      </p:tavLst>
                                    </p:anim>
                                    <p:animEffect transition="out" filter="fade">
                                      <p:cBhvr>
                                        <p:cTn id="99" dur="1000"/>
                                        <p:tgtEl>
                                          <p:spTgt spid="89116"/>
                                        </p:tgtEl>
                                      </p:cBhvr>
                                    </p:animEffect>
                                    <p:set>
                                      <p:cBhvr>
                                        <p:cTn id="100" dur="1" fill="hold">
                                          <p:stCondLst>
                                            <p:cond delay="999"/>
                                          </p:stCondLst>
                                        </p:cTn>
                                        <p:tgtEl>
                                          <p:spTgt spid="89116"/>
                                        </p:tgtEl>
                                        <p:attrNameLst>
                                          <p:attrName>style.visibility</p:attrName>
                                        </p:attrNameLst>
                                      </p:cBhvr>
                                      <p:to>
                                        <p:strVal val="hidden"/>
                                      </p:to>
                                    </p:set>
                                  </p:childTnLst>
                                </p:cTn>
                              </p:par>
                              <p:par>
                                <p:cTn id="101" presetID="55" presetClass="exit" presetSubtype="0" fill="hold" nodeType="withEffect">
                                  <p:stCondLst>
                                    <p:cond delay="0"/>
                                  </p:stCondLst>
                                  <p:childTnLst>
                                    <p:anim calcmode="lin" valueType="num">
                                      <p:cBhvr>
                                        <p:cTn id="102" dur="1000"/>
                                        <p:tgtEl>
                                          <p:spTgt spid="89114"/>
                                        </p:tgtEl>
                                        <p:attrNameLst>
                                          <p:attrName>ppt_w</p:attrName>
                                        </p:attrNameLst>
                                      </p:cBhvr>
                                      <p:tavLst>
                                        <p:tav tm="0">
                                          <p:val>
                                            <p:strVal val="ppt_w"/>
                                          </p:val>
                                        </p:tav>
                                        <p:tav tm="100000">
                                          <p:val>
                                            <p:strVal val="ppt_w*0.70"/>
                                          </p:val>
                                        </p:tav>
                                      </p:tavLst>
                                    </p:anim>
                                    <p:anim calcmode="lin" valueType="num">
                                      <p:cBhvr>
                                        <p:cTn id="103" dur="1000"/>
                                        <p:tgtEl>
                                          <p:spTgt spid="89114"/>
                                        </p:tgtEl>
                                        <p:attrNameLst>
                                          <p:attrName>ppt_h</p:attrName>
                                        </p:attrNameLst>
                                      </p:cBhvr>
                                      <p:tavLst>
                                        <p:tav tm="0">
                                          <p:val>
                                            <p:strVal val="ppt_h"/>
                                          </p:val>
                                        </p:tav>
                                        <p:tav tm="100000">
                                          <p:val>
                                            <p:strVal val="ppt_h"/>
                                          </p:val>
                                        </p:tav>
                                      </p:tavLst>
                                    </p:anim>
                                    <p:animEffect transition="out" filter="fade">
                                      <p:cBhvr>
                                        <p:cTn id="104" dur="1000"/>
                                        <p:tgtEl>
                                          <p:spTgt spid="89114"/>
                                        </p:tgtEl>
                                      </p:cBhvr>
                                    </p:animEffect>
                                    <p:set>
                                      <p:cBhvr>
                                        <p:cTn id="105" dur="1" fill="hold">
                                          <p:stCondLst>
                                            <p:cond delay="999"/>
                                          </p:stCondLst>
                                        </p:cTn>
                                        <p:tgtEl>
                                          <p:spTgt spid="89114"/>
                                        </p:tgtEl>
                                        <p:attrNameLst>
                                          <p:attrName>style.visibility</p:attrName>
                                        </p:attrNameLst>
                                      </p:cBhvr>
                                      <p:to>
                                        <p:strVal val="hidden"/>
                                      </p:to>
                                    </p:set>
                                  </p:childTnLst>
                                </p:cTn>
                              </p:par>
                            </p:childTnLst>
                          </p:cTn>
                        </p:par>
                        <p:par>
                          <p:cTn id="106" fill="hold" nodeType="afterGroup">
                            <p:stCondLst>
                              <p:cond delay="1000"/>
                            </p:stCondLst>
                            <p:childTnLst>
                              <p:par>
                                <p:cTn id="107" presetID="20" presetClass="emph" presetSubtype="0" fill="hold" nodeType="afterEffect">
                                  <p:stCondLst>
                                    <p:cond delay="1000"/>
                                  </p:stCondLst>
                                  <p:iterate type="lt">
                                    <p:tmPct val="10000"/>
                                  </p:iterate>
                                  <p:childTnLst>
                                    <p:set>
                                      <p:cBhvr override="childStyle">
                                        <p:cTn id="108" dur="500" autoRev="1" fill="hold"/>
                                        <p:tgtEl>
                                          <p:spTgt spid="89108"/>
                                        </p:tgtEl>
                                        <p:attrNameLst>
                                          <p:attrName>style.color</p:attrName>
                                        </p:attrNameLst>
                                      </p:cBhvr>
                                      <p:to>
                                        <p:clrVal>
                                          <a:schemeClr val="hlink"/>
                                        </p:clrVal>
                                      </p:to>
                                    </p:set>
                                    <p:set>
                                      <p:cBhvr>
                                        <p:cTn id="109" dur="500" autoRev="1" fill="hold"/>
                                        <p:tgtEl>
                                          <p:spTgt spid="89108"/>
                                        </p:tgtEl>
                                        <p:attrNameLst>
                                          <p:attrName>fillcolor</p:attrName>
                                        </p:attrNameLst>
                                      </p:cBhvr>
                                      <p:to>
                                        <p:clrVal>
                                          <a:schemeClr val="hlink"/>
                                        </p:clrVal>
                                      </p:to>
                                    </p:set>
                                    <p:set>
                                      <p:cBhvr>
                                        <p:cTn id="110" dur="500" autoRev="1" fill="hold"/>
                                        <p:tgtEl>
                                          <p:spTgt spid="89108"/>
                                        </p:tgtEl>
                                        <p:attrNameLst>
                                          <p:attrName>fill.type</p:attrName>
                                        </p:attrNameLst>
                                      </p:cBhvr>
                                      <p:to>
                                        <p:strVal val="solid"/>
                                      </p:to>
                                    </p:set>
                                  </p:childTnLst>
                                </p:cTn>
                              </p:par>
                            </p:childTnLst>
                          </p:cTn>
                        </p:par>
                        <p:par>
                          <p:cTn id="111" fill="hold" nodeType="afterGroup">
                            <p:stCondLst>
                              <p:cond delay="3300"/>
                            </p:stCondLst>
                            <p:childTnLst>
                              <p:par>
                                <p:cTn id="112" presetID="10" presetClass="entr" presetSubtype="0" fill="hold" nodeType="afterEffect">
                                  <p:stCondLst>
                                    <p:cond delay="0"/>
                                  </p:stCondLst>
                                  <p:childTnLst>
                                    <p:set>
                                      <p:cBhvr>
                                        <p:cTn id="113" dur="1" fill="hold">
                                          <p:stCondLst>
                                            <p:cond delay="0"/>
                                          </p:stCondLst>
                                        </p:cTn>
                                        <p:tgtEl>
                                          <p:spTgt spid="89117"/>
                                        </p:tgtEl>
                                        <p:attrNameLst>
                                          <p:attrName>style.visibility</p:attrName>
                                        </p:attrNameLst>
                                      </p:cBhvr>
                                      <p:to>
                                        <p:strVal val="visible"/>
                                      </p:to>
                                    </p:set>
                                    <p:animEffect transition="in" filter="fade">
                                      <p:cBhvr>
                                        <p:cTn id="114" dur="2000"/>
                                        <p:tgtEl>
                                          <p:spTgt spid="89117"/>
                                        </p:tgtEl>
                                      </p:cBhvr>
                                    </p:animEffect>
                                  </p:childTnLst>
                                </p:cTn>
                              </p:par>
                              <p:par>
                                <p:cTn id="115" presetID="10" presetClass="entr" presetSubtype="0" fill="hold" nodeType="withEffect">
                                  <p:stCondLst>
                                    <p:cond delay="0"/>
                                  </p:stCondLst>
                                  <p:childTnLst>
                                    <p:set>
                                      <p:cBhvr>
                                        <p:cTn id="116" dur="1" fill="hold">
                                          <p:stCondLst>
                                            <p:cond delay="0"/>
                                          </p:stCondLst>
                                        </p:cTn>
                                        <p:tgtEl>
                                          <p:spTgt spid="89113"/>
                                        </p:tgtEl>
                                        <p:attrNameLst>
                                          <p:attrName>style.visibility</p:attrName>
                                        </p:attrNameLst>
                                      </p:cBhvr>
                                      <p:to>
                                        <p:strVal val="visible"/>
                                      </p:to>
                                    </p:set>
                                    <p:animEffect transition="in" filter="fade">
                                      <p:cBhvr>
                                        <p:cTn id="117" dur="2000"/>
                                        <p:tgtEl>
                                          <p:spTgt spid="8911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55" presetClass="exit" presetSubtype="0" fill="hold" nodeType="clickEffect">
                                  <p:stCondLst>
                                    <p:cond delay="0"/>
                                  </p:stCondLst>
                                  <p:childTnLst>
                                    <p:anim calcmode="lin" valueType="num">
                                      <p:cBhvr>
                                        <p:cTn id="121" dur="1000"/>
                                        <p:tgtEl>
                                          <p:spTgt spid="89117"/>
                                        </p:tgtEl>
                                        <p:attrNameLst>
                                          <p:attrName>ppt_w</p:attrName>
                                        </p:attrNameLst>
                                      </p:cBhvr>
                                      <p:tavLst>
                                        <p:tav tm="0">
                                          <p:val>
                                            <p:strVal val="ppt_w"/>
                                          </p:val>
                                        </p:tav>
                                        <p:tav tm="100000">
                                          <p:val>
                                            <p:strVal val="ppt_w*0.70"/>
                                          </p:val>
                                        </p:tav>
                                      </p:tavLst>
                                    </p:anim>
                                    <p:anim calcmode="lin" valueType="num">
                                      <p:cBhvr>
                                        <p:cTn id="122" dur="1000"/>
                                        <p:tgtEl>
                                          <p:spTgt spid="89117"/>
                                        </p:tgtEl>
                                        <p:attrNameLst>
                                          <p:attrName>ppt_h</p:attrName>
                                        </p:attrNameLst>
                                      </p:cBhvr>
                                      <p:tavLst>
                                        <p:tav tm="0">
                                          <p:val>
                                            <p:strVal val="ppt_h"/>
                                          </p:val>
                                        </p:tav>
                                        <p:tav tm="100000">
                                          <p:val>
                                            <p:strVal val="ppt_h"/>
                                          </p:val>
                                        </p:tav>
                                      </p:tavLst>
                                    </p:anim>
                                    <p:animEffect transition="out" filter="fade">
                                      <p:cBhvr>
                                        <p:cTn id="123" dur="1000"/>
                                        <p:tgtEl>
                                          <p:spTgt spid="89117"/>
                                        </p:tgtEl>
                                      </p:cBhvr>
                                    </p:animEffect>
                                    <p:set>
                                      <p:cBhvr>
                                        <p:cTn id="124" dur="1" fill="hold">
                                          <p:stCondLst>
                                            <p:cond delay="999"/>
                                          </p:stCondLst>
                                        </p:cTn>
                                        <p:tgtEl>
                                          <p:spTgt spid="89117"/>
                                        </p:tgtEl>
                                        <p:attrNameLst>
                                          <p:attrName>style.visibility</p:attrName>
                                        </p:attrNameLst>
                                      </p:cBhvr>
                                      <p:to>
                                        <p:strVal val="hidden"/>
                                      </p:to>
                                    </p:set>
                                  </p:childTnLst>
                                </p:cTn>
                              </p:par>
                              <p:par>
                                <p:cTn id="125" presetID="55" presetClass="exit" presetSubtype="0" fill="hold" nodeType="withEffect">
                                  <p:stCondLst>
                                    <p:cond delay="0"/>
                                  </p:stCondLst>
                                  <p:childTnLst>
                                    <p:anim calcmode="lin" valueType="num">
                                      <p:cBhvr>
                                        <p:cTn id="126" dur="1000"/>
                                        <p:tgtEl>
                                          <p:spTgt spid="89113"/>
                                        </p:tgtEl>
                                        <p:attrNameLst>
                                          <p:attrName>ppt_w</p:attrName>
                                        </p:attrNameLst>
                                      </p:cBhvr>
                                      <p:tavLst>
                                        <p:tav tm="0">
                                          <p:val>
                                            <p:strVal val="ppt_w"/>
                                          </p:val>
                                        </p:tav>
                                        <p:tav tm="100000">
                                          <p:val>
                                            <p:strVal val="ppt_w*0.70"/>
                                          </p:val>
                                        </p:tav>
                                      </p:tavLst>
                                    </p:anim>
                                    <p:anim calcmode="lin" valueType="num">
                                      <p:cBhvr>
                                        <p:cTn id="127" dur="1000"/>
                                        <p:tgtEl>
                                          <p:spTgt spid="89113"/>
                                        </p:tgtEl>
                                        <p:attrNameLst>
                                          <p:attrName>ppt_h</p:attrName>
                                        </p:attrNameLst>
                                      </p:cBhvr>
                                      <p:tavLst>
                                        <p:tav tm="0">
                                          <p:val>
                                            <p:strVal val="ppt_h"/>
                                          </p:val>
                                        </p:tav>
                                        <p:tav tm="100000">
                                          <p:val>
                                            <p:strVal val="ppt_h"/>
                                          </p:val>
                                        </p:tav>
                                      </p:tavLst>
                                    </p:anim>
                                    <p:animEffect transition="out" filter="fade">
                                      <p:cBhvr>
                                        <p:cTn id="128" dur="1000"/>
                                        <p:tgtEl>
                                          <p:spTgt spid="89113"/>
                                        </p:tgtEl>
                                      </p:cBhvr>
                                    </p:animEffect>
                                    <p:set>
                                      <p:cBhvr>
                                        <p:cTn id="129" dur="1" fill="hold">
                                          <p:stCondLst>
                                            <p:cond delay="999"/>
                                          </p:stCondLst>
                                        </p:cTn>
                                        <p:tgtEl>
                                          <p:spTgt spid="89113"/>
                                        </p:tgtEl>
                                        <p:attrNameLst>
                                          <p:attrName>style.visibility</p:attrName>
                                        </p:attrNameLst>
                                      </p:cBhvr>
                                      <p:to>
                                        <p:strVal val="hidden"/>
                                      </p:to>
                                    </p:set>
                                  </p:childTnLst>
                                </p:cTn>
                              </p:par>
                            </p:childTnLst>
                          </p:cTn>
                        </p:par>
                        <p:par>
                          <p:cTn id="130" fill="hold" nodeType="afterGroup">
                            <p:stCondLst>
                              <p:cond delay="1000"/>
                            </p:stCondLst>
                            <p:childTnLst>
                              <p:par>
                                <p:cTn id="131" presetID="20" presetClass="emph" presetSubtype="0" fill="hold" nodeType="afterEffect">
                                  <p:stCondLst>
                                    <p:cond delay="1000"/>
                                  </p:stCondLst>
                                  <p:iterate type="lt">
                                    <p:tmPct val="10000"/>
                                  </p:iterate>
                                  <p:childTnLst>
                                    <p:set>
                                      <p:cBhvr override="childStyle">
                                        <p:cTn id="132" dur="500" autoRev="1" fill="hold"/>
                                        <p:tgtEl>
                                          <p:spTgt spid="89107"/>
                                        </p:tgtEl>
                                        <p:attrNameLst>
                                          <p:attrName>style.color</p:attrName>
                                        </p:attrNameLst>
                                      </p:cBhvr>
                                      <p:to>
                                        <p:clrVal>
                                          <a:schemeClr val="hlink"/>
                                        </p:clrVal>
                                      </p:to>
                                    </p:set>
                                    <p:set>
                                      <p:cBhvr>
                                        <p:cTn id="133" dur="500" autoRev="1" fill="hold"/>
                                        <p:tgtEl>
                                          <p:spTgt spid="89107"/>
                                        </p:tgtEl>
                                        <p:attrNameLst>
                                          <p:attrName>fillcolor</p:attrName>
                                        </p:attrNameLst>
                                      </p:cBhvr>
                                      <p:to>
                                        <p:clrVal>
                                          <a:schemeClr val="hlink"/>
                                        </p:clrVal>
                                      </p:to>
                                    </p:set>
                                    <p:set>
                                      <p:cBhvr>
                                        <p:cTn id="134" dur="500" autoRev="1" fill="hold"/>
                                        <p:tgtEl>
                                          <p:spTgt spid="89107"/>
                                        </p:tgtEl>
                                        <p:attrNameLst>
                                          <p:attrName>fill.type</p:attrName>
                                        </p:attrNameLst>
                                      </p:cBhvr>
                                      <p:to>
                                        <p:strVal val="solid"/>
                                      </p:to>
                                    </p:set>
                                  </p:childTnLst>
                                </p:cTn>
                              </p:par>
                            </p:childTnLst>
                          </p:cTn>
                        </p:par>
                        <p:par>
                          <p:cTn id="135" fill="hold" nodeType="afterGroup">
                            <p:stCondLst>
                              <p:cond delay="3400"/>
                            </p:stCondLst>
                            <p:childTnLst>
                              <p:par>
                                <p:cTn id="136" presetID="10" presetClass="entr" presetSubtype="0" fill="hold" nodeType="afterEffect">
                                  <p:stCondLst>
                                    <p:cond delay="0"/>
                                  </p:stCondLst>
                                  <p:childTnLst>
                                    <p:set>
                                      <p:cBhvr>
                                        <p:cTn id="137" dur="1" fill="hold">
                                          <p:stCondLst>
                                            <p:cond delay="0"/>
                                          </p:stCondLst>
                                        </p:cTn>
                                        <p:tgtEl>
                                          <p:spTgt spid="89118"/>
                                        </p:tgtEl>
                                        <p:attrNameLst>
                                          <p:attrName>style.visibility</p:attrName>
                                        </p:attrNameLst>
                                      </p:cBhvr>
                                      <p:to>
                                        <p:strVal val="visible"/>
                                      </p:to>
                                    </p:set>
                                    <p:animEffect transition="in" filter="fade">
                                      <p:cBhvr>
                                        <p:cTn id="138" dur="2000"/>
                                        <p:tgtEl>
                                          <p:spTgt spid="89118"/>
                                        </p:tgtEl>
                                      </p:cBhvr>
                                    </p:animEffect>
                                  </p:childTnLst>
                                </p:cTn>
                              </p:par>
                              <p:par>
                                <p:cTn id="139" presetID="10" presetClass="entr" presetSubtype="0" fill="hold" nodeType="withEffect">
                                  <p:stCondLst>
                                    <p:cond delay="0"/>
                                  </p:stCondLst>
                                  <p:childTnLst>
                                    <p:set>
                                      <p:cBhvr>
                                        <p:cTn id="140" dur="1" fill="hold">
                                          <p:stCondLst>
                                            <p:cond delay="0"/>
                                          </p:stCondLst>
                                        </p:cTn>
                                        <p:tgtEl>
                                          <p:spTgt spid="89112"/>
                                        </p:tgtEl>
                                        <p:attrNameLst>
                                          <p:attrName>style.visibility</p:attrName>
                                        </p:attrNameLst>
                                      </p:cBhvr>
                                      <p:to>
                                        <p:strVal val="visible"/>
                                      </p:to>
                                    </p:set>
                                    <p:animEffect transition="in" filter="fade">
                                      <p:cBhvr>
                                        <p:cTn id="141" dur="2000"/>
                                        <p:tgtEl>
                                          <p:spTgt spid="89112"/>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55" presetClass="exit" presetSubtype="0" fill="hold" nodeType="clickEffect">
                                  <p:stCondLst>
                                    <p:cond delay="0"/>
                                  </p:stCondLst>
                                  <p:childTnLst>
                                    <p:anim calcmode="lin" valueType="num">
                                      <p:cBhvr>
                                        <p:cTn id="145" dur="1000"/>
                                        <p:tgtEl>
                                          <p:spTgt spid="89118"/>
                                        </p:tgtEl>
                                        <p:attrNameLst>
                                          <p:attrName>ppt_w</p:attrName>
                                        </p:attrNameLst>
                                      </p:cBhvr>
                                      <p:tavLst>
                                        <p:tav tm="0">
                                          <p:val>
                                            <p:strVal val="ppt_w"/>
                                          </p:val>
                                        </p:tav>
                                        <p:tav tm="100000">
                                          <p:val>
                                            <p:strVal val="ppt_w*0.70"/>
                                          </p:val>
                                        </p:tav>
                                      </p:tavLst>
                                    </p:anim>
                                    <p:anim calcmode="lin" valueType="num">
                                      <p:cBhvr>
                                        <p:cTn id="146" dur="1000"/>
                                        <p:tgtEl>
                                          <p:spTgt spid="89118"/>
                                        </p:tgtEl>
                                        <p:attrNameLst>
                                          <p:attrName>ppt_h</p:attrName>
                                        </p:attrNameLst>
                                      </p:cBhvr>
                                      <p:tavLst>
                                        <p:tav tm="0">
                                          <p:val>
                                            <p:strVal val="ppt_h"/>
                                          </p:val>
                                        </p:tav>
                                        <p:tav tm="100000">
                                          <p:val>
                                            <p:strVal val="ppt_h"/>
                                          </p:val>
                                        </p:tav>
                                      </p:tavLst>
                                    </p:anim>
                                    <p:animEffect transition="out" filter="fade">
                                      <p:cBhvr>
                                        <p:cTn id="147" dur="1000"/>
                                        <p:tgtEl>
                                          <p:spTgt spid="89118"/>
                                        </p:tgtEl>
                                      </p:cBhvr>
                                    </p:animEffect>
                                    <p:set>
                                      <p:cBhvr>
                                        <p:cTn id="148" dur="1" fill="hold">
                                          <p:stCondLst>
                                            <p:cond delay="999"/>
                                          </p:stCondLst>
                                        </p:cTn>
                                        <p:tgtEl>
                                          <p:spTgt spid="89118"/>
                                        </p:tgtEl>
                                        <p:attrNameLst>
                                          <p:attrName>style.visibility</p:attrName>
                                        </p:attrNameLst>
                                      </p:cBhvr>
                                      <p:to>
                                        <p:strVal val="hidden"/>
                                      </p:to>
                                    </p:set>
                                  </p:childTnLst>
                                </p:cTn>
                              </p:par>
                              <p:par>
                                <p:cTn id="149" presetID="55" presetClass="exit" presetSubtype="0" fill="hold" nodeType="withEffect">
                                  <p:stCondLst>
                                    <p:cond delay="0"/>
                                  </p:stCondLst>
                                  <p:childTnLst>
                                    <p:anim calcmode="lin" valueType="num">
                                      <p:cBhvr>
                                        <p:cTn id="150" dur="1000"/>
                                        <p:tgtEl>
                                          <p:spTgt spid="89112"/>
                                        </p:tgtEl>
                                        <p:attrNameLst>
                                          <p:attrName>ppt_w</p:attrName>
                                        </p:attrNameLst>
                                      </p:cBhvr>
                                      <p:tavLst>
                                        <p:tav tm="0">
                                          <p:val>
                                            <p:strVal val="ppt_w"/>
                                          </p:val>
                                        </p:tav>
                                        <p:tav tm="100000">
                                          <p:val>
                                            <p:strVal val="ppt_w*0.70"/>
                                          </p:val>
                                        </p:tav>
                                      </p:tavLst>
                                    </p:anim>
                                    <p:anim calcmode="lin" valueType="num">
                                      <p:cBhvr>
                                        <p:cTn id="151" dur="1000"/>
                                        <p:tgtEl>
                                          <p:spTgt spid="89112"/>
                                        </p:tgtEl>
                                        <p:attrNameLst>
                                          <p:attrName>ppt_h</p:attrName>
                                        </p:attrNameLst>
                                      </p:cBhvr>
                                      <p:tavLst>
                                        <p:tav tm="0">
                                          <p:val>
                                            <p:strVal val="ppt_h"/>
                                          </p:val>
                                        </p:tav>
                                        <p:tav tm="100000">
                                          <p:val>
                                            <p:strVal val="ppt_h"/>
                                          </p:val>
                                        </p:tav>
                                      </p:tavLst>
                                    </p:anim>
                                    <p:animEffect transition="out" filter="fade">
                                      <p:cBhvr>
                                        <p:cTn id="152" dur="1000"/>
                                        <p:tgtEl>
                                          <p:spTgt spid="89112"/>
                                        </p:tgtEl>
                                      </p:cBhvr>
                                    </p:animEffect>
                                    <p:set>
                                      <p:cBhvr>
                                        <p:cTn id="153" dur="1" fill="hold">
                                          <p:stCondLst>
                                            <p:cond delay="999"/>
                                          </p:stCondLst>
                                        </p:cTn>
                                        <p:tgtEl>
                                          <p:spTgt spid="89112"/>
                                        </p:tgtEl>
                                        <p:attrNameLst>
                                          <p:attrName>style.visibility</p:attrName>
                                        </p:attrNameLst>
                                      </p:cBhvr>
                                      <p:to>
                                        <p:strVal val="hidden"/>
                                      </p:to>
                                    </p:set>
                                  </p:childTnLst>
                                </p:cTn>
                              </p:par>
                            </p:childTnLst>
                          </p:cTn>
                        </p:par>
                        <p:par>
                          <p:cTn id="154" fill="hold" nodeType="afterGroup">
                            <p:stCondLst>
                              <p:cond delay="1000"/>
                            </p:stCondLst>
                            <p:childTnLst>
                              <p:par>
                                <p:cTn id="155" presetID="20" presetClass="emph" presetSubtype="0" fill="hold" nodeType="afterEffect">
                                  <p:stCondLst>
                                    <p:cond delay="1000"/>
                                  </p:stCondLst>
                                  <p:iterate type="lt">
                                    <p:tmPct val="10000"/>
                                  </p:iterate>
                                  <p:childTnLst>
                                    <p:set>
                                      <p:cBhvr override="childStyle">
                                        <p:cTn id="156" dur="500" autoRev="1" fill="hold"/>
                                        <p:tgtEl>
                                          <p:spTgt spid="89106"/>
                                        </p:tgtEl>
                                        <p:attrNameLst>
                                          <p:attrName>style.color</p:attrName>
                                        </p:attrNameLst>
                                      </p:cBhvr>
                                      <p:to>
                                        <p:clrVal>
                                          <a:schemeClr val="hlink"/>
                                        </p:clrVal>
                                      </p:to>
                                    </p:set>
                                    <p:set>
                                      <p:cBhvr>
                                        <p:cTn id="157" dur="500" autoRev="1" fill="hold"/>
                                        <p:tgtEl>
                                          <p:spTgt spid="89106"/>
                                        </p:tgtEl>
                                        <p:attrNameLst>
                                          <p:attrName>fillcolor</p:attrName>
                                        </p:attrNameLst>
                                      </p:cBhvr>
                                      <p:to>
                                        <p:clrVal>
                                          <a:schemeClr val="hlink"/>
                                        </p:clrVal>
                                      </p:to>
                                    </p:set>
                                    <p:set>
                                      <p:cBhvr>
                                        <p:cTn id="158" dur="500" autoRev="1" fill="hold"/>
                                        <p:tgtEl>
                                          <p:spTgt spid="89106"/>
                                        </p:tgtEl>
                                        <p:attrNameLst>
                                          <p:attrName>fill.type</p:attrName>
                                        </p:attrNameLst>
                                      </p:cBhvr>
                                      <p:to>
                                        <p:strVal val="solid"/>
                                      </p:to>
                                    </p:set>
                                  </p:childTnLst>
                                </p:cTn>
                              </p:par>
                            </p:childTnLst>
                          </p:cTn>
                        </p:par>
                        <p:par>
                          <p:cTn id="159" fill="hold" nodeType="afterGroup">
                            <p:stCondLst>
                              <p:cond delay="3300"/>
                            </p:stCondLst>
                            <p:childTnLst>
                              <p:par>
                                <p:cTn id="160" presetID="10" presetClass="entr" presetSubtype="0" fill="hold" nodeType="afterEffect">
                                  <p:stCondLst>
                                    <p:cond delay="0"/>
                                  </p:stCondLst>
                                  <p:childTnLst>
                                    <p:set>
                                      <p:cBhvr>
                                        <p:cTn id="161" dur="1" fill="hold">
                                          <p:stCondLst>
                                            <p:cond delay="0"/>
                                          </p:stCondLst>
                                        </p:cTn>
                                        <p:tgtEl>
                                          <p:spTgt spid="89119"/>
                                        </p:tgtEl>
                                        <p:attrNameLst>
                                          <p:attrName>style.visibility</p:attrName>
                                        </p:attrNameLst>
                                      </p:cBhvr>
                                      <p:to>
                                        <p:strVal val="visible"/>
                                      </p:to>
                                    </p:set>
                                    <p:animEffect transition="in" filter="fade">
                                      <p:cBhvr>
                                        <p:cTn id="162" dur="2000"/>
                                        <p:tgtEl>
                                          <p:spTgt spid="89119"/>
                                        </p:tgtEl>
                                      </p:cBhvr>
                                    </p:animEffect>
                                  </p:childTnLst>
                                </p:cTn>
                              </p:par>
                              <p:par>
                                <p:cTn id="163" presetID="10" presetClass="entr" presetSubtype="0" fill="hold" nodeType="withEffect">
                                  <p:stCondLst>
                                    <p:cond delay="0"/>
                                  </p:stCondLst>
                                  <p:childTnLst>
                                    <p:set>
                                      <p:cBhvr>
                                        <p:cTn id="164" dur="1" fill="hold">
                                          <p:stCondLst>
                                            <p:cond delay="0"/>
                                          </p:stCondLst>
                                        </p:cTn>
                                        <p:tgtEl>
                                          <p:spTgt spid="89111"/>
                                        </p:tgtEl>
                                        <p:attrNameLst>
                                          <p:attrName>style.visibility</p:attrName>
                                        </p:attrNameLst>
                                      </p:cBhvr>
                                      <p:to>
                                        <p:strVal val="visible"/>
                                      </p:to>
                                    </p:set>
                                    <p:animEffect transition="in" filter="fade">
                                      <p:cBhvr>
                                        <p:cTn id="165" dur="2000"/>
                                        <p:tgtEl>
                                          <p:spTgt spid="89111"/>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55" presetClass="exit" presetSubtype="0" fill="hold" nodeType="clickEffect">
                                  <p:stCondLst>
                                    <p:cond delay="0"/>
                                  </p:stCondLst>
                                  <p:childTnLst>
                                    <p:anim calcmode="lin" valueType="num">
                                      <p:cBhvr>
                                        <p:cTn id="169" dur="1000"/>
                                        <p:tgtEl>
                                          <p:spTgt spid="89119"/>
                                        </p:tgtEl>
                                        <p:attrNameLst>
                                          <p:attrName>ppt_w</p:attrName>
                                        </p:attrNameLst>
                                      </p:cBhvr>
                                      <p:tavLst>
                                        <p:tav tm="0">
                                          <p:val>
                                            <p:strVal val="ppt_w"/>
                                          </p:val>
                                        </p:tav>
                                        <p:tav tm="100000">
                                          <p:val>
                                            <p:strVal val="ppt_w*0.70"/>
                                          </p:val>
                                        </p:tav>
                                      </p:tavLst>
                                    </p:anim>
                                    <p:anim calcmode="lin" valueType="num">
                                      <p:cBhvr>
                                        <p:cTn id="170" dur="1000"/>
                                        <p:tgtEl>
                                          <p:spTgt spid="89119"/>
                                        </p:tgtEl>
                                        <p:attrNameLst>
                                          <p:attrName>ppt_h</p:attrName>
                                        </p:attrNameLst>
                                      </p:cBhvr>
                                      <p:tavLst>
                                        <p:tav tm="0">
                                          <p:val>
                                            <p:strVal val="ppt_h"/>
                                          </p:val>
                                        </p:tav>
                                        <p:tav tm="100000">
                                          <p:val>
                                            <p:strVal val="ppt_h"/>
                                          </p:val>
                                        </p:tav>
                                      </p:tavLst>
                                    </p:anim>
                                    <p:animEffect transition="out" filter="fade">
                                      <p:cBhvr>
                                        <p:cTn id="171" dur="1000"/>
                                        <p:tgtEl>
                                          <p:spTgt spid="89119"/>
                                        </p:tgtEl>
                                      </p:cBhvr>
                                    </p:animEffect>
                                    <p:set>
                                      <p:cBhvr>
                                        <p:cTn id="172" dur="1" fill="hold">
                                          <p:stCondLst>
                                            <p:cond delay="999"/>
                                          </p:stCondLst>
                                        </p:cTn>
                                        <p:tgtEl>
                                          <p:spTgt spid="89119"/>
                                        </p:tgtEl>
                                        <p:attrNameLst>
                                          <p:attrName>style.visibility</p:attrName>
                                        </p:attrNameLst>
                                      </p:cBhvr>
                                      <p:to>
                                        <p:strVal val="hidden"/>
                                      </p:to>
                                    </p:set>
                                  </p:childTnLst>
                                </p:cTn>
                              </p:par>
                              <p:par>
                                <p:cTn id="173" presetID="55" presetClass="exit" presetSubtype="0" fill="hold" nodeType="withEffect">
                                  <p:stCondLst>
                                    <p:cond delay="0"/>
                                  </p:stCondLst>
                                  <p:childTnLst>
                                    <p:anim calcmode="lin" valueType="num">
                                      <p:cBhvr>
                                        <p:cTn id="174" dur="1000"/>
                                        <p:tgtEl>
                                          <p:spTgt spid="89111"/>
                                        </p:tgtEl>
                                        <p:attrNameLst>
                                          <p:attrName>ppt_w</p:attrName>
                                        </p:attrNameLst>
                                      </p:cBhvr>
                                      <p:tavLst>
                                        <p:tav tm="0">
                                          <p:val>
                                            <p:strVal val="ppt_w"/>
                                          </p:val>
                                        </p:tav>
                                        <p:tav tm="100000">
                                          <p:val>
                                            <p:strVal val="ppt_w*0.70"/>
                                          </p:val>
                                        </p:tav>
                                      </p:tavLst>
                                    </p:anim>
                                    <p:anim calcmode="lin" valueType="num">
                                      <p:cBhvr>
                                        <p:cTn id="175" dur="1000"/>
                                        <p:tgtEl>
                                          <p:spTgt spid="89111"/>
                                        </p:tgtEl>
                                        <p:attrNameLst>
                                          <p:attrName>ppt_h</p:attrName>
                                        </p:attrNameLst>
                                      </p:cBhvr>
                                      <p:tavLst>
                                        <p:tav tm="0">
                                          <p:val>
                                            <p:strVal val="ppt_h"/>
                                          </p:val>
                                        </p:tav>
                                        <p:tav tm="100000">
                                          <p:val>
                                            <p:strVal val="ppt_h"/>
                                          </p:val>
                                        </p:tav>
                                      </p:tavLst>
                                    </p:anim>
                                    <p:animEffect transition="out" filter="fade">
                                      <p:cBhvr>
                                        <p:cTn id="176" dur="1000"/>
                                        <p:tgtEl>
                                          <p:spTgt spid="89111"/>
                                        </p:tgtEl>
                                      </p:cBhvr>
                                    </p:animEffect>
                                    <p:set>
                                      <p:cBhvr>
                                        <p:cTn id="177" dur="1" fill="hold">
                                          <p:stCondLst>
                                            <p:cond delay="999"/>
                                          </p:stCondLst>
                                        </p:cTn>
                                        <p:tgtEl>
                                          <p:spTgt spid="891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nimBg="1"/>
      <p:bldP spid="89091" grpId="0" animBg="1"/>
      <p:bldP spid="89099" grpId="0"/>
      <p:bldP spid="89099" grpId="1"/>
      <p:bldP spid="89105" grpId="0"/>
      <p:bldP spid="89105" grpId="1"/>
      <p:bldP spid="89106" grpId="0"/>
      <p:bldP spid="89106" grpId="1"/>
      <p:bldP spid="89107" grpId="0"/>
      <p:bldP spid="89107" grpId="1"/>
      <p:bldP spid="89108" grpId="0"/>
      <p:bldP spid="89108" grpId="1"/>
      <p:bldP spid="89110" grpId="0" animBg="1"/>
      <p:bldP spid="89110" grpId="1" animBg="1"/>
      <p:bldP spid="89111" grpId="0" animBg="1"/>
      <p:bldP spid="89111" grpId="1" animBg="1"/>
      <p:bldP spid="89112" grpId="0" animBg="1"/>
      <p:bldP spid="89112" grpId="1" animBg="1"/>
      <p:bldP spid="89113" grpId="0" animBg="1"/>
      <p:bldP spid="89113" grpId="1" animBg="1"/>
      <p:bldP spid="89114" grpId="0" animBg="1"/>
      <p:bldP spid="8911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WordArt 2">
            <a:extLst>
              <a:ext uri="{FF2B5EF4-FFF2-40B4-BE49-F238E27FC236}">
                <a16:creationId xmlns:a16="http://schemas.microsoft.com/office/drawing/2014/main" id="{B9DE6E0A-DD35-6F4C-6945-01995AA03522}"/>
              </a:ext>
            </a:extLst>
          </p:cNvPr>
          <p:cNvSpPr>
            <a:spLocks noChangeArrowheads="1" noChangeShapeType="1" noTextEdit="1"/>
          </p:cNvSpPr>
          <p:nvPr/>
        </p:nvSpPr>
        <p:spPr bwMode="auto">
          <a:xfrm>
            <a:off x="3719513" y="404813"/>
            <a:ext cx="4800600" cy="4445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3.1</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对词法分析器的要求</a:t>
            </a:r>
            <a:endParaRPr 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sp>
        <p:nvSpPr>
          <p:cNvPr id="90115" name="WordArt 3">
            <a:extLst>
              <a:ext uri="{FF2B5EF4-FFF2-40B4-BE49-F238E27FC236}">
                <a16:creationId xmlns:a16="http://schemas.microsoft.com/office/drawing/2014/main" id="{A173F614-AC84-9D7F-6406-C243DD058C04}"/>
              </a:ext>
            </a:extLst>
          </p:cNvPr>
          <p:cNvSpPr>
            <a:spLocks noChangeArrowheads="1" noChangeShapeType="1" noTextEdit="1"/>
          </p:cNvSpPr>
          <p:nvPr/>
        </p:nvSpPr>
        <p:spPr bwMode="auto">
          <a:xfrm>
            <a:off x="3359150" y="1052514"/>
            <a:ext cx="5486400" cy="352425"/>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28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3.1.1</a:t>
            </a:r>
            <a:r>
              <a:rPr lang="zh-CN" altLang="en-US" sz="28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词法分析器的功能和输出形式</a:t>
            </a:r>
            <a:endParaRPr lang="en-US" sz="28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grpSp>
        <p:nvGrpSpPr>
          <p:cNvPr id="2" name="Group 4">
            <a:extLst>
              <a:ext uri="{FF2B5EF4-FFF2-40B4-BE49-F238E27FC236}">
                <a16:creationId xmlns:a16="http://schemas.microsoft.com/office/drawing/2014/main" id="{F9271CAF-7445-9E0D-ED56-BB9B33438374}"/>
              </a:ext>
            </a:extLst>
          </p:cNvPr>
          <p:cNvGrpSpPr>
            <a:grpSpLocks/>
          </p:cNvGrpSpPr>
          <p:nvPr/>
        </p:nvGrpSpPr>
        <p:grpSpPr bwMode="auto">
          <a:xfrm>
            <a:off x="1847850" y="1555751"/>
            <a:ext cx="8497888" cy="4906963"/>
            <a:chOff x="385" y="1389"/>
            <a:chExt cx="5035" cy="2540"/>
          </a:xfrm>
        </p:grpSpPr>
        <p:grpSp>
          <p:nvGrpSpPr>
            <p:cNvPr id="45076" name="Group 5">
              <a:extLst>
                <a:ext uri="{FF2B5EF4-FFF2-40B4-BE49-F238E27FC236}">
                  <a16:creationId xmlns:a16="http://schemas.microsoft.com/office/drawing/2014/main" id="{C424ED42-905F-D850-7B51-4DDE82DE9C5D}"/>
                </a:ext>
              </a:extLst>
            </p:cNvPr>
            <p:cNvGrpSpPr>
              <a:grpSpLocks/>
            </p:cNvGrpSpPr>
            <p:nvPr/>
          </p:nvGrpSpPr>
          <p:grpSpPr bwMode="auto">
            <a:xfrm>
              <a:off x="385" y="1389"/>
              <a:ext cx="5035" cy="2540"/>
              <a:chOff x="720" y="480"/>
              <a:chExt cx="4224" cy="1390"/>
            </a:xfrm>
          </p:grpSpPr>
          <p:graphicFrame>
            <p:nvGraphicFramePr>
              <p:cNvPr id="45078" name="Object 6">
                <a:extLst>
                  <a:ext uri="{FF2B5EF4-FFF2-40B4-BE49-F238E27FC236}">
                    <a16:creationId xmlns:a16="http://schemas.microsoft.com/office/drawing/2014/main" id="{95810AB5-8752-8C7A-CA24-3103230B0A8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45078" name="Object 6">
                            <a:extLst>
                              <a:ext uri="{FF2B5EF4-FFF2-40B4-BE49-F238E27FC236}">
                                <a16:creationId xmlns:a16="http://schemas.microsoft.com/office/drawing/2014/main" id="{95810AB5-8752-8C7A-CA24-3103230B0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79" name="Object 7">
                <a:extLst>
                  <a:ext uri="{FF2B5EF4-FFF2-40B4-BE49-F238E27FC236}">
                    <a16:creationId xmlns:a16="http://schemas.microsoft.com/office/drawing/2014/main" id="{3B7E0EEE-2D35-9DF5-A17D-FE854EC2C2E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45079" name="Object 7">
                            <a:extLst>
                              <a:ext uri="{FF2B5EF4-FFF2-40B4-BE49-F238E27FC236}">
                                <a16:creationId xmlns:a16="http://schemas.microsoft.com/office/drawing/2014/main" id="{3B7E0EEE-2D35-9DF5-A17D-FE854EC2C2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5077" name="Text Box 8">
              <a:extLst>
                <a:ext uri="{FF2B5EF4-FFF2-40B4-BE49-F238E27FC236}">
                  <a16:creationId xmlns:a16="http://schemas.microsoft.com/office/drawing/2014/main" id="{DB137613-56B9-D23A-677E-BADDD43EA597}"/>
                </a:ext>
              </a:extLst>
            </p:cNvPr>
            <p:cNvSpPr txBox="1">
              <a:spLocks noChangeArrowheads="1"/>
            </p:cNvSpPr>
            <p:nvPr/>
          </p:nvSpPr>
          <p:spPr bwMode="auto">
            <a:xfrm>
              <a:off x="385" y="1526"/>
              <a:ext cx="4944" cy="2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057400" indent="-2057400">
                <a:spcBef>
                  <a:spcPct val="20000"/>
                </a:spcBef>
                <a:buClr>
                  <a:schemeClr val="hlink"/>
                </a:buClr>
                <a:buSzPct val="75000"/>
                <a:buFont typeface="Wingdings" panose="05000000000000000000" pitchFamily="2" charset="2"/>
                <a:buChar char="v"/>
                <a:tabLst>
                  <a:tab pos="623888" algn="l"/>
                  <a:tab pos="976313" algn="l"/>
                  <a:tab pos="1081088"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623888" algn="l"/>
                  <a:tab pos="976313" algn="l"/>
                  <a:tab pos="1081088"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623888" algn="l"/>
                  <a:tab pos="976313" algn="l"/>
                  <a:tab pos="1081088"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623888" algn="l"/>
                  <a:tab pos="976313" algn="l"/>
                  <a:tab pos="1081088" algn="l"/>
                </a:tabLst>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词法分析器的</a:t>
              </a:r>
              <a:r>
                <a:rPr lang="zh-CN" altLang="en-US" sz="2000" b="1">
                  <a:solidFill>
                    <a:srgbClr val="FF0066"/>
                  </a:solidFill>
                  <a:latin typeface="宋体" panose="02010600030101010101" pitchFamily="2" charset="-122"/>
                </a:rPr>
                <a:t>功能</a:t>
              </a:r>
              <a:r>
                <a:rPr lang="zh-CN" altLang="en-US" sz="2000" b="1">
                  <a:solidFill>
                    <a:srgbClr val="003399"/>
                  </a:solidFill>
                  <a:latin typeface="宋体" panose="02010600030101010101" pitchFamily="2" charset="-122"/>
                </a:rPr>
                <a:t>：输入源程序，输出单词符号。</a:t>
              </a:r>
            </a:p>
            <a:p>
              <a:pPr fontAlgn="base">
                <a:spcBef>
                  <a:spcPct val="50000"/>
                </a:spcBef>
                <a:spcAft>
                  <a:spcPct val="0"/>
                </a:spcAft>
                <a:buClrTx/>
                <a:buSzTx/>
                <a:buNone/>
              </a:pPr>
              <a:r>
                <a:rPr lang="zh-CN" altLang="en-US" sz="2000" b="1">
                  <a:solidFill>
                    <a:srgbClr val="FF0066"/>
                  </a:solidFill>
                  <a:latin typeface="宋体" panose="02010600030101010101" pitchFamily="2" charset="-122"/>
                </a:rPr>
                <a:t>单词符号</a:t>
              </a:r>
              <a:r>
                <a:rPr lang="zh-CN" altLang="en-US" sz="2000" b="1">
                  <a:solidFill>
                    <a:srgbClr val="003399"/>
                  </a:solidFill>
                  <a:latin typeface="宋体" panose="02010600030101010101" pitchFamily="2" charset="-122"/>
                </a:rPr>
                <a:t>：一个程序语言的基本语法符号。分为以下</a:t>
              </a:r>
              <a:r>
                <a:rPr lang="en-US" altLang="zh-CN" sz="2000" b="1">
                  <a:solidFill>
                    <a:srgbClr val="FF0066"/>
                  </a:solidFill>
                  <a:latin typeface="宋体" panose="02010600030101010101" pitchFamily="2" charset="-122"/>
                </a:rPr>
                <a:t>5</a:t>
              </a:r>
              <a:r>
                <a:rPr lang="zh-CN" altLang="en-US" sz="2000" b="1">
                  <a:solidFill>
                    <a:srgbClr val="003399"/>
                  </a:solidFill>
                  <a:latin typeface="宋体" panose="02010600030101010101" pitchFamily="2" charset="-122"/>
                </a:rPr>
                <a:t>种。</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         </a:t>
              </a:r>
              <a:r>
                <a:rPr lang="zh-CN" altLang="en-US" sz="8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a:t>
              </a:r>
              <a:r>
                <a:rPr lang="zh-CN" altLang="en-US" sz="2000" b="1">
                  <a:solidFill>
                    <a:srgbClr val="FF0066"/>
                  </a:solidFill>
                  <a:latin typeface="宋体" panose="02010600030101010101" pitchFamily="2" charset="-122"/>
                </a:rPr>
                <a:t>关键字</a:t>
              </a:r>
              <a:r>
                <a:rPr lang="zh-CN" altLang="en-US" sz="2000" b="1">
                  <a:solidFill>
                    <a:srgbClr val="003399"/>
                  </a:solidFill>
                  <a:latin typeface="宋体" panose="02010600030101010101" pitchFamily="2" charset="-122"/>
                </a:rPr>
                <a:t>：由程序语言定义的具有固定意义的标识符。也可称为保留字或基本字。例如：</a:t>
              </a:r>
              <a:r>
                <a:rPr lang="en-US" altLang="zh-CN" sz="2000" b="1">
                  <a:solidFill>
                    <a:srgbClr val="003399"/>
                  </a:solidFill>
                  <a:latin typeface="宋体" panose="02010600030101010101" pitchFamily="2" charset="-122"/>
                </a:rPr>
                <a:t>Pascal</a:t>
              </a:r>
              <a:r>
                <a:rPr lang="zh-CN" altLang="en-US" sz="2000" b="1">
                  <a:solidFill>
                    <a:srgbClr val="003399"/>
                  </a:solidFill>
                  <a:latin typeface="宋体" panose="02010600030101010101" pitchFamily="2" charset="-122"/>
                </a:rPr>
                <a:t>中的</a:t>
              </a:r>
              <a:r>
                <a:rPr lang="en-US" altLang="zh-CN" sz="2000" b="1">
                  <a:solidFill>
                    <a:srgbClr val="003399"/>
                  </a:solidFill>
                  <a:latin typeface="宋体" panose="02010600030101010101" pitchFamily="2" charset="-122"/>
                </a:rPr>
                <a:t>begin</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end</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if</a:t>
              </a:r>
              <a:r>
                <a:rPr lang="zh-CN" altLang="en-US" sz="2000" b="1">
                  <a:solidFill>
                    <a:srgbClr val="003399"/>
                  </a:solidFill>
                  <a:latin typeface="宋体" panose="02010600030101010101" pitchFamily="2" charset="-122"/>
                </a:rPr>
                <a:t>等。它是</a:t>
              </a:r>
              <a:r>
                <a:rPr lang="zh-CN" altLang="en-US" sz="2000" b="1">
                  <a:solidFill>
                    <a:srgbClr val="FF0066"/>
                  </a:solidFill>
                  <a:latin typeface="宋体" panose="02010600030101010101" pitchFamily="2" charset="-122"/>
                </a:rPr>
                <a:t>确定</a:t>
              </a:r>
              <a:r>
                <a:rPr lang="zh-CN" altLang="en-US" sz="2000" b="1">
                  <a:solidFill>
                    <a:srgbClr val="003399"/>
                  </a:solidFill>
                  <a:latin typeface="宋体" panose="02010600030101010101" pitchFamily="2" charset="-122"/>
                </a:rPr>
                <a:t>的。</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2</a:t>
              </a:r>
              <a:r>
                <a:rPr lang="zh-CN" altLang="en-US" sz="2000" b="1">
                  <a:solidFill>
                    <a:srgbClr val="003399"/>
                  </a:solidFill>
                  <a:latin typeface="宋体" panose="02010600030101010101" pitchFamily="2" charset="-122"/>
                </a:rPr>
                <a:t>、</a:t>
              </a:r>
              <a:r>
                <a:rPr lang="zh-CN" altLang="en-US" sz="2000" b="1">
                  <a:solidFill>
                    <a:srgbClr val="FF0066"/>
                  </a:solidFill>
                  <a:latin typeface="宋体" panose="02010600030101010101" pitchFamily="2" charset="-122"/>
                </a:rPr>
                <a:t>标识符</a:t>
              </a:r>
              <a:r>
                <a:rPr lang="zh-CN" altLang="en-US" sz="2000" b="1">
                  <a:solidFill>
                    <a:srgbClr val="003399"/>
                  </a:solidFill>
                  <a:latin typeface="宋体" panose="02010600030101010101" pitchFamily="2" charset="-122"/>
                </a:rPr>
                <a:t>：用来表示各种名字，如变量名、数组名、过程名等。它是</a:t>
              </a:r>
              <a:r>
                <a:rPr lang="zh-CN" altLang="en-US" sz="2000" b="1">
                  <a:solidFill>
                    <a:srgbClr val="FF0066"/>
                  </a:solidFill>
                  <a:latin typeface="宋体" panose="02010600030101010101" pitchFamily="2" charset="-122"/>
                </a:rPr>
                <a:t>不限</a:t>
              </a:r>
              <a:r>
                <a:rPr lang="zh-CN" altLang="en-US" sz="2000" b="1">
                  <a:solidFill>
                    <a:srgbClr val="003399"/>
                  </a:solidFill>
                  <a:latin typeface="宋体" panose="02010600030101010101" pitchFamily="2" charset="-122"/>
                </a:rPr>
                <a:t>的。</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3</a:t>
              </a:r>
              <a:r>
                <a:rPr lang="zh-CN" altLang="en-US" sz="2000" b="1">
                  <a:solidFill>
                    <a:srgbClr val="003399"/>
                  </a:solidFill>
                  <a:latin typeface="宋体" panose="02010600030101010101" pitchFamily="2" charset="-122"/>
                </a:rPr>
                <a:t>、</a:t>
              </a:r>
              <a:r>
                <a:rPr lang="zh-CN" altLang="en-US" sz="2000" b="1">
                  <a:solidFill>
                    <a:srgbClr val="FF0066"/>
                  </a:solidFill>
                  <a:latin typeface="宋体" panose="02010600030101010101" pitchFamily="2" charset="-122"/>
                </a:rPr>
                <a:t>常数</a:t>
              </a:r>
              <a:r>
                <a:rPr lang="zh-CN" altLang="en-US" sz="2000" b="1">
                  <a:solidFill>
                    <a:srgbClr val="003399"/>
                  </a:solidFill>
                  <a:latin typeface="宋体" panose="02010600030101010101" pitchFamily="2" charset="-122"/>
                </a:rPr>
                <a:t>：常数的类型一般有整型、实型、布尔型、文字型等。它是</a:t>
              </a:r>
              <a:r>
                <a:rPr lang="zh-CN" altLang="en-US" sz="2000" b="1">
                  <a:solidFill>
                    <a:srgbClr val="FF0066"/>
                  </a:solidFill>
                  <a:latin typeface="宋体" panose="02010600030101010101" pitchFamily="2" charset="-122"/>
                </a:rPr>
                <a:t>不限</a:t>
              </a:r>
              <a:r>
                <a:rPr lang="zh-CN" altLang="en-US" sz="2000" b="1">
                  <a:solidFill>
                    <a:srgbClr val="003399"/>
                  </a:solidFill>
                  <a:latin typeface="宋体" panose="02010600030101010101" pitchFamily="2" charset="-122"/>
                </a:rPr>
                <a:t>的。</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4</a:t>
              </a:r>
              <a:r>
                <a:rPr lang="zh-CN" altLang="en-US" sz="2000" b="1">
                  <a:solidFill>
                    <a:srgbClr val="003399"/>
                  </a:solidFill>
                  <a:latin typeface="宋体" panose="02010600030101010101" pitchFamily="2" charset="-122"/>
                </a:rPr>
                <a:t>、</a:t>
              </a:r>
              <a:r>
                <a:rPr lang="zh-CN" altLang="en-US" sz="2000" b="1">
                  <a:solidFill>
                    <a:srgbClr val="FF0066"/>
                  </a:solidFill>
                  <a:latin typeface="宋体" panose="02010600030101010101" pitchFamily="2" charset="-122"/>
                </a:rPr>
                <a:t>运算符</a:t>
              </a:r>
              <a:r>
                <a:rPr lang="zh-CN" altLang="en-US" sz="2000" b="1">
                  <a:solidFill>
                    <a:srgbClr val="003399"/>
                  </a:solidFill>
                  <a:latin typeface="宋体" panose="02010600030101010101" pitchFamily="2" charset="-122"/>
                </a:rPr>
                <a:t>：如</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等。它是</a:t>
              </a:r>
              <a:r>
                <a:rPr lang="zh-CN" altLang="en-US" sz="2000" b="1">
                  <a:solidFill>
                    <a:srgbClr val="FF0066"/>
                  </a:solidFill>
                  <a:latin typeface="宋体" panose="02010600030101010101" pitchFamily="2" charset="-122"/>
                </a:rPr>
                <a:t>确定</a:t>
              </a:r>
              <a:r>
                <a:rPr lang="zh-CN" altLang="en-US" sz="2000" b="1">
                  <a:solidFill>
                    <a:srgbClr val="003399"/>
                  </a:solidFill>
                  <a:latin typeface="宋体" panose="02010600030101010101" pitchFamily="2" charset="-122"/>
                </a:rPr>
                <a:t>的。</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5</a:t>
              </a:r>
              <a:r>
                <a:rPr lang="zh-CN" altLang="en-US" sz="2000" b="1">
                  <a:solidFill>
                    <a:srgbClr val="003399"/>
                  </a:solidFill>
                  <a:latin typeface="宋体" panose="02010600030101010101" pitchFamily="2" charset="-122"/>
                </a:rPr>
                <a:t>、</a:t>
              </a:r>
              <a:r>
                <a:rPr lang="zh-CN" altLang="en-US" sz="2000" b="1">
                  <a:solidFill>
                    <a:srgbClr val="FF0066"/>
                  </a:solidFill>
                  <a:latin typeface="宋体" panose="02010600030101010101" pitchFamily="2" charset="-122"/>
                </a:rPr>
                <a:t>界符</a:t>
              </a:r>
              <a:r>
                <a:rPr lang="zh-CN" altLang="en-US" sz="2000" b="1">
                  <a:solidFill>
                    <a:srgbClr val="003399"/>
                  </a:solidFill>
                  <a:latin typeface="宋体" panose="02010600030101010101" pitchFamily="2" charset="-122"/>
                </a:rPr>
                <a:t>：如逗号、分号、括号、</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等。它是</a:t>
              </a:r>
              <a:r>
                <a:rPr lang="zh-CN" altLang="en-US" sz="2000" b="1">
                  <a:solidFill>
                    <a:srgbClr val="FF0066"/>
                  </a:solidFill>
                  <a:latin typeface="宋体" panose="02010600030101010101" pitchFamily="2" charset="-122"/>
                </a:rPr>
                <a:t>确定</a:t>
              </a:r>
              <a:r>
                <a:rPr lang="zh-CN" altLang="en-US" sz="2000" b="1">
                  <a:solidFill>
                    <a:srgbClr val="003399"/>
                  </a:solidFill>
                  <a:latin typeface="宋体" panose="02010600030101010101" pitchFamily="2" charset="-122"/>
                </a:rPr>
                <a:t>的。</a:t>
              </a:r>
            </a:p>
          </p:txBody>
        </p:sp>
      </p:grpSp>
      <p:sp>
        <p:nvSpPr>
          <p:cNvPr id="90121" name="Rectangle 9">
            <a:extLst>
              <a:ext uri="{FF2B5EF4-FFF2-40B4-BE49-F238E27FC236}">
                <a16:creationId xmlns:a16="http://schemas.microsoft.com/office/drawing/2014/main" id="{86B11DE8-09E4-205F-555F-542CBA8F8C15}"/>
              </a:ext>
            </a:extLst>
          </p:cNvPr>
          <p:cNvSpPr>
            <a:spLocks noChangeArrowheads="1"/>
          </p:cNvSpPr>
          <p:nvPr/>
        </p:nvSpPr>
        <p:spPr bwMode="auto">
          <a:xfrm>
            <a:off x="1847850" y="3213100"/>
            <a:ext cx="503238" cy="433388"/>
          </a:xfrm>
          <a:prstGeom prst="rect">
            <a:avLst/>
          </a:prstGeom>
          <a:gradFill rotWithShape="1">
            <a:gsLst>
              <a:gs pos="0">
                <a:srgbClr val="005E76"/>
              </a:gs>
              <a:gs pos="50000">
                <a:srgbClr val="00CCFF"/>
              </a:gs>
              <a:gs pos="100000">
                <a:srgbClr val="005E76"/>
              </a:gs>
            </a:gsLst>
            <a:lin ang="5400000" scaled="1"/>
          </a:gradFill>
          <a:ln w="9525">
            <a:miter lim="800000"/>
            <a:headEnd/>
            <a:tailEnd/>
          </a:ln>
          <a:scene3d>
            <a:camera prst="legacyObliqueTopRight"/>
            <a:lightRig rig="legacyFlat3" dir="b"/>
          </a:scene3d>
          <a:sp3d extrusionH="201600" prstMaterial="legacyMatte">
            <a:bevelT w="13500" h="13500" prst="angle"/>
            <a:bevelB w="13500" h="13500" prst="angle"/>
            <a:extrusionClr>
              <a:srgbClr val="00CCFF"/>
            </a:extrusionClr>
            <a:contourClr>
              <a:srgbClr val="005E76"/>
            </a:contourClr>
          </a:sp3d>
        </p:spPr>
        <p:txBody>
          <a:bodyPr wrap="none" anchor="ctr">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1800" b="1">
                <a:solidFill>
                  <a:srgbClr val="FF0000"/>
                </a:solidFill>
                <a:latin typeface="宋体" panose="02010600030101010101" pitchFamily="2" charset="-122"/>
              </a:rPr>
              <a:t>确定</a:t>
            </a:r>
          </a:p>
        </p:txBody>
      </p:sp>
      <p:sp>
        <p:nvSpPr>
          <p:cNvPr id="90122" name="Rectangle 10">
            <a:extLst>
              <a:ext uri="{FF2B5EF4-FFF2-40B4-BE49-F238E27FC236}">
                <a16:creationId xmlns:a16="http://schemas.microsoft.com/office/drawing/2014/main" id="{5DB6B655-DDC1-60DB-B5C5-3E603CFEE5CA}"/>
              </a:ext>
            </a:extLst>
          </p:cNvPr>
          <p:cNvSpPr>
            <a:spLocks noChangeArrowheads="1"/>
          </p:cNvSpPr>
          <p:nvPr/>
        </p:nvSpPr>
        <p:spPr bwMode="auto">
          <a:xfrm>
            <a:off x="1847850" y="4148139"/>
            <a:ext cx="503238" cy="504825"/>
          </a:xfrm>
          <a:prstGeom prst="rect">
            <a:avLst/>
          </a:prstGeom>
          <a:gradFill rotWithShape="1">
            <a:gsLst>
              <a:gs pos="0">
                <a:srgbClr val="005E76"/>
              </a:gs>
              <a:gs pos="50000">
                <a:srgbClr val="00CCFF"/>
              </a:gs>
              <a:gs pos="100000">
                <a:srgbClr val="005E76"/>
              </a:gs>
            </a:gsLst>
            <a:lin ang="5400000" scaled="1"/>
          </a:gradFill>
          <a:ln w="9525">
            <a:miter lim="800000"/>
            <a:headEnd/>
            <a:tailEnd/>
          </a:ln>
          <a:scene3d>
            <a:camera prst="legacyObliqueTopRight"/>
            <a:lightRig rig="legacyFlat3" dir="b"/>
          </a:scene3d>
          <a:sp3d extrusionH="201600" prstMaterial="legacyMatte">
            <a:bevelT w="13500" h="13500" prst="angle"/>
            <a:bevelB w="13500" h="13500" prst="angle"/>
            <a:extrusionClr>
              <a:srgbClr val="00CCFF"/>
            </a:extrusionClr>
            <a:contourClr>
              <a:srgbClr val="005E76"/>
            </a:contourClr>
          </a:sp3d>
        </p:spPr>
        <p:txBody>
          <a:bodyPr wrap="none" anchor="ctr">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1800" b="1">
                <a:solidFill>
                  <a:srgbClr val="FF0000"/>
                </a:solidFill>
                <a:latin typeface="宋体" panose="02010600030101010101" pitchFamily="2" charset="-122"/>
              </a:rPr>
              <a:t>不限</a:t>
            </a:r>
          </a:p>
        </p:txBody>
      </p:sp>
      <p:sp>
        <p:nvSpPr>
          <p:cNvPr id="45063" name="Line 11">
            <a:extLst>
              <a:ext uri="{FF2B5EF4-FFF2-40B4-BE49-F238E27FC236}">
                <a16:creationId xmlns:a16="http://schemas.microsoft.com/office/drawing/2014/main" id="{4CB9C02E-EF94-95C6-B9D4-1169C2BC6EAF}"/>
              </a:ext>
            </a:extLst>
          </p:cNvPr>
          <p:cNvSpPr>
            <a:spLocks noChangeShapeType="1"/>
          </p:cNvSpPr>
          <p:nvPr/>
        </p:nvSpPr>
        <p:spPr bwMode="auto">
          <a:xfrm flipV="1">
            <a:off x="2495550" y="3141664"/>
            <a:ext cx="865188" cy="3587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4" name="Group 12">
            <a:extLst>
              <a:ext uri="{FF2B5EF4-FFF2-40B4-BE49-F238E27FC236}">
                <a16:creationId xmlns:a16="http://schemas.microsoft.com/office/drawing/2014/main" id="{0D04FA72-C745-BB7B-2DDA-1944B35E8BC9}"/>
              </a:ext>
            </a:extLst>
          </p:cNvPr>
          <p:cNvGrpSpPr>
            <a:grpSpLocks/>
          </p:cNvGrpSpPr>
          <p:nvPr/>
        </p:nvGrpSpPr>
        <p:grpSpPr bwMode="auto">
          <a:xfrm>
            <a:off x="2351089" y="3068639"/>
            <a:ext cx="936625" cy="3095625"/>
            <a:chOff x="521" y="2160"/>
            <a:chExt cx="590" cy="1950"/>
          </a:xfrm>
        </p:grpSpPr>
        <p:sp>
          <p:nvSpPr>
            <p:cNvPr id="45070" name="Line 13">
              <a:extLst>
                <a:ext uri="{FF2B5EF4-FFF2-40B4-BE49-F238E27FC236}">
                  <a16:creationId xmlns:a16="http://schemas.microsoft.com/office/drawing/2014/main" id="{17FBF9DC-6E6B-6B05-D3DB-A29FA3439276}"/>
                </a:ext>
              </a:extLst>
            </p:cNvPr>
            <p:cNvSpPr>
              <a:spLocks noChangeShapeType="1"/>
            </p:cNvSpPr>
            <p:nvPr/>
          </p:nvSpPr>
          <p:spPr bwMode="auto">
            <a:xfrm>
              <a:off x="703" y="2160"/>
              <a:ext cx="0" cy="19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45071" name="Group 14">
              <a:extLst>
                <a:ext uri="{FF2B5EF4-FFF2-40B4-BE49-F238E27FC236}">
                  <a16:creationId xmlns:a16="http://schemas.microsoft.com/office/drawing/2014/main" id="{78581A33-8BD6-9C2D-D5FD-4A7D63BD16C6}"/>
                </a:ext>
              </a:extLst>
            </p:cNvPr>
            <p:cNvGrpSpPr>
              <a:grpSpLocks/>
            </p:cNvGrpSpPr>
            <p:nvPr/>
          </p:nvGrpSpPr>
          <p:grpSpPr bwMode="auto">
            <a:xfrm>
              <a:off x="521" y="2160"/>
              <a:ext cx="590" cy="1950"/>
              <a:chOff x="521" y="2160"/>
              <a:chExt cx="590" cy="1950"/>
            </a:xfrm>
          </p:grpSpPr>
          <p:sp>
            <p:nvSpPr>
              <p:cNvPr id="45072" name="Line 15">
                <a:extLst>
                  <a:ext uri="{FF2B5EF4-FFF2-40B4-BE49-F238E27FC236}">
                    <a16:creationId xmlns:a16="http://schemas.microsoft.com/office/drawing/2014/main" id="{26B86068-E04F-52E5-845D-1BA349FA60BC}"/>
                  </a:ext>
                </a:extLst>
              </p:cNvPr>
              <p:cNvSpPr>
                <a:spLocks noChangeShapeType="1"/>
              </p:cNvSpPr>
              <p:nvPr/>
            </p:nvSpPr>
            <p:spPr bwMode="auto">
              <a:xfrm flipH="1" flipV="1">
                <a:off x="521" y="2387"/>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45073" name="Line 16">
                <a:extLst>
                  <a:ext uri="{FF2B5EF4-FFF2-40B4-BE49-F238E27FC236}">
                    <a16:creationId xmlns:a16="http://schemas.microsoft.com/office/drawing/2014/main" id="{3531FF87-3649-C288-0CB2-434AE6C77720}"/>
                  </a:ext>
                </a:extLst>
              </p:cNvPr>
              <p:cNvSpPr>
                <a:spLocks noChangeShapeType="1"/>
              </p:cNvSpPr>
              <p:nvPr/>
            </p:nvSpPr>
            <p:spPr bwMode="auto">
              <a:xfrm>
                <a:off x="703" y="2160"/>
                <a:ext cx="3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45074" name="Line 17">
                <a:extLst>
                  <a:ext uri="{FF2B5EF4-FFF2-40B4-BE49-F238E27FC236}">
                    <a16:creationId xmlns:a16="http://schemas.microsoft.com/office/drawing/2014/main" id="{EA7C928B-CA47-F570-BB2A-B31F4EFFD5AF}"/>
                  </a:ext>
                </a:extLst>
              </p:cNvPr>
              <p:cNvSpPr>
                <a:spLocks noChangeShapeType="1"/>
              </p:cNvSpPr>
              <p:nvPr/>
            </p:nvSpPr>
            <p:spPr bwMode="auto">
              <a:xfrm>
                <a:off x="703" y="3793"/>
                <a:ext cx="4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45075" name="Line 18">
                <a:extLst>
                  <a:ext uri="{FF2B5EF4-FFF2-40B4-BE49-F238E27FC236}">
                    <a16:creationId xmlns:a16="http://schemas.microsoft.com/office/drawing/2014/main" id="{ABC34EEC-44D8-189D-11C8-BAB5F57ECB5F}"/>
                  </a:ext>
                </a:extLst>
              </p:cNvPr>
              <p:cNvSpPr>
                <a:spLocks noChangeShapeType="1"/>
              </p:cNvSpPr>
              <p:nvPr/>
            </p:nvSpPr>
            <p:spPr bwMode="auto">
              <a:xfrm>
                <a:off x="703" y="4110"/>
                <a:ext cx="4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grpSp>
        <p:nvGrpSpPr>
          <p:cNvPr id="6" name="Group 19">
            <a:extLst>
              <a:ext uri="{FF2B5EF4-FFF2-40B4-BE49-F238E27FC236}">
                <a16:creationId xmlns:a16="http://schemas.microsoft.com/office/drawing/2014/main" id="{715909D8-61F4-D641-0839-F0EAA1067E69}"/>
              </a:ext>
            </a:extLst>
          </p:cNvPr>
          <p:cNvGrpSpPr>
            <a:grpSpLocks/>
          </p:cNvGrpSpPr>
          <p:nvPr/>
        </p:nvGrpSpPr>
        <p:grpSpPr bwMode="auto">
          <a:xfrm>
            <a:off x="2351088" y="4076701"/>
            <a:ext cx="1079500" cy="792163"/>
            <a:chOff x="476" y="2840"/>
            <a:chExt cx="680" cy="499"/>
          </a:xfrm>
        </p:grpSpPr>
        <p:sp>
          <p:nvSpPr>
            <p:cNvPr id="3084" name="Line 20">
              <a:extLst>
                <a:ext uri="{FF2B5EF4-FFF2-40B4-BE49-F238E27FC236}">
                  <a16:creationId xmlns:a16="http://schemas.microsoft.com/office/drawing/2014/main" id="{BF33A05E-11A4-1C96-F9ED-BAA619F84844}"/>
                </a:ext>
              </a:extLst>
            </p:cNvPr>
            <p:cNvSpPr>
              <a:spLocks noChangeShapeType="1"/>
            </p:cNvSpPr>
            <p:nvPr/>
          </p:nvSpPr>
          <p:spPr bwMode="auto">
            <a:xfrm>
              <a:off x="476" y="3022"/>
              <a:ext cx="408" cy="0"/>
            </a:xfrm>
            <a:prstGeom prst="line">
              <a:avLst/>
            </a:prstGeom>
            <a:noFill/>
            <a:ln w="28575">
              <a:solidFill>
                <a:schemeClr val="tx2">
                  <a:lumMod val="75000"/>
                </a:schemeClr>
              </a:solidFill>
              <a:round/>
              <a:headEnd/>
              <a:tailEnd/>
            </a:ln>
          </p:spPr>
          <p:txBody>
            <a:bodyPr>
              <a:spAutoFit/>
            </a:bodyPr>
            <a:lstStyle/>
            <a:p>
              <a:pPr fontAlgn="base">
                <a:spcBef>
                  <a:spcPct val="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85" name="Line 21">
              <a:extLst>
                <a:ext uri="{FF2B5EF4-FFF2-40B4-BE49-F238E27FC236}">
                  <a16:creationId xmlns:a16="http://schemas.microsoft.com/office/drawing/2014/main" id="{710D54D9-CA29-1545-E185-5D8B32F6D381}"/>
                </a:ext>
              </a:extLst>
            </p:cNvPr>
            <p:cNvSpPr>
              <a:spLocks noChangeShapeType="1"/>
            </p:cNvSpPr>
            <p:nvPr/>
          </p:nvSpPr>
          <p:spPr bwMode="auto">
            <a:xfrm>
              <a:off x="884" y="2840"/>
              <a:ext cx="0" cy="499"/>
            </a:xfrm>
            <a:prstGeom prst="line">
              <a:avLst/>
            </a:prstGeom>
            <a:noFill/>
            <a:ln w="28575">
              <a:solidFill>
                <a:schemeClr val="tx2">
                  <a:lumMod val="75000"/>
                </a:schemeClr>
              </a:solidFill>
              <a:round/>
              <a:headEnd/>
              <a:tailEnd/>
            </a:ln>
          </p:spPr>
          <p:txBody>
            <a:bodyPr>
              <a:spAutoFit/>
            </a:bodyPr>
            <a:lstStyle/>
            <a:p>
              <a:pPr fontAlgn="base">
                <a:spcBef>
                  <a:spcPct val="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86" name="Line 22">
              <a:extLst>
                <a:ext uri="{FF2B5EF4-FFF2-40B4-BE49-F238E27FC236}">
                  <a16:creationId xmlns:a16="http://schemas.microsoft.com/office/drawing/2014/main" id="{E4FFA2EB-D0A8-D228-598F-9224AE8088D9}"/>
                </a:ext>
              </a:extLst>
            </p:cNvPr>
            <p:cNvSpPr>
              <a:spLocks noChangeShapeType="1"/>
            </p:cNvSpPr>
            <p:nvPr/>
          </p:nvSpPr>
          <p:spPr bwMode="auto">
            <a:xfrm>
              <a:off x="884" y="2840"/>
              <a:ext cx="272" cy="0"/>
            </a:xfrm>
            <a:prstGeom prst="line">
              <a:avLst/>
            </a:prstGeom>
            <a:noFill/>
            <a:ln w="28575">
              <a:solidFill>
                <a:schemeClr val="tx2">
                  <a:lumMod val="75000"/>
                </a:schemeClr>
              </a:solidFill>
              <a:round/>
              <a:headEnd/>
              <a:tailEnd type="triangle" w="med" len="med"/>
            </a:ln>
          </p:spPr>
          <p:txBody>
            <a:bodyPr>
              <a:spAutoFit/>
            </a:bodyPr>
            <a:lstStyle/>
            <a:p>
              <a:pPr fontAlgn="base">
                <a:spcBef>
                  <a:spcPct val="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87" name="Line 23">
              <a:extLst>
                <a:ext uri="{FF2B5EF4-FFF2-40B4-BE49-F238E27FC236}">
                  <a16:creationId xmlns:a16="http://schemas.microsoft.com/office/drawing/2014/main" id="{750E6E82-3021-FDAD-E68F-F01E96EA6162}"/>
                </a:ext>
              </a:extLst>
            </p:cNvPr>
            <p:cNvSpPr>
              <a:spLocks noChangeShapeType="1"/>
            </p:cNvSpPr>
            <p:nvPr/>
          </p:nvSpPr>
          <p:spPr bwMode="auto">
            <a:xfrm>
              <a:off x="884" y="3339"/>
              <a:ext cx="272" cy="0"/>
            </a:xfrm>
            <a:prstGeom prst="line">
              <a:avLst/>
            </a:prstGeom>
            <a:noFill/>
            <a:ln w="28575">
              <a:solidFill>
                <a:schemeClr val="tx2">
                  <a:lumMod val="75000"/>
                </a:schemeClr>
              </a:solidFill>
              <a:round/>
              <a:headEnd/>
              <a:tailEnd type="triangle" w="med" len="med"/>
            </a:ln>
          </p:spPr>
          <p:txBody>
            <a:bodyPr>
              <a:spAutoFit/>
            </a:bodyPr>
            <a:lstStyle/>
            <a:p>
              <a:pPr fontAlgn="base">
                <a:spcBef>
                  <a:spcPct val="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nodeType="with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wedge">
                                      <p:cBhvr>
                                        <p:cTn id="7" dur="2000"/>
                                        <p:tgtEl>
                                          <p:spTgt spid="90114"/>
                                        </p:tgtEl>
                                      </p:cBhvr>
                                    </p:animEffect>
                                  </p:childTnLst>
                                </p:cTn>
                              </p:par>
                            </p:childTnLst>
                          </p:cTn>
                        </p:par>
                        <p:par>
                          <p:cTn id="8" fill="hold" nodeType="afterGroup">
                            <p:stCondLst>
                              <p:cond delay="2000"/>
                            </p:stCondLst>
                            <p:childTnLst>
                              <p:par>
                                <p:cTn id="9" presetID="20" presetClass="entr" presetSubtype="0" fill="hold" nodeType="afterEffect">
                                  <p:stCondLst>
                                    <p:cond delay="0"/>
                                  </p:stCondLst>
                                  <p:childTnLst>
                                    <p:set>
                                      <p:cBhvr>
                                        <p:cTn id="10" dur="1" fill="hold">
                                          <p:stCondLst>
                                            <p:cond delay="0"/>
                                          </p:stCondLst>
                                        </p:cTn>
                                        <p:tgtEl>
                                          <p:spTgt spid="90115"/>
                                        </p:tgtEl>
                                        <p:attrNameLst>
                                          <p:attrName>style.visibility</p:attrName>
                                        </p:attrNameLst>
                                      </p:cBhvr>
                                      <p:to>
                                        <p:strVal val="visible"/>
                                      </p:to>
                                    </p:set>
                                    <p:animEffect transition="in" filter="wedge">
                                      <p:cBhvr>
                                        <p:cTn id="11" dur="2000"/>
                                        <p:tgtEl>
                                          <p:spTgt spid="901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edge">
                                      <p:cBhvr>
                                        <p:cTn id="16" dur="2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90121"/>
                                        </p:tgtEl>
                                        <p:attrNameLst>
                                          <p:attrName>style.visibility</p:attrName>
                                        </p:attrNameLst>
                                      </p:cBhvr>
                                      <p:to>
                                        <p:strVal val="visible"/>
                                      </p:to>
                                    </p:set>
                                    <p:animEffect transition="in" filter="fade">
                                      <p:cBhvr>
                                        <p:cTn id="21" dur="2000"/>
                                        <p:tgtEl>
                                          <p:spTgt spid="90121"/>
                                        </p:tgtEl>
                                      </p:cBhvr>
                                    </p:animEffect>
                                  </p:childTnLst>
                                </p:cTn>
                              </p:par>
                            </p:childTnLst>
                          </p:cTn>
                        </p:par>
                        <p:par>
                          <p:cTn id="22" fill="hold" nodeType="afterGroup">
                            <p:stCondLst>
                              <p:cond delay="2000"/>
                            </p:stCondLst>
                            <p:childTnLst>
                              <p:par>
                                <p:cTn id="23" presetID="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10" presetClass="entr" presetSubtype="0" fill="hold" nodeType="afterEffect">
                                  <p:stCondLst>
                                    <p:cond delay="0"/>
                                  </p:stCondLst>
                                  <p:childTnLst>
                                    <p:set>
                                      <p:cBhvr>
                                        <p:cTn id="29" dur="1" fill="hold">
                                          <p:stCondLst>
                                            <p:cond delay="0"/>
                                          </p:stCondLst>
                                        </p:cTn>
                                        <p:tgtEl>
                                          <p:spTgt spid="90122"/>
                                        </p:tgtEl>
                                        <p:attrNameLst>
                                          <p:attrName>style.visibility</p:attrName>
                                        </p:attrNameLst>
                                      </p:cBhvr>
                                      <p:to>
                                        <p:strVal val="visible"/>
                                      </p:to>
                                    </p:set>
                                    <p:animEffect transition="in" filter="fade">
                                      <p:cBhvr>
                                        <p:cTn id="30" dur="2000"/>
                                        <p:tgtEl>
                                          <p:spTgt spid="90122"/>
                                        </p:tgtEl>
                                      </p:cBhvr>
                                    </p:animEffect>
                                  </p:childTnLst>
                                </p:cTn>
                              </p:par>
                            </p:childTnLst>
                          </p:cTn>
                        </p:par>
                        <p:par>
                          <p:cTn id="31" fill="hold" nodeType="afterGroup">
                            <p:stCondLst>
                              <p:cond delay="4500"/>
                            </p:stCondLst>
                            <p:childTnLst>
                              <p:par>
                                <p:cTn id="32" presetID="2" presetClass="entr" presetSubtype="8"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0-#ppt_w/2"/>
                                          </p:val>
                                        </p:tav>
                                        <p:tav tm="100000">
                                          <p:val>
                                            <p:strVal val="#ppt_x"/>
                                          </p:val>
                                        </p:tav>
                                      </p:tavLst>
                                    </p:anim>
                                    <p:anim calcmode="lin" valueType="num">
                                      <p:cBhvr additive="base">
                                        <p:cTn id="3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1" grpId="0" animBg="1"/>
      <p:bldP spid="901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2">
            <a:extLst>
              <a:ext uri="{FF2B5EF4-FFF2-40B4-BE49-F238E27FC236}">
                <a16:creationId xmlns:a16="http://schemas.microsoft.com/office/drawing/2014/main" id="{5A1974B3-D433-ADDB-59B6-A567B26E9B66}"/>
              </a:ext>
            </a:extLst>
          </p:cNvPr>
          <p:cNvGrpSpPr>
            <a:grpSpLocks/>
          </p:cNvGrpSpPr>
          <p:nvPr/>
        </p:nvGrpSpPr>
        <p:grpSpPr bwMode="auto">
          <a:xfrm>
            <a:off x="1774826" y="476251"/>
            <a:ext cx="8569325" cy="3529013"/>
            <a:chOff x="340" y="436"/>
            <a:chExt cx="5125" cy="1406"/>
          </a:xfrm>
          <a:solidFill>
            <a:schemeClr val="bg1"/>
          </a:solidFill>
        </p:grpSpPr>
        <p:grpSp>
          <p:nvGrpSpPr>
            <p:cNvPr id="12" name="Group 3">
              <a:extLst>
                <a:ext uri="{FF2B5EF4-FFF2-40B4-BE49-F238E27FC236}">
                  <a16:creationId xmlns:a16="http://schemas.microsoft.com/office/drawing/2014/main" id="{558A05FC-F84A-03EF-5C2C-5BC17739576A}"/>
                </a:ext>
              </a:extLst>
            </p:cNvPr>
            <p:cNvGrpSpPr>
              <a:grpSpLocks/>
            </p:cNvGrpSpPr>
            <p:nvPr/>
          </p:nvGrpSpPr>
          <p:grpSpPr bwMode="auto">
            <a:xfrm>
              <a:off x="340" y="436"/>
              <a:ext cx="5125" cy="1406"/>
              <a:chOff x="720" y="480"/>
              <a:chExt cx="4224" cy="1390"/>
            </a:xfrm>
            <a:grpFill/>
          </p:grpSpPr>
          <p:graphicFrame>
            <p:nvGraphicFramePr>
              <p:cNvPr id="4100" name="Object 4">
                <a:extLst>
                  <a:ext uri="{FF2B5EF4-FFF2-40B4-BE49-F238E27FC236}">
                    <a16:creationId xmlns:a16="http://schemas.microsoft.com/office/drawing/2014/main" id="{6155703B-1372-DE36-B9F1-F77A6C4E323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4100" name="Object 4">
                            <a:extLst>
                              <a:ext uri="{FF2B5EF4-FFF2-40B4-BE49-F238E27FC236}">
                                <a16:creationId xmlns:a16="http://schemas.microsoft.com/office/drawing/2014/main" id="{6155703B-1372-DE36-B9F1-F77A6C4E323A}"/>
                              </a:ext>
                            </a:extLst>
                          </p:cNvPr>
                          <p:cNvPicPr>
                            <a:picLocks noChangeAspect="1" noChangeArrowheads="1"/>
                          </p:cNvPicPr>
                          <p:nvPr/>
                        </p:nvPicPr>
                        <p:blipFill>
                          <a:blip r:embed="rId4"/>
                          <a:srcRect/>
                          <a:stretch>
                            <a:fillRect/>
                          </a:stretch>
                        </p:blipFill>
                        <p:spPr bwMode="auto">
                          <a:xfrm>
                            <a:off x="720" y="480"/>
                            <a:ext cx="4224" cy="1390"/>
                          </a:xfrm>
                          <a:prstGeom prst="rect">
                            <a:avLst/>
                          </a:prstGeom>
                          <a:noFill/>
                          <a:ln>
                            <a:noFill/>
                          </a:ln>
                          <a:effectLst/>
                        </p:spPr>
                      </p:pic>
                    </p:oleObj>
                  </mc:Fallback>
                </mc:AlternateContent>
              </a:graphicData>
            </a:graphic>
          </p:graphicFrame>
          <p:graphicFrame>
            <p:nvGraphicFramePr>
              <p:cNvPr id="4101" name="Object 5">
                <a:extLst>
                  <a:ext uri="{FF2B5EF4-FFF2-40B4-BE49-F238E27FC236}">
                    <a16:creationId xmlns:a16="http://schemas.microsoft.com/office/drawing/2014/main" id="{4DDA4EC3-D77F-C397-77CB-0DB26183330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公式" r:id="rId5" imgW="114151" imgH="215619" progId="Equation.3">
                      <p:embed/>
                    </p:oleObj>
                  </mc:Choice>
                  <mc:Fallback>
                    <p:oleObj name="公式" r:id="rId5" imgW="114151" imgH="215619" progId="Equation.3">
                      <p:embed/>
                      <p:pic>
                        <p:nvPicPr>
                          <p:cNvPr id="4101" name="Object 5">
                            <a:extLst>
                              <a:ext uri="{FF2B5EF4-FFF2-40B4-BE49-F238E27FC236}">
                                <a16:creationId xmlns:a16="http://schemas.microsoft.com/office/drawing/2014/main" id="{4DDA4EC3-D77F-C397-77CB-0DB261833304}"/>
                              </a:ext>
                            </a:extLst>
                          </p:cNvPr>
                          <p:cNvPicPr>
                            <a:picLocks noChangeAspect="1" noChangeArrowheads="1"/>
                          </p:cNvPicPr>
                          <p:nvPr/>
                        </p:nvPicPr>
                        <p:blipFill>
                          <a:blip r:embed="rId6"/>
                          <a:srcRect/>
                          <a:stretch>
                            <a:fillRect/>
                          </a:stretch>
                        </p:blipFill>
                        <p:spPr bwMode="auto">
                          <a:xfrm>
                            <a:off x="2873" y="1028"/>
                            <a:ext cx="157" cy="296"/>
                          </a:xfrm>
                          <a:prstGeom prst="rect">
                            <a:avLst/>
                          </a:prstGeom>
                          <a:noFill/>
                        </p:spPr>
                      </p:pic>
                    </p:oleObj>
                  </mc:Fallback>
                </mc:AlternateContent>
              </a:graphicData>
            </a:graphic>
          </p:graphicFrame>
        </p:grpSp>
        <p:sp>
          <p:nvSpPr>
            <p:cNvPr id="4107" name="Text Box 6">
              <a:extLst>
                <a:ext uri="{FF2B5EF4-FFF2-40B4-BE49-F238E27FC236}">
                  <a16:creationId xmlns:a16="http://schemas.microsoft.com/office/drawing/2014/main" id="{9A17F563-154E-22A8-F862-D6622B500228}"/>
                </a:ext>
              </a:extLst>
            </p:cNvPr>
            <p:cNvSpPr txBox="1">
              <a:spLocks noChangeArrowheads="1"/>
            </p:cNvSpPr>
            <p:nvPr/>
          </p:nvSpPr>
          <p:spPr bwMode="auto">
            <a:xfrm>
              <a:off x="431" y="527"/>
              <a:ext cx="4944" cy="1264"/>
            </a:xfrm>
            <a:prstGeom prst="rect">
              <a:avLst/>
            </a:prstGeom>
            <a:grpFill/>
            <a:ln w="9525">
              <a:noFill/>
              <a:miter lim="800000"/>
              <a:headEnd/>
              <a:tailEnd/>
            </a:ln>
          </p:spPr>
          <p:txBody>
            <a:bodyPr>
              <a:spAutoFit/>
            </a:bodyPr>
            <a:lstStyle/>
            <a:p>
              <a:pPr marL="976313" indent="-976313" defTabSz="976313" fontAlgn="base">
                <a:lnSpc>
                  <a:spcPct val="80000"/>
                </a:lnSpc>
                <a:spcBef>
                  <a:spcPct val="50000"/>
                </a:spcBef>
                <a:spcAft>
                  <a:spcPct val="0"/>
                </a:spcAft>
                <a:defRPr/>
              </a:pPr>
              <a:r>
                <a:rPr lang="zh-CN" altLang="en-US" sz="2000" b="1" dirty="0">
                  <a:solidFill>
                    <a:srgbClr val="FF0066"/>
                  </a:solidFill>
                  <a:latin typeface="宋体" panose="02010600030101010101" pitchFamily="2" charset="-122"/>
                  <a:ea typeface="宋体" panose="02010600030101010101" pitchFamily="2" charset="-122"/>
                </a:rPr>
                <a:t>单词符号的表示形式</a:t>
              </a:r>
              <a:r>
                <a:rPr lang="zh-CN" altLang="en-US" sz="2000" b="1" dirty="0">
                  <a:solidFill>
                    <a:srgbClr val="003399"/>
                  </a:solidFill>
                  <a:latin typeface="宋体" panose="02010600030101010101" pitchFamily="2" charset="-122"/>
                  <a:ea typeface="宋体" panose="02010600030101010101" pitchFamily="2" charset="-122"/>
                </a:rPr>
                <a:t>：词法分析器所输出的单词符号常常表示成</a:t>
              </a:r>
            </a:p>
            <a:p>
              <a:pPr marL="976313" indent="-976313" defTabSz="976313" fontAlgn="base">
                <a:lnSpc>
                  <a:spcPct val="80000"/>
                </a:lnSpc>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zh-CN" altLang="en-US" sz="2000" b="1" dirty="0">
                  <a:solidFill>
                    <a:srgbClr val="FF0066"/>
                  </a:solidFill>
                  <a:latin typeface="宋体" panose="02010600030101010101" pitchFamily="2" charset="-122"/>
                  <a:ea typeface="宋体" panose="02010600030101010101" pitchFamily="2" charset="-122"/>
                </a:rPr>
                <a:t>二元式（单词种别，单词自身的值）</a:t>
              </a:r>
              <a:r>
                <a:rPr lang="zh-CN" altLang="en-US" sz="2000" b="1" dirty="0">
                  <a:solidFill>
                    <a:srgbClr val="003399"/>
                  </a:solidFill>
                  <a:latin typeface="宋体" panose="02010600030101010101" pitchFamily="2" charset="-122"/>
                  <a:ea typeface="宋体" panose="02010600030101010101" pitchFamily="2" charset="-122"/>
                </a:rPr>
                <a:t>。 </a:t>
              </a:r>
            </a:p>
            <a:p>
              <a:pPr marL="976313" indent="-976313" defTabSz="976313" fontAlgn="base">
                <a:spcBef>
                  <a:spcPct val="50000"/>
                </a:spcBef>
                <a:spcAft>
                  <a:spcPct val="0"/>
                </a:spcAft>
                <a:defRPr/>
              </a:pPr>
              <a:r>
                <a:rPr lang="zh-CN" altLang="en-US" sz="2000" b="1" dirty="0">
                  <a:solidFill>
                    <a:srgbClr val="FF0066"/>
                  </a:solidFill>
                  <a:latin typeface="宋体" panose="02010600030101010101" pitchFamily="2" charset="-122"/>
                  <a:ea typeface="宋体" panose="02010600030101010101" pitchFamily="2" charset="-122"/>
                </a:rPr>
                <a:t>单词种别</a:t>
              </a:r>
              <a:r>
                <a:rPr lang="zh-CN" altLang="en-US" sz="2000" b="1" dirty="0">
                  <a:solidFill>
                    <a:srgbClr val="003399"/>
                  </a:solidFill>
                  <a:latin typeface="宋体" panose="02010600030101010101" pitchFamily="2" charset="-122"/>
                  <a:ea typeface="宋体" panose="02010600030101010101" pitchFamily="2" charset="-122"/>
                </a:rPr>
                <a:t>可以用以下形式表示：</a:t>
              </a:r>
            </a:p>
            <a:p>
              <a:pPr marL="976313" indent="-976313" defTabSz="976313"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1</a:t>
              </a:r>
              <a:r>
                <a:rPr lang="zh-CN" altLang="en-US" sz="2000" b="1" dirty="0">
                  <a:solidFill>
                    <a:srgbClr val="003399"/>
                  </a:solidFill>
                  <a:latin typeface="宋体" panose="02010600030101010101" pitchFamily="2" charset="-122"/>
                  <a:ea typeface="宋体" panose="02010600030101010101" pitchFamily="2" charset="-122"/>
                </a:rPr>
                <a:t>、一类单词统一用一个整数值代表其属性。例如：</a:t>
              </a:r>
              <a:r>
                <a:rPr lang="en-US" altLang="zh-CN" sz="2000" b="1" dirty="0">
                  <a:solidFill>
                    <a:srgbClr val="003399"/>
                  </a:solidFill>
                  <a:latin typeface="宋体" panose="02010600030101010101" pitchFamily="2" charset="-122"/>
                  <a:ea typeface="宋体" panose="02010600030101010101" pitchFamily="2" charset="-122"/>
                </a:rPr>
                <a:t>1</a:t>
              </a:r>
              <a:r>
                <a:rPr lang="zh-CN" altLang="en-US" sz="2000" b="1" dirty="0">
                  <a:solidFill>
                    <a:srgbClr val="003399"/>
                  </a:solidFill>
                  <a:latin typeface="宋体" panose="02010600030101010101" pitchFamily="2" charset="-122"/>
                  <a:ea typeface="宋体" panose="02010600030101010101" pitchFamily="2" charset="-122"/>
                </a:rPr>
                <a:t>代表关键字，</a:t>
              </a:r>
              <a:r>
                <a:rPr lang="en-US" altLang="zh-CN" sz="2000" b="1" dirty="0">
                  <a:solidFill>
                    <a:srgbClr val="003399"/>
                  </a:solidFill>
                  <a:latin typeface="宋体" panose="02010600030101010101" pitchFamily="2" charset="-122"/>
                  <a:ea typeface="宋体" panose="02010600030101010101" pitchFamily="2" charset="-122"/>
                </a:rPr>
                <a:t>2</a:t>
              </a:r>
              <a:r>
                <a:rPr lang="zh-CN" altLang="en-US" sz="2000" b="1" dirty="0">
                  <a:solidFill>
                    <a:srgbClr val="003399"/>
                  </a:solidFill>
                  <a:latin typeface="宋体" panose="02010600030101010101" pitchFamily="2" charset="-122"/>
                  <a:ea typeface="宋体" panose="02010600030101010101" pitchFamily="2" charset="-122"/>
                </a:rPr>
                <a:t>代表标识符等。</a:t>
              </a:r>
            </a:p>
            <a:p>
              <a:pPr marL="976313" indent="-976313" defTabSz="976313"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2</a:t>
              </a:r>
              <a:r>
                <a:rPr lang="zh-CN" altLang="en-US" sz="2000" b="1" dirty="0">
                  <a:solidFill>
                    <a:srgbClr val="003399"/>
                  </a:solidFill>
                  <a:latin typeface="宋体" panose="02010600030101010101" pitchFamily="2" charset="-122"/>
                  <a:ea typeface="宋体" panose="02010600030101010101" pitchFamily="2" charset="-122"/>
                </a:rPr>
                <a:t>、每一个单词一个类别。例如：</a:t>
              </a:r>
              <a:r>
                <a:rPr lang="en-US" altLang="zh-CN" sz="2000" b="1" dirty="0">
                  <a:solidFill>
                    <a:srgbClr val="003399"/>
                  </a:solidFill>
                  <a:latin typeface="宋体" panose="02010600030101010101" pitchFamily="2" charset="-122"/>
                  <a:ea typeface="宋体" panose="02010600030101010101" pitchFamily="2" charset="-122"/>
                </a:rPr>
                <a:t>1</a:t>
              </a:r>
              <a:r>
                <a:rPr lang="zh-CN" altLang="en-US" sz="2000" b="1" dirty="0">
                  <a:solidFill>
                    <a:srgbClr val="003399"/>
                  </a:solidFill>
                  <a:latin typeface="宋体" panose="02010600030101010101" pitchFamily="2" charset="-122"/>
                  <a:ea typeface="宋体" panose="02010600030101010101" pitchFamily="2" charset="-122"/>
                </a:rPr>
                <a:t>代表</a:t>
              </a:r>
              <a:r>
                <a:rPr lang="en-US" altLang="zh-CN" sz="2000" b="1" dirty="0">
                  <a:solidFill>
                    <a:srgbClr val="003399"/>
                  </a:solidFill>
                  <a:latin typeface="宋体" panose="02010600030101010101" pitchFamily="2" charset="-122"/>
                  <a:ea typeface="宋体" panose="02010600030101010101" pitchFamily="2" charset="-122"/>
                </a:rPr>
                <a:t>BEGIN</a:t>
              </a:r>
              <a:r>
                <a:rPr lang="zh-CN" altLang="en-US" sz="2000" b="1" dirty="0">
                  <a:solidFill>
                    <a:srgbClr val="003399"/>
                  </a:solidFill>
                  <a:latin typeface="宋体" panose="02010600030101010101" pitchFamily="2" charset="-122"/>
                  <a:ea typeface="宋体" panose="02010600030101010101" pitchFamily="2" charset="-122"/>
                </a:rPr>
                <a:t>，</a:t>
              </a:r>
              <a:r>
                <a:rPr lang="en-US" altLang="zh-CN" sz="2000" b="1" dirty="0">
                  <a:solidFill>
                    <a:srgbClr val="003399"/>
                  </a:solidFill>
                  <a:latin typeface="宋体" panose="02010600030101010101" pitchFamily="2" charset="-122"/>
                  <a:ea typeface="宋体" panose="02010600030101010101" pitchFamily="2" charset="-122"/>
                </a:rPr>
                <a:t>2</a:t>
              </a:r>
              <a:r>
                <a:rPr lang="zh-CN" altLang="en-US" sz="2000" b="1" dirty="0">
                  <a:solidFill>
                    <a:srgbClr val="003399"/>
                  </a:solidFill>
                  <a:latin typeface="宋体" panose="02010600030101010101" pitchFamily="2" charset="-122"/>
                  <a:ea typeface="宋体" panose="02010600030101010101" pitchFamily="2" charset="-122"/>
                </a:rPr>
                <a:t>代表</a:t>
              </a:r>
              <a:r>
                <a:rPr lang="en-US" altLang="zh-CN" sz="2000" b="1" dirty="0">
                  <a:solidFill>
                    <a:srgbClr val="003399"/>
                  </a:solidFill>
                  <a:latin typeface="宋体" panose="02010600030101010101" pitchFamily="2" charset="-122"/>
                  <a:ea typeface="宋体" panose="02010600030101010101" pitchFamily="2" charset="-122"/>
                </a:rPr>
                <a:t>END</a:t>
              </a:r>
              <a:r>
                <a:rPr lang="zh-CN" altLang="en-US" sz="2000" b="1" dirty="0">
                  <a:solidFill>
                    <a:srgbClr val="003399"/>
                  </a:solidFill>
                  <a:latin typeface="宋体" panose="02010600030101010101" pitchFamily="2" charset="-122"/>
                  <a:ea typeface="宋体" panose="02010600030101010101" pitchFamily="2" charset="-122"/>
                </a:rPr>
                <a:t>等。</a:t>
              </a:r>
            </a:p>
            <a:p>
              <a:pPr marL="976313" indent="-976313" defTabSz="976313" fontAlgn="base">
                <a:spcBef>
                  <a:spcPct val="50000"/>
                </a:spcBef>
                <a:spcAft>
                  <a:spcPct val="0"/>
                </a:spcAft>
                <a:defRPr/>
              </a:pPr>
              <a:r>
                <a:rPr lang="zh-CN" altLang="en-US" sz="2000" b="1" dirty="0">
                  <a:solidFill>
                    <a:srgbClr val="FF0066"/>
                  </a:solidFill>
                  <a:latin typeface="宋体" panose="02010600030101010101" pitchFamily="2" charset="-122"/>
                  <a:ea typeface="宋体" panose="02010600030101010101" pitchFamily="2" charset="-122"/>
                </a:rPr>
                <a:t>单词自身的值</a:t>
              </a:r>
              <a:r>
                <a:rPr lang="zh-CN" altLang="en-US" sz="2000" b="1" dirty="0">
                  <a:solidFill>
                    <a:srgbClr val="003399"/>
                  </a:solidFill>
                  <a:latin typeface="宋体" panose="02010600030101010101" pitchFamily="2" charset="-122"/>
                  <a:ea typeface="宋体" panose="02010600030101010101" pitchFamily="2" charset="-122"/>
                </a:rPr>
                <a:t>可以表示成：常量的二进制表示；常量、变量等在符号表种的地址码，等等。</a:t>
              </a:r>
            </a:p>
          </p:txBody>
        </p:sp>
      </p:grpSp>
      <p:grpSp>
        <p:nvGrpSpPr>
          <p:cNvPr id="4" name="Group 7">
            <a:extLst>
              <a:ext uri="{FF2B5EF4-FFF2-40B4-BE49-F238E27FC236}">
                <a16:creationId xmlns:a16="http://schemas.microsoft.com/office/drawing/2014/main" id="{9C1794D2-22A2-5CBA-3B82-B9AFA11AC5F9}"/>
              </a:ext>
            </a:extLst>
          </p:cNvPr>
          <p:cNvGrpSpPr>
            <a:grpSpLocks/>
          </p:cNvGrpSpPr>
          <p:nvPr/>
        </p:nvGrpSpPr>
        <p:grpSpPr bwMode="auto">
          <a:xfrm>
            <a:off x="1847850" y="4149725"/>
            <a:ext cx="8497888" cy="2376488"/>
            <a:chOff x="158" y="2659"/>
            <a:chExt cx="5353" cy="1497"/>
          </a:xfrm>
        </p:grpSpPr>
        <p:grpSp>
          <p:nvGrpSpPr>
            <p:cNvPr id="46084" name="Group 8">
              <a:extLst>
                <a:ext uri="{FF2B5EF4-FFF2-40B4-BE49-F238E27FC236}">
                  <a16:creationId xmlns:a16="http://schemas.microsoft.com/office/drawing/2014/main" id="{D7399F40-CD9A-E0DE-F98F-47BB95BC25B1}"/>
                </a:ext>
              </a:extLst>
            </p:cNvPr>
            <p:cNvGrpSpPr>
              <a:grpSpLocks/>
            </p:cNvGrpSpPr>
            <p:nvPr/>
          </p:nvGrpSpPr>
          <p:grpSpPr bwMode="auto">
            <a:xfrm>
              <a:off x="158" y="2659"/>
              <a:ext cx="5353" cy="1497"/>
              <a:chOff x="720" y="480"/>
              <a:chExt cx="4224" cy="1390"/>
            </a:xfrm>
          </p:grpSpPr>
          <p:graphicFrame>
            <p:nvGraphicFramePr>
              <p:cNvPr id="46086" name="Object 9">
                <a:extLst>
                  <a:ext uri="{FF2B5EF4-FFF2-40B4-BE49-F238E27FC236}">
                    <a16:creationId xmlns:a16="http://schemas.microsoft.com/office/drawing/2014/main" id="{86309946-C2AF-BD18-918F-0F79EE1A6112}"/>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46086" name="Object 9">
                            <a:extLst>
                              <a:ext uri="{FF2B5EF4-FFF2-40B4-BE49-F238E27FC236}">
                                <a16:creationId xmlns:a16="http://schemas.microsoft.com/office/drawing/2014/main" id="{86309946-C2AF-BD18-918F-0F79EE1A61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7" name="Object 10">
                <a:extLst>
                  <a:ext uri="{FF2B5EF4-FFF2-40B4-BE49-F238E27FC236}">
                    <a16:creationId xmlns:a16="http://schemas.microsoft.com/office/drawing/2014/main" id="{ECAB057A-F142-3092-B99C-92A152721D8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46087" name="Object 10">
                            <a:extLst>
                              <a:ext uri="{FF2B5EF4-FFF2-40B4-BE49-F238E27FC236}">
                                <a16:creationId xmlns:a16="http://schemas.microsoft.com/office/drawing/2014/main" id="{ECAB057A-F142-3092-B99C-92A152721D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6085" name="Text Box 11">
              <a:extLst>
                <a:ext uri="{FF2B5EF4-FFF2-40B4-BE49-F238E27FC236}">
                  <a16:creationId xmlns:a16="http://schemas.microsoft.com/office/drawing/2014/main" id="{E2893C2C-8D6A-70AA-C295-45174F5FB284}"/>
                </a:ext>
              </a:extLst>
            </p:cNvPr>
            <p:cNvSpPr txBox="1">
              <a:spLocks noChangeArrowheads="1"/>
            </p:cNvSpPr>
            <p:nvPr/>
          </p:nvSpPr>
          <p:spPr bwMode="auto">
            <a:xfrm>
              <a:off x="204" y="2750"/>
              <a:ext cx="5216" cy="13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FF0000"/>
                  </a:solidFill>
                  <a:latin typeface="宋体" panose="02010600030101010101" pitchFamily="2" charset="-122"/>
                </a:rPr>
                <a:t>注意：</a:t>
              </a:r>
              <a:r>
                <a:rPr lang="zh-CN" altLang="en-US" sz="2000" b="1">
                  <a:solidFill>
                    <a:srgbClr val="003399"/>
                  </a:solidFill>
                  <a:latin typeface="宋体" panose="02010600030101010101" pitchFamily="2" charset="-122"/>
                </a:rPr>
                <a:t>一个语言的单词符号如何分种，分几种，怎样编码，是一个技术问题。标识符一般同归为一种。常数则宜按类型（整、实、布尔）分。关键字可以将其全体视为一种，也可</a:t>
              </a:r>
              <a:r>
                <a:rPr lang="zh-CN" altLang="en-US" sz="2000" b="1">
                  <a:solidFill>
                    <a:srgbClr val="FF0066"/>
                  </a:solidFill>
                  <a:latin typeface="宋体" panose="02010600030101010101" pitchFamily="2" charset="-122"/>
                </a:rPr>
                <a:t>一字一种</a:t>
              </a:r>
              <a:r>
                <a:rPr lang="zh-CN" altLang="en-US" sz="2000">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运算符可采用一符一种，但也可把具有一定共性的视为一种。界符则一般采用</a:t>
              </a:r>
              <a:r>
                <a:rPr lang="zh-CN" altLang="en-US" sz="2000" b="1">
                  <a:solidFill>
                    <a:srgbClr val="FF0066"/>
                  </a:solidFill>
                  <a:latin typeface="宋体" panose="02010600030101010101" pitchFamily="2" charset="-122"/>
                </a:rPr>
                <a:t>一符一种</a:t>
              </a:r>
              <a:r>
                <a:rPr lang="zh-CN" altLang="en-US" sz="2000" b="1">
                  <a:solidFill>
                    <a:srgbClr val="003399"/>
                  </a:solidFill>
                  <a:latin typeface="宋体" panose="02010600030101010101" pitchFamily="2" charset="-122"/>
                </a:rPr>
                <a:t>。如何进行分种主要取决于处理上的方便。</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若是一符一种分种，单词自身值就不需要了。否则，要查符号表。</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2000" fill="hold"/>
                                        <p:tgtEl>
                                          <p:spTgt spid="13"/>
                                        </p:tgtEl>
                                        <p:attrNameLst>
                                          <p:attrName>ppt_w</p:attrName>
                                        </p:attrNameLst>
                                      </p:cBhvr>
                                      <p:tavLst>
                                        <p:tav tm="0">
                                          <p:val>
                                            <p:strVal val="#ppt_w*0.70"/>
                                          </p:val>
                                        </p:tav>
                                        <p:tav tm="100000">
                                          <p:val>
                                            <p:strVal val="#ppt_w"/>
                                          </p:val>
                                        </p:tav>
                                      </p:tavLst>
                                    </p:anim>
                                    <p:anim calcmode="lin" valueType="num">
                                      <p:cBhvr>
                                        <p:cTn id="8" dur="2000" fill="hold"/>
                                        <p:tgtEl>
                                          <p:spTgt spid="13"/>
                                        </p:tgtEl>
                                        <p:attrNameLst>
                                          <p:attrName>ppt_h</p:attrName>
                                        </p:attrNameLst>
                                      </p:cBhvr>
                                      <p:tavLst>
                                        <p:tav tm="0">
                                          <p:val>
                                            <p:strVal val="#ppt_h"/>
                                          </p:val>
                                        </p:tav>
                                        <p:tav tm="100000">
                                          <p:val>
                                            <p:strVal val="#ppt_h"/>
                                          </p:val>
                                        </p:tav>
                                      </p:tavLst>
                                    </p:anim>
                                    <p:animEffect transition="in" filter="fade">
                                      <p:cBhvr>
                                        <p:cTn id="9" dur="2000"/>
                                        <p:tgtEl>
                                          <p:spTgt spid="1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2000" fill="hold"/>
                                        <p:tgtEl>
                                          <p:spTgt spid="4"/>
                                        </p:tgtEl>
                                        <p:attrNameLst>
                                          <p:attrName>ppt_x</p:attrName>
                                        </p:attrNameLst>
                                      </p:cBhvr>
                                      <p:tavLst>
                                        <p:tav tm="0">
                                          <p:val>
                                            <p:strVal val="#ppt_x"/>
                                          </p:val>
                                        </p:tav>
                                        <p:tav tm="100000">
                                          <p:val>
                                            <p:strVal val="#ppt_x"/>
                                          </p:val>
                                        </p:tav>
                                      </p:tavLst>
                                    </p:anim>
                                    <p:anim calcmode="lin" valueType="num">
                                      <p:cBhvr additive="base">
                                        <p:cTn id="15" dur="2000" fill="hold"/>
                                        <p:tgtEl>
                                          <p:spTgt spid="4"/>
                                        </p:tgtEl>
                                        <p:attrNameLst>
                                          <p:attrName>ppt_y</p:attrName>
                                        </p:attrNameLst>
                                      </p:cBhvr>
                                      <p:tavLst>
                                        <p:tav tm="0">
                                          <p:val>
                                            <p:strVal val="1+#ppt_h/2"/>
                                          </p:val>
                                        </p:tav>
                                        <p:tav tm="100000">
                                          <p:val>
                                            <p:strVal val="#ppt_y"/>
                                          </p:val>
                                        </p:tav>
                                      </p:tavLst>
                                    </p:anim>
                                  </p:childTnLst>
                                </p:cTn>
                              </p:par>
                            </p:childTnLst>
                          </p:cTn>
                        </p:par>
                        <p:par>
                          <p:cTn id="16" fill="hold" nodeType="afterGroup">
                            <p:stCondLst>
                              <p:cond delay="2000"/>
                            </p:stCondLst>
                            <p:childTnLst>
                              <p:par>
                                <p:cTn id="17" presetID="26" presetClass="emph" presetSubtype="0" fill="hold" nodeType="afterEffect">
                                  <p:stCondLst>
                                    <p:cond delay="0"/>
                                  </p:stCondLst>
                                  <p:childTnLst>
                                    <p:animEffect transition="out" filter="fade">
                                      <p:cBhvr>
                                        <p:cTn id="18" dur="500" tmFilter="0, 0; .2, .5; .8, .5; 1, 0"/>
                                        <p:tgtEl>
                                          <p:spTgt spid="4"/>
                                        </p:tgtEl>
                                      </p:cBhvr>
                                    </p:animEffect>
                                    <p:animScale>
                                      <p:cBhvr>
                                        <p:cTn id="19"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94DF6328-2DAE-4047-AC13-2E45149A815A}"/>
              </a:ext>
            </a:extLst>
          </p:cNvPr>
          <p:cNvGraphicFramePr>
            <a:graphicFrameLocks noGrp="1"/>
          </p:cNvGraphicFramePr>
          <p:nvPr>
            <p:ph idx="1"/>
          </p:nvPr>
        </p:nvGraphicFramePr>
        <p:xfrm>
          <a:off x="2424113" y="136525"/>
          <a:ext cx="7993062" cy="6326182"/>
        </p:xfrm>
        <a:graphic>
          <a:graphicData uri="http://schemas.openxmlformats.org/drawingml/2006/table">
            <a:tbl>
              <a:tblPr firstRow="1" firstCol="1" lastRow="1" lastCol="1" bandRow="1" bandCol="1">
                <a:tableStyleId>{5C22544A-7EE6-4342-B048-85BDC9FD1C3A}</a:tableStyleId>
              </a:tblPr>
              <a:tblGrid>
                <a:gridCol w="6264832">
                  <a:extLst>
                    <a:ext uri="{9D8B030D-6E8A-4147-A177-3AD203B41FA5}">
                      <a16:colId xmlns:a16="http://schemas.microsoft.com/office/drawing/2014/main" val="20000"/>
                    </a:ext>
                  </a:extLst>
                </a:gridCol>
                <a:gridCol w="1728230">
                  <a:extLst>
                    <a:ext uri="{9D8B030D-6E8A-4147-A177-3AD203B41FA5}">
                      <a16:colId xmlns:a16="http://schemas.microsoft.com/office/drawing/2014/main" val="20001"/>
                    </a:ext>
                  </a:extLst>
                </a:gridCol>
              </a:tblGrid>
              <a:tr h="274361">
                <a:tc>
                  <a:txBody>
                    <a:bodyPr/>
                    <a:lstStyle/>
                    <a:p>
                      <a:pPr algn="ctr"/>
                      <a:r>
                        <a:rPr lang="zh-CN" sz="1800" kern="0" dirty="0">
                          <a:solidFill>
                            <a:srgbClr val="000808"/>
                          </a:solidFill>
                          <a:effectLst/>
                        </a:rPr>
                        <a:t>单词符号</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a:r>
                        <a:rPr lang="zh-CN" sz="1800" kern="0" dirty="0">
                          <a:solidFill>
                            <a:srgbClr val="000808"/>
                          </a:solidFill>
                          <a:effectLst/>
                        </a:rPr>
                        <a:t>单词种类</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10000"/>
                  </a:ext>
                </a:extLst>
              </a:tr>
              <a:tr h="503377">
                <a:tc>
                  <a:txBody>
                    <a:bodyPr/>
                    <a:lstStyle/>
                    <a:p>
                      <a:pPr algn="ctr"/>
                      <a:r>
                        <a:rPr lang="zh-CN" sz="1800" kern="0" dirty="0">
                          <a:solidFill>
                            <a:srgbClr val="000808"/>
                          </a:solidFill>
                          <a:effectLst/>
                        </a:rPr>
                        <a:t>任意变量名（以字母开头由字母和数字组成的符号串）</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0</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1</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4361">
                <a:tc>
                  <a:txBody>
                    <a:bodyPr/>
                    <a:lstStyle/>
                    <a:p>
                      <a:pPr algn="ctr"/>
                      <a:r>
                        <a:rPr lang="en-US" sz="1800" kern="0" dirty="0">
                          <a:solidFill>
                            <a:srgbClr val="000808"/>
                          </a:solidFill>
                          <a:effectLst/>
                        </a:rPr>
                        <a:t>{</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3</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4</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5</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4361">
                <a:tc>
                  <a:txBody>
                    <a:bodyPr/>
                    <a:lstStyle/>
                    <a:p>
                      <a:pPr algn="ctr"/>
                      <a:r>
                        <a:rPr lang="en-US" sz="1800" kern="0" dirty="0">
                          <a:solidFill>
                            <a:srgbClr val="000808"/>
                          </a:solidFill>
                          <a:effectLst/>
                        </a:rPr>
                        <a:t>=</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6</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7</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8</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74361">
                <a:tc>
                  <a:txBody>
                    <a:bodyPr/>
                    <a:lstStyle/>
                    <a:p>
                      <a:pPr algn="ctr"/>
                      <a:r>
                        <a:rPr lang="en-US" sz="1800" kern="0">
                          <a:solidFill>
                            <a:srgbClr val="000808"/>
                          </a:solidFill>
                          <a:effectLst/>
                        </a:rPr>
                        <a:t>&gt; </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9</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74361">
                <a:tc>
                  <a:txBody>
                    <a:bodyPr/>
                    <a:lstStyle/>
                    <a:p>
                      <a:pPr algn="ctr"/>
                      <a:r>
                        <a:rPr lang="en-US" sz="1800" kern="0" dirty="0">
                          <a:solidFill>
                            <a:srgbClr val="000808"/>
                          </a:solidFill>
                          <a:effectLst/>
                        </a:rPr>
                        <a:t>&lt; </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10</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74361">
                <a:tc>
                  <a:txBody>
                    <a:bodyPr/>
                    <a:lstStyle/>
                    <a:p>
                      <a:pPr algn="ctr"/>
                      <a:r>
                        <a:rPr lang="zh-CN"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11</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74361">
                <a:tc>
                  <a:txBody>
                    <a:bodyPr/>
                    <a:lstStyle/>
                    <a:p>
                      <a:pPr algn="ctr"/>
                      <a:r>
                        <a:rPr lang="en-US" sz="1800" kern="0">
                          <a:solidFill>
                            <a:srgbClr val="000808"/>
                          </a:solidFill>
                          <a:effectLst/>
                        </a:rPr>
                        <a: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12</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335585">
                <a:tc>
                  <a:txBody>
                    <a:bodyPr/>
                    <a:lstStyle/>
                    <a:p>
                      <a:pPr algn="ctr"/>
                      <a:r>
                        <a:rPr lang="zh-CN" sz="1800" kern="0">
                          <a:solidFill>
                            <a:srgbClr val="000808"/>
                          </a:solidFill>
                          <a:effectLst/>
                        </a:rPr>
                        <a:t>整型常数（由数字组成的符号串）</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20</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74361">
                <a:tc>
                  <a:txBody>
                    <a:bodyPr/>
                    <a:lstStyle/>
                    <a:p>
                      <a:pPr algn="ctr"/>
                      <a:r>
                        <a:rPr lang="en-US" sz="1800" kern="0">
                          <a:solidFill>
                            <a:srgbClr val="000808"/>
                          </a:solidFill>
                          <a:effectLst/>
                        </a:rPr>
                        <a:t>main</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26</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74361">
                <a:tc>
                  <a:txBody>
                    <a:bodyPr/>
                    <a:lstStyle/>
                    <a:p>
                      <a:pPr algn="ctr"/>
                      <a:r>
                        <a:rPr lang="en-US" sz="1800" kern="0">
                          <a:solidFill>
                            <a:srgbClr val="000808"/>
                          </a:solidFill>
                          <a:effectLst/>
                        </a:rPr>
                        <a:t>int</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21</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74361">
                <a:tc>
                  <a:txBody>
                    <a:bodyPr/>
                    <a:lstStyle/>
                    <a:p>
                      <a:pPr algn="ctr"/>
                      <a:r>
                        <a:rPr lang="en-US" sz="1800" kern="0">
                          <a:solidFill>
                            <a:srgbClr val="000808"/>
                          </a:solidFill>
                          <a:effectLst/>
                        </a:rPr>
                        <a:t>if</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22</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74361">
                <a:tc>
                  <a:txBody>
                    <a:bodyPr/>
                    <a:lstStyle/>
                    <a:p>
                      <a:pPr algn="ctr"/>
                      <a:r>
                        <a:rPr lang="en-US" sz="1800" kern="0">
                          <a:solidFill>
                            <a:srgbClr val="000808"/>
                          </a:solidFill>
                          <a:effectLst/>
                        </a:rPr>
                        <a:t>then</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23</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74361">
                <a:tc>
                  <a:txBody>
                    <a:bodyPr/>
                    <a:lstStyle/>
                    <a:p>
                      <a:pPr algn="ctr"/>
                      <a:r>
                        <a:rPr lang="en-US" sz="1800" kern="0">
                          <a:solidFill>
                            <a:srgbClr val="000808"/>
                          </a:solidFill>
                          <a:effectLst/>
                        </a:rPr>
                        <a:t>else</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24</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74361">
                <a:tc>
                  <a:txBody>
                    <a:bodyPr/>
                    <a:lstStyle/>
                    <a:p>
                      <a:pPr algn="ctr"/>
                      <a:r>
                        <a:rPr lang="en-US" sz="1800" kern="0">
                          <a:solidFill>
                            <a:srgbClr val="000808"/>
                          </a:solidFill>
                          <a:effectLst/>
                        </a:rPr>
                        <a:t>return</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a:solidFill>
                            <a:srgbClr val="000808"/>
                          </a:solidFill>
                          <a:effectLst/>
                        </a:rPr>
                        <a:t>25</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r h="274361">
                <a:tc>
                  <a:txBody>
                    <a:bodyPr/>
                    <a:lstStyle/>
                    <a:p>
                      <a:pPr algn="ctr"/>
                      <a:r>
                        <a:rPr lang="zh-CN" sz="1800" kern="0">
                          <a:solidFill>
                            <a:srgbClr val="000808"/>
                          </a:solidFill>
                          <a:effectLst/>
                        </a:rPr>
                        <a:t>其它</a:t>
                      </a:r>
                      <a:endParaRPr lang="zh-CN" sz="1100" kern="10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0" dirty="0">
                          <a:solidFill>
                            <a:srgbClr val="000808"/>
                          </a:solidFill>
                          <a:effectLst/>
                        </a:rPr>
                        <a:t>100</a:t>
                      </a:r>
                      <a:endParaRPr lang="zh-CN" sz="1100" kern="100" dirty="0">
                        <a:solidFill>
                          <a:srgbClr val="000808"/>
                        </a:solidFill>
                        <a:effectLst/>
                        <a:latin typeface="Times New Roman" panose="02020603050405020304" pitchFamily="18" charset="0"/>
                        <a:ea typeface="仿宋_GB2312"/>
                      </a:endParaRPr>
                    </a:p>
                  </a:txBody>
                  <a:tcPr marL="47185" marR="471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2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图片 3">
            <a:extLst>
              <a:ext uri="{FF2B5EF4-FFF2-40B4-BE49-F238E27FC236}">
                <a16:creationId xmlns:a16="http://schemas.microsoft.com/office/drawing/2014/main" id="{B35EE57B-DF8B-3CE3-7A45-E66507A22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404814"/>
            <a:ext cx="40767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图片 4">
            <a:extLst>
              <a:ext uri="{FF2B5EF4-FFF2-40B4-BE49-F238E27FC236}">
                <a16:creationId xmlns:a16="http://schemas.microsoft.com/office/drawing/2014/main" id="{59A30D9D-0C8A-49D2-13F3-D06D787C5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700" y="333375"/>
            <a:ext cx="187325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WordArt 2">
            <a:extLst>
              <a:ext uri="{FF2B5EF4-FFF2-40B4-BE49-F238E27FC236}">
                <a16:creationId xmlns:a16="http://schemas.microsoft.com/office/drawing/2014/main" id="{33BAC406-AF73-8229-615E-F01D41B503CE}"/>
              </a:ext>
            </a:extLst>
          </p:cNvPr>
          <p:cNvSpPr>
            <a:spLocks noChangeArrowheads="1" noChangeShapeType="1" noTextEdit="1"/>
          </p:cNvSpPr>
          <p:nvPr/>
        </p:nvSpPr>
        <p:spPr bwMode="auto">
          <a:xfrm>
            <a:off x="4224338" y="692150"/>
            <a:ext cx="34290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3.2.3</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状态转换图</a:t>
            </a:r>
            <a:endParaRPr 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grpSp>
        <p:nvGrpSpPr>
          <p:cNvPr id="2" name="Group 3">
            <a:extLst>
              <a:ext uri="{FF2B5EF4-FFF2-40B4-BE49-F238E27FC236}">
                <a16:creationId xmlns:a16="http://schemas.microsoft.com/office/drawing/2014/main" id="{97BA6DA9-7C32-6FC7-1BE0-6E6962E382B7}"/>
              </a:ext>
            </a:extLst>
          </p:cNvPr>
          <p:cNvGrpSpPr>
            <a:grpSpLocks/>
          </p:cNvGrpSpPr>
          <p:nvPr/>
        </p:nvGrpSpPr>
        <p:grpSpPr bwMode="auto">
          <a:xfrm>
            <a:off x="1774826" y="1412876"/>
            <a:ext cx="8569325" cy="4968875"/>
            <a:chOff x="249" y="709"/>
            <a:chExt cx="5307" cy="2086"/>
          </a:xfrm>
        </p:grpSpPr>
        <p:grpSp>
          <p:nvGrpSpPr>
            <p:cNvPr id="62468" name="Group 4">
              <a:extLst>
                <a:ext uri="{FF2B5EF4-FFF2-40B4-BE49-F238E27FC236}">
                  <a16:creationId xmlns:a16="http://schemas.microsoft.com/office/drawing/2014/main" id="{2422A1D1-96ED-F331-FDC0-3557C03D0BC6}"/>
                </a:ext>
              </a:extLst>
            </p:cNvPr>
            <p:cNvGrpSpPr>
              <a:grpSpLocks/>
            </p:cNvGrpSpPr>
            <p:nvPr/>
          </p:nvGrpSpPr>
          <p:grpSpPr bwMode="auto">
            <a:xfrm>
              <a:off x="249" y="709"/>
              <a:ext cx="5307" cy="2086"/>
              <a:chOff x="720" y="480"/>
              <a:chExt cx="4224" cy="1390"/>
            </a:xfrm>
          </p:grpSpPr>
          <p:graphicFrame>
            <p:nvGraphicFramePr>
              <p:cNvPr id="62470" name="Object 5">
                <a:extLst>
                  <a:ext uri="{FF2B5EF4-FFF2-40B4-BE49-F238E27FC236}">
                    <a16:creationId xmlns:a16="http://schemas.microsoft.com/office/drawing/2014/main" id="{584642D3-F5C4-1CD9-D324-98C3E9914B8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62470" name="Object 5">
                            <a:extLst>
                              <a:ext uri="{FF2B5EF4-FFF2-40B4-BE49-F238E27FC236}">
                                <a16:creationId xmlns:a16="http://schemas.microsoft.com/office/drawing/2014/main" id="{584642D3-F5C4-1CD9-D324-98C3E9914B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1" name="Object 6">
                <a:extLst>
                  <a:ext uri="{FF2B5EF4-FFF2-40B4-BE49-F238E27FC236}">
                    <a16:creationId xmlns:a16="http://schemas.microsoft.com/office/drawing/2014/main" id="{70527DFD-B0C9-1438-4A1E-3A804666888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62471" name="Object 6">
                            <a:extLst>
                              <a:ext uri="{FF2B5EF4-FFF2-40B4-BE49-F238E27FC236}">
                                <a16:creationId xmlns:a16="http://schemas.microsoft.com/office/drawing/2014/main" id="{70527DFD-B0C9-1438-4A1E-3A80466688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2469" name="Text Box 7">
              <a:extLst>
                <a:ext uri="{FF2B5EF4-FFF2-40B4-BE49-F238E27FC236}">
                  <a16:creationId xmlns:a16="http://schemas.microsoft.com/office/drawing/2014/main" id="{EB523E41-D8C0-592D-ECF5-75022B061331}"/>
                </a:ext>
              </a:extLst>
            </p:cNvPr>
            <p:cNvSpPr txBox="1">
              <a:spLocks noChangeArrowheads="1"/>
            </p:cNvSpPr>
            <p:nvPr/>
          </p:nvSpPr>
          <p:spPr bwMode="auto">
            <a:xfrm>
              <a:off x="340" y="799"/>
              <a:ext cx="5080" cy="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46188" indent="-1246188">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lnSpc>
                  <a:spcPct val="115000"/>
                </a:lnSpc>
                <a:spcBef>
                  <a:spcPct val="50000"/>
                </a:spcBef>
                <a:spcAft>
                  <a:spcPct val="0"/>
                </a:spcAft>
                <a:buClrTx/>
                <a:buSzTx/>
                <a:buNone/>
              </a:pPr>
              <a:r>
                <a:rPr lang="zh-CN" altLang="en-US" sz="2400" b="1">
                  <a:solidFill>
                    <a:srgbClr val="DC5900"/>
                  </a:solidFill>
                  <a:latin typeface="宋体" panose="02010600030101010101" pitchFamily="2" charset="-122"/>
                </a:rPr>
                <a:t>转换图</a:t>
              </a:r>
              <a:r>
                <a:rPr lang="zh-CN" altLang="en-US" sz="2400" b="1">
                  <a:solidFill>
                    <a:srgbClr val="003399"/>
                  </a:solidFill>
                  <a:latin typeface="宋体" panose="02010600030101010101" pitchFamily="2" charset="-122"/>
                </a:rPr>
                <a:t>：是一张有限方向图。在状态转换图中，</a:t>
              </a:r>
              <a:r>
                <a:rPr lang="zh-CN" altLang="en-US" sz="2400" b="1">
                  <a:solidFill>
                    <a:srgbClr val="DC5900"/>
                  </a:solidFill>
                  <a:latin typeface="宋体" panose="02010600030101010101" pitchFamily="2" charset="-122"/>
                </a:rPr>
                <a:t>结点</a:t>
              </a:r>
              <a:r>
                <a:rPr lang="zh-CN" altLang="en-US" sz="2400" b="1">
                  <a:solidFill>
                    <a:srgbClr val="003399"/>
                  </a:solidFill>
                  <a:latin typeface="宋体" panose="02010600030101010101" pitchFamily="2" charset="-122"/>
                </a:rPr>
                <a:t>代表   </a:t>
              </a:r>
              <a:r>
                <a:rPr lang="zh-CN" altLang="en-US" sz="2400" b="1">
                  <a:solidFill>
                    <a:srgbClr val="DC5900"/>
                  </a:solidFill>
                  <a:latin typeface="宋体" panose="02010600030101010101" pitchFamily="2" charset="-122"/>
                </a:rPr>
                <a:t>状态</a:t>
              </a:r>
              <a:r>
                <a:rPr lang="zh-CN" altLang="en-US" sz="2400" b="1">
                  <a:solidFill>
                    <a:srgbClr val="003399"/>
                  </a:solidFill>
                  <a:latin typeface="宋体" panose="02010600030101010101" pitchFamily="2" charset="-122"/>
                </a:rPr>
                <a:t>，用圆圈表示。状态之间用</a:t>
              </a:r>
              <a:r>
                <a:rPr lang="zh-CN" altLang="en-US" sz="2400" b="1">
                  <a:solidFill>
                    <a:srgbClr val="DC5900"/>
                  </a:solidFill>
                  <a:latin typeface="宋体" panose="02010600030101010101" pitchFamily="2" charset="-122"/>
                </a:rPr>
                <a:t>箭弧</a:t>
              </a:r>
              <a:r>
                <a:rPr lang="zh-CN" altLang="en-US" sz="2400" b="1">
                  <a:solidFill>
                    <a:srgbClr val="003399"/>
                  </a:solidFill>
                  <a:latin typeface="宋体" panose="02010600030101010101" pitchFamily="2" charset="-122"/>
                </a:rPr>
                <a:t>连接。箭弧上的</a:t>
              </a:r>
              <a:r>
                <a:rPr lang="zh-CN" altLang="en-US" sz="2400" b="1">
                  <a:solidFill>
                    <a:srgbClr val="DC5900"/>
                  </a:solidFill>
                  <a:latin typeface="宋体" panose="02010600030101010101" pitchFamily="2" charset="-122"/>
                </a:rPr>
                <a:t>标记（字符）</a:t>
              </a:r>
              <a:r>
                <a:rPr lang="zh-CN" altLang="en-US" sz="2400" b="1">
                  <a:solidFill>
                    <a:srgbClr val="003399"/>
                  </a:solidFill>
                  <a:latin typeface="宋体" panose="02010600030101010101" pitchFamily="2" charset="-122"/>
                </a:rPr>
                <a:t>代表在射出结点状态下可能出现的输入字符或字符类。</a:t>
              </a:r>
            </a:p>
            <a:p>
              <a:pPr fontAlgn="base">
                <a:lnSpc>
                  <a:spcPct val="115000"/>
                </a:lnSpc>
                <a:spcBef>
                  <a:spcPct val="50000"/>
                </a:spcBef>
                <a:spcAft>
                  <a:spcPct val="0"/>
                </a:spcAft>
                <a:buClrTx/>
                <a:buSzTx/>
                <a:buNone/>
              </a:pPr>
              <a:r>
                <a:rPr lang="zh-CN" altLang="en-US" sz="2400" b="1">
                  <a:solidFill>
                    <a:srgbClr val="DC5900"/>
                  </a:solidFill>
                  <a:latin typeface="宋体" panose="02010600030101010101" pitchFamily="2" charset="-122"/>
                </a:rPr>
                <a:t>状态转换图的功能</a:t>
              </a:r>
              <a:r>
                <a:rPr lang="en-US" altLang="zh-CN" sz="24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用于识别一定的字符串。</a:t>
              </a:r>
            </a:p>
            <a:p>
              <a:pPr fontAlgn="base">
                <a:lnSpc>
                  <a:spcPct val="115000"/>
                </a:lnSpc>
                <a:spcBef>
                  <a:spcPct val="50000"/>
                </a:spcBef>
                <a:spcAft>
                  <a:spcPct val="0"/>
                </a:spcAft>
                <a:buClrTx/>
                <a:buSzTx/>
                <a:buNone/>
              </a:pPr>
              <a:r>
                <a:rPr lang="zh-CN" altLang="en-US" sz="2400" b="1">
                  <a:solidFill>
                    <a:srgbClr val="DC5900"/>
                  </a:solidFill>
                  <a:latin typeface="宋体" panose="02010600030101010101" pitchFamily="2" charset="-122"/>
                </a:rPr>
                <a:t>初态</a:t>
              </a:r>
              <a:r>
                <a:rPr lang="zh-CN" altLang="en-US" sz="2400" b="1">
                  <a:solidFill>
                    <a:srgbClr val="003399"/>
                  </a:solidFill>
                  <a:latin typeface="宋体" panose="02010600030101010101" pitchFamily="2" charset="-122"/>
                </a:rPr>
                <a:t>：一张转换图的启动条件，至少有一个</a:t>
              </a:r>
              <a:r>
                <a:rPr lang="en-US" altLang="zh-CN" sz="24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用圆圈表示。</a:t>
              </a:r>
            </a:p>
            <a:p>
              <a:pPr fontAlgn="base">
                <a:lnSpc>
                  <a:spcPct val="115000"/>
                </a:lnSpc>
                <a:spcBef>
                  <a:spcPct val="50000"/>
                </a:spcBef>
                <a:spcAft>
                  <a:spcPct val="0"/>
                </a:spcAft>
                <a:buClrTx/>
                <a:buSzTx/>
                <a:buNone/>
              </a:pPr>
              <a:r>
                <a:rPr lang="zh-CN" altLang="en-US" sz="2400" b="1">
                  <a:solidFill>
                    <a:srgbClr val="DC5900"/>
                  </a:solidFill>
                  <a:latin typeface="宋体" panose="02010600030101010101" pitchFamily="2" charset="-122"/>
                </a:rPr>
                <a:t>终态</a:t>
              </a:r>
              <a:r>
                <a:rPr lang="zh-CN" altLang="en-US" sz="2400" b="1">
                  <a:solidFill>
                    <a:srgbClr val="003399"/>
                  </a:solidFill>
                  <a:latin typeface="宋体" panose="02010600030101010101" pitchFamily="2" charset="-122"/>
                </a:rPr>
                <a:t>：一张转换图的结束条件，至少有一个，用双圈表示。</a:t>
              </a:r>
            </a:p>
            <a:p>
              <a:pPr fontAlgn="base">
                <a:lnSpc>
                  <a:spcPct val="115000"/>
                </a:lnSpc>
                <a:spcBef>
                  <a:spcPct val="50000"/>
                </a:spcBef>
                <a:spcAft>
                  <a:spcPct val="0"/>
                </a:spcAft>
                <a:buClrTx/>
                <a:buSzTx/>
                <a:buNone/>
              </a:pPr>
              <a:r>
                <a:rPr lang="zh-CN" altLang="en-US" sz="2400" b="1">
                  <a:solidFill>
                    <a:srgbClr val="DC5900"/>
                  </a:solidFill>
                  <a:latin typeface="宋体" panose="02010600030101010101" pitchFamily="2" charset="-122"/>
                </a:rPr>
                <a:t>*</a:t>
              </a:r>
              <a:r>
                <a:rPr lang="zh-CN" altLang="en-US" sz="2400" b="1">
                  <a:solidFill>
                    <a:srgbClr val="003399"/>
                  </a:solidFill>
                  <a:latin typeface="宋体" panose="02010600030101010101" pitchFamily="2" charset="-122"/>
                </a:rPr>
                <a:t> ：表示多读进了一个字符。（用在终态上）</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fade">
                                      <p:cBhvr>
                                        <p:cTn id="7" dur="2000"/>
                                        <p:tgtEl>
                                          <p:spTgt spid="99330"/>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F55F8C0-7B97-B125-4B9E-E868F841B33B}"/>
              </a:ext>
            </a:extLst>
          </p:cNvPr>
          <p:cNvGrpSpPr>
            <a:grpSpLocks/>
          </p:cNvGrpSpPr>
          <p:nvPr/>
        </p:nvGrpSpPr>
        <p:grpSpPr bwMode="auto">
          <a:xfrm>
            <a:off x="7248526" y="1196975"/>
            <a:ext cx="2652713" cy="2489200"/>
            <a:chOff x="205" y="572"/>
            <a:chExt cx="1671" cy="1568"/>
          </a:xfrm>
        </p:grpSpPr>
        <p:sp>
          <p:nvSpPr>
            <p:cNvPr id="64557" name="Line 3">
              <a:extLst>
                <a:ext uri="{FF2B5EF4-FFF2-40B4-BE49-F238E27FC236}">
                  <a16:creationId xmlns:a16="http://schemas.microsoft.com/office/drawing/2014/main" id="{42FB36E8-4D6C-F05A-FAFA-16567B9FC139}"/>
                </a:ext>
              </a:extLst>
            </p:cNvPr>
            <p:cNvSpPr>
              <a:spLocks noChangeShapeType="1"/>
            </p:cNvSpPr>
            <p:nvPr/>
          </p:nvSpPr>
          <p:spPr bwMode="auto">
            <a:xfrm>
              <a:off x="566" y="799"/>
              <a:ext cx="90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58" name="AutoShape 4">
              <a:extLst>
                <a:ext uri="{FF2B5EF4-FFF2-40B4-BE49-F238E27FC236}">
                  <a16:creationId xmlns:a16="http://schemas.microsoft.com/office/drawing/2014/main" id="{4AF80AE2-1EDC-2A6F-E270-44CF2245D2D7}"/>
                </a:ext>
              </a:extLst>
            </p:cNvPr>
            <p:cNvSpPr>
              <a:spLocks noChangeArrowheads="1"/>
            </p:cNvSpPr>
            <p:nvPr/>
          </p:nvSpPr>
          <p:spPr bwMode="auto">
            <a:xfrm>
              <a:off x="205" y="640"/>
              <a:ext cx="358" cy="354"/>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4559" name="AutoShape 5">
              <a:extLst>
                <a:ext uri="{FF2B5EF4-FFF2-40B4-BE49-F238E27FC236}">
                  <a16:creationId xmlns:a16="http://schemas.microsoft.com/office/drawing/2014/main" id="{D8EE4988-E4A1-34F4-F081-05E23D2C3AA2}"/>
                </a:ext>
              </a:extLst>
            </p:cNvPr>
            <p:cNvSpPr>
              <a:spLocks noChangeArrowheads="1"/>
            </p:cNvSpPr>
            <p:nvPr/>
          </p:nvSpPr>
          <p:spPr bwMode="auto">
            <a:xfrm>
              <a:off x="1473" y="654"/>
              <a:ext cx="358" cy="354"/>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64560" name="AutoShape 6">
              <a:extLst>
                <a:ext uri="{FF2B5EF4-FFF2-40B4-BE49-F238E27FC236}">
                  <a16:creationId xmlns:a16="http://schemas.microsoft.com/office/drawing/2014/main" id="{CCEBD3F8-000B-6F3B-3424-8D5B2B700B1A}"/>
                </a:ext>
              </a:extLst>
            </p:cNvPr>
            <p:cNvSpPr>
              <a:spLocks noChangeArrowheads="1"/>
            </p:cNvSpPr>
            <p:nvPr/>
          </p:nvSpPr>
          <p:spPr bwMode="auto">
            <a:xfrm>
              <a:off x="1518" y="1380"/>
              <a:ext cx="358" cy="354"/>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64561" name="Arc 7">
              <a:extLst>
                <a:ext uri="{FF2B5EF4-FFF2-40B4-BE49-F238E27FC236}">
                  <a16:creationId xmlns:a16="http://schemas.microsoft.com/office/drawing/2014/main" id="{63A6317C-3536-8D88-18C8-359BB5BB7899}"/>
                </a:ext>
              </a:extLst>
            </p:cNvPr>
            <p:cNvSpPr>
              <a:spLocks/>
            </p:cNvSpPr>
            <p:nvPr/>
          </p:nvSpPr>
          <p:spPr bwMode="auto">
            <a:xfrm rot="10605009">
              <a:off x="381" y="1129"/>
              <a:ext cx="1042" cy="252"/>
            </a:xfrm>
            <a:custGeom>
              <a:avLst/>
              <a:gdLst>
                <a:gd name="T0" fmla="*/ 0 w 21600"/>
                <a:gd name="T1" fmla="*/ 0 h 19209"/>
                <a:gd name="T2" fmla="*/ 0 w 21600"/>
                <a:gd name="T3" fmla="*/ 0 h 19209"/>
                <a:gd name="T4" fmla="*/ 0 w 21600"/>
                <a:gd name="T5" fmla="*/ 0 h 19209"/>
                <a:gd name="T6" fmla="*/ 0 60000 65536"/>
                <a:gd name="T7" fmla="*/ 0 60000 65536"/>
                <a:gd name="T8" fmla="*/ 0 60000 65536"/>
                <a:gd name="T9" fmla="*/ 0 w 21600"/>
                <a:gd name="T10" fmla="*/ 0 h 19209"/>
                <a:gd name="T11" fmla="*/ 21600 w 21600"/>
                <a:gd name="T12" fmla="*/ 19209 h 19209"/>
              </a:gdLst>
              <a:ahLst/>
              <a:cxnLst>
                <a:cxn ang="T6">
                  <a:pos x="T0" y="T1"/>
                </a:cxn>
                <a:cxn ang="T7">
                  <a:pos x="T2" y="T3"/>
                </a:cxn>
                <a:cxn ang="T8">
                  <a:pos x="T4" y="T5"/>
                </a:cxn>
              </a:cxnLst>
              <a:rect l="T9" t="T10" r="T11" b="T12"/>
              <a:pathLst>
                <a:path w="21600" h="19209" fill="none" extrusionOk="0">
                  <a:moveTo>
                    <a:pt x="9878" y="0"/>
                  </a:moveTo>
                  <a:cubicBezTo>
                    <a:pt x="17075" y="3701"/>
                    <a:pt x="21600" y="11115"/>
                    <a:pt x="21600" y="19209"/>
                  </a:cubicBezTo>
                </a:path>
                <a:path w="21600" h="19209" stroke="0" extrusionOk="0">
                  <a:moveTo>
                    <a:pt x="9878" y="0"/>
                  </a:moveTo>
                  <a:cubicBezTo>
                    <a:pt x="17075" y="3701"/>
                    <a:pt x="21600" y="11115"/>
                    <a:pt x="21600" y="19209"/>
                  </a:cubicBezTo>
                  <a:lnTo>
                    <a:pt x="0" y="19209"/>
                  </a:lnTo>
                  <a:lnTo>
                    <a:pt x="9878"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62" name="Line 8">
              <a:extLst>
                <a:ext uri="{FF2B5EF4-FFF2-40B4-BE49-F238E27FC236}">
                  <a16:creationId xmlns:a16="http://schemas.microsoft.com/office/drawing/2014/main" id="{9CCA12CD-BCE0-A49C-7048-1EE29F77EFAB}"/>
                </a:ext>
              </a:extLst>
            </p:cNvPr>
            <p:cNvSpPr>
              <a:spLocks noChangeShapeType="1"/>
            </p:cNvSpPr>
            <p:nvPr/>
          </p:nvSpPr>
          <p:spPr bwMode="auto">
            <a:xfrm>
              <a:off x="1059" y="1391"/>
              <a:ext cx="544" cy="4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63" name="Text Box 9">
              <a:extLst>
                <a:ext uri="{FF2B5EF4-FFF2-40B4-BE49-F238E27FC236}">
                  <a16:creationId xmlns:a16="http://schemas.microsoft.com/office/drawing/2014/main" id="{A6536221-F499-37B3-67D6-2EE45F636EA1}"/>
                </a:ext>
              </a:extLst>
            </p:cNvPr>
            <p:cNvSpPr txBox="1">
              <a:spLocks noChangeArrowheads="1"/>
            </p:cNvSpPr>
            <p:nvPr/>
          </p:nvSpPr>
          <p:spPr bwMode="auto">
            <a:xfrm>
              <a:off x="882" y="572"/>
              <a:ext cx="318" cy="291"/>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X</a:t>
              </a:r>
            </a:p>
          </p:txBody>
        </p:sp>
        <p:sp>
          <p:nvSpPr>
            <p:cNvPr id="64564" name="Text Box 10">
              <a:extLst>
                <a:ext uri="{FF2B5EF4-FFF2-40B4-BE49-F238E27FC236}">
                  <a16:creationId xmlns:a16="http://schemas.microsoft.com/office/drawing/2014/main" id="{012BF9BE-AED3-F441-006B-032515F700C5}"/>
                </a:ext>
              </a:extLst>
            </p:cNvPr>
            <p:cNvSpPr txBox="1">
              <a:spLocks noChangeArrowheads="1"/>
            </p:cNvSpPr>
            <p:nvPr/>
          </p:nvSpPr>
          <p:spPr bwMode="auto">
            <a:xfrm>
              <a:off x="849" y="1216"/>
              <a:ext cx="318" cy="291"/>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Y</a:t>
              </a:r>
            </a:p>
          </p:txBody>
        </p:sp>
        <p:sp>
          <p:nvSpPr>
            <p:cNvPr id="64565" name="Text Box 11">
              <a:extLst>
                <a:ext uri="{FF2B5EF4-FFF2-40B4-BE49-F238E27FC236}">
                  <a16:creationId xmlns:a16="http://schemas.microsoft.com/office/drawing/2014/main" id="{68D3F2A3-781E-B9B9-6682-97DE77A5DD87}"/>
                </a:ext>
              </a:extLst>
            </p:cNvPr>
            <p:cNvSpPr txBox="1">
              <a:spLocks noChangeArrowheads="1"/>
            </p:cNvSpPr>
            <p:nvPr/>
          </p:nvSpPr>
          <p:spPr bwMode="auto">
            <a:xfrm>
              <a:off x="385" y="1888"/>
              <a:ext cx="1406"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转换图示例</a:t>
              </a:r>
            </a:p>
          </p:txBody>
        </p:sp>
      </p:grpSp>
      <p:sp>
        <p:nvSpPr>
          <p:cNvPr id="100364" name="AutoShape 12">
            <a:extLst>
              <a:ext uri="{FF2B5EF4-FFF2-40B4-BE49-F238E27FC236}">
                <a16:creationId xmlns:a16="http://schemas.microsoft.com/office/drawing/2014/main" id="{13E5EAC5-081B-04D7-04F0-C99C608377A8}"/>
              </a:ext>
            </a:extLst>
          </p:cNvPr>
          <p:cNvSpPr>
            <a:spLocks noChangeArrowheads="1"/>
          </p:cNvSpPr>
          <p:nvPr/>
        </p:nvSpPr>
        <p:spPr bwMode="auto">
          <a:xfrm>
            <a:off x="5211763" y="4819323"/>
            <a:ext cx="482600"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100365" name="AutoShape 13">
            <a:extLst>
              <a:ext uri="{FF2B5EF4-FFF2-40B4-BE49-F238E27FC236}">
                <a16:creationId xmlns:a16="http://schemas.microsoft.com/office/drawing/2014/main" id="{0DBCD55D-895E-FE09-C128-7D4B356CE23F}"/>
              </a:ext>
            </a:extLst>
          </p:cNvPr>
          <p:cNvSpPr>
            <a:spLocks noChangeArrowheads="1"/>
          </p:cNvSpPr>
          <p:nvPr/>
        </p:nvSpPr>
        <p:spPr bwMode="auto">
          <a:xfrm>
            <a:off x="1670051" y="4819323"/>
            <a:ext cx="492125"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100366" name="AutoShape 14">
            <a:extLst>
              <a:ext uri="{FF2B5EF4-FFF2-40B4-BE49-F238E27FC236}">
                <a16:creationId xmlns:a16="http://schemas.microsoft.com/office/drawing/2014/main" id="{33C8C45D-BA80-6E13-7D4B-CEF662880962}"/>
              </a:ext>
            </a:extLst>
          </p:cNvPr>
          <p:cNvSpPr>
            <a:spLocks noChangeArrowheads="1"/>
          </p:cNvSpPr>
          <p:nvPr/>
        </p:nvSpPr>
        <p:spPr bwMode="auto">
          <a:xfrm>
            <a:off x="3470275" y="4819323"/>
            <a:ext cx="490538"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100367" name="Line 15">
            <a:extLst>
              <a:ext uri="{FF2B5EF4-FFF2-40B4-BE49-F238E27FC236}">
                <a16:creationId xmlns:a16="http://schemas.microsoft.com/office/drawing/2014/main" id="{206B6600-9FB9-109F-110E-81F7BF8E1484}"/>
              </a:ext>
            </a:extLst>
          </p:cNvPr>
          <p:cNvSpPr>
            <a:spLocks noChangeShapeType="1"/>
          </p:cNvSpPr>
          <p:nvPr/>
        </p:nvSpPr>
        <p:spPr bwMode="auto">
          <a:xfrm>
            <a:off x="2165350" y="5114925"/>
            <a:ext cx="130333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68" name="Line 16">
            <a:extLst>
              <a:ext uri="{FF2B5EF4-FFF2-40B4-BE49-F238E27FC236}">
                <a16:creationId xmlns:a16="http://schemas.microsoft.com/office/drawing/2014/main" id="{428BF7D6-AFB0-81F9-07A5-EBBF2DA6F9FC}"/>
              </a:ext>
            </a:extLst>
          </p:cNvPr>
          <p:cNvSpPr>
            <a:spLocks noChangeShapeType="1"/>
          </p:cNvSpPr>
          <p:nvPr/>
        </p:nvSpPr>
        <p:spPr bwMode="auto">
          <a:xfrm>
            <a:off x="3965576" y="5114925"/>
            <a:ext cx="12414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69" name="Arc 17">
            <a:extLst>
              <a:ext uri="{FF2B5EF4-FFF2-40B4-BE49-F238E27FC236}">
                <a16:creationId xmlns:a16="http://schemas.microsoft.com/office/drawing/2014/main" id="{3D78A84A-25C6-1364-18E1-E04C0C473585}"/>
              </a:ext>
            </a:extLst>
          </p:cNvPr>
          <p:cNvSpPr>
            <a:spLocks/>
          </p:cNvSpPr>
          <p:nvPr/>
        </p:nvSpPr>
        <p:spPr bwMode="auto">
          <a:xfrm rot="5271687" flipH="1" flipV="1">
            <a:off x="3408363" y="4324321"/>
            <a:ext cx="606425" cy="400110"/>
          </a:xfrm>
          <a:custGeom>
            <a:avLst/>
            <a:gdLst>
              <a:gd name="T0" fmla="*/ 2147483646 w 42110"/>
              <a:gd name="T1" fmla="*/ 2147483646 h 43200"/>
              <a:gd name="T2" fmla="*/ 0 w 42110"/>
              <a:gd name="T3" fmla="*/ 2147483646 h 43200"/>
              <a:gd name="T4" fmla="*/ 2147483646 w 42110"/>
              <a:gd name="T5" fmla="*/ 2147483646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70" name="Line 18">
            <a:extLst>
              <a:ext uri="{FF2B5EF4-FFF2-40B4-BE49-F238E27FC236}">
                <a16:creationId xmlns:a16="http://schemas.microsoft.com/office/drawing/2014/main" id="{6A90CCAF-5C58-22BC-5B1D-D2B323E04FA2}"/>
              </a:ext>
            </a:extLst>
          </p:cNvPr>
          <p:cNvSpPr>
            <a:spLocks noChangeShapeType="1"/>
          </p:cNvSpPr>
          <p:nvPr/>
        </p:nvSpPr>
        <p:spPr bwMode="auto">
          <a:xfrm>
            <a:off x="3532189" y="4614863"/>
            <a:ext cx="60325" cy="24765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71" name="Text Box 19">
            <a:extLst>
              <a:ext uri="{FF2B5EF4-FFF2-40B4-BE49-F238E27FC236}">
                <a16:creationId xmlns:a16="http://schemas.microsoft.com/office/drawing/2014/main" id="{C8E419C6-E826-95D1-3186-5EE09442FABA}"/>
              </a:ext>
            </a:extLst>
          </p:cNvPr>
          <p:cNvSpPr txBox="1">
            <a:spLocks noChangeArrowheads="1"/>
          </p:cNvSpPr>
          <p:nvPr/>
        </p:nvSpPr>
        <p:spPr bwMode="auto">
          <a:xfrm>
            <a:off x="2351088" y="4724400"/>
            <a:ext cx="806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100372" name="Text Box 20">
            <a:extLst>
              <a:ext uri="{FF2B5EF4-FFF2-40B4-BE49-F238E27FC236}">
                <a16:creationId xmlns:a16="http://schemas.microsoft.com/office/drawing/2014/main" id="{8AC09122-0F3B-1888-AF38-74C8FC866870}"/>
              </a:ext>
            </a:extLst>
          </p:cNvPr>
          <p:cNvSpPr txBox="1">
            <a:spLocks noChangeArrowheads="1"/>
          </p:cNvSpPr>
          <p:nvPr/>
        </p:nvSpPr>
        <p:spPr bwMode="auto">
          <a:xfrm>
            <a:off x="4151313" y="4724401"/>
            <a:ext cx="88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100373" name="Text Box 21">
            <a:extLst>
              <a:ext uri="{FF2B5EF4-FFF2-40B4-BE49-F238E27FC236}">
                <a16:creationId xmlns:a16="http://schemas.microsoft.com/office/drawing/2014/main" id="{42A2C035-AF4E-0E50-6E7C-AA421779BD9E}"/>
              </a:ext>
            </a:extLst>
          </p:cNvPr>
          <p:cNvSpPr txBox="1">
            <a:spLocks noChangeArrowheads="1"/>
          </p:cNvSpPr>
          <p:nvPr/>
        </p:nvSpPr>
        <p:spPr bwMode="auto">
          <a:xfrm>
            <a:off x="2909888" y="3860800"/>
            <a:ext cx="1676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sp>
        <p:nvSpPr>
          <p:cNvPr id="100374" name="Text Box 22">
            <a:extLst>
              <a:ext uri="{FF2B5EF4-FFF2-40B4-BE49-F238E27FC236}">
                <a16:creationId xmlns:a16="http://schemas.microsoft.com/office/drawing/2014/main" id="{036EAE94-9194-57C6-6980-2ABA66152C86}"/>
              </a:ext>
            </a:extLst>
          </p:cNvPr>
          <p:cNvSpPr txBox="1">
            <a:spLocks noChangeArrowheads="1"/>
          </p:cNvSpPr>
          <p:nvPr/>
        </p:nvSpPr>
        <p:spPr bwMode="auto">
          <a:xfrm>
            <a:off x="5578476" y="4719639"/>
            <a:ext cx="3730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sp>
        <p:nvSpPr>
          <p:cNvPr id="100375" name="Text Box 23">
            <a:extLst>
              <a:ext uri="{FF2B5EF4-FFF2-40B4-BE49-F238E27FC236}">
                <a16:creationId xmlns:a16="http://schemas.microsoft.com/office/drawing/2014/main" id="{0E11C5C4-4C52-2935-A0FA-02676ADE76DC}"/>
              </a:ext>
            </a:extLst>
          </p:cNvPr>
          <p:cNvSpPr txBox="1">
            <a:spLocks noChangeArrowheads="1"/>
          </p:cNvSpPr>
          <p:nvPr/>
        </p:nvSpPr>
        <p:spPr bwMode="auto">
          <a:xfrm>
            <a:off x="2063751" y="5608639"/>
            <a:ext cx="3292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b</a:t>
            </a:r>
            <a:r>
              <a:rPr lang="zh-CN" altLang="en-US" sz="2000" b="1">
                <a:solidFill>
                  <a:srgbClr val="003399"/>
                </a:solidFill>
                <a:latin typeface="宋体" panose="02010600030101010101" pitchFamily="2" charset="-122"/>
              </a:rPr>
              <a:t>）识别标识符的转换图</a:t>
            </a:r>
          </a:p>
        </p:txBody>
      </p:sp>
      <p:grpSp>
        <p:nvGrpSpPr>
          <p:cNvPr id="3" name="Group 24">
            <a:extLst>
              <a:ext uri="{FF2B5EF4-FFF2-40B4-BE49-F238E27FC236}">
                <a16:creationId xmlns:a16="http://schemas.microsoft.com/office/drawing/2014/main" id="{A60CB746-EA32-025E-05A6-059F6C57BDCF}"/>
              </a:ext>
            </a:extLst>
          </p:cNvPr>
          <p:cNvGrpSpPr>
            <a:grpSpLocks/>
          </p:cNvGrpSpPr>
          <p:nvPr/>
        </p:nvGrpSpPr>
        <p:grpSpPr bwMode="auto">
          <a:xfrm>
            <a:off x="6096001" y="4149726"/>
            <a:ext cx="4316413" cy="1946275"/>
            <a:chOff x="2883" y="2614"/>
            <a:chExt cx="2719" cy="1226"/>
          </a:xfrm>
        </p:grpSpPr>
        <p:sp>
          <p:nvSpPr>
            <p:cNvPr id="64545" name="Text Box 25">
              <a:extLst>
                <a:ext uri="{FF2B5EF4-FFF2-40B4-BE49-F238E27FC236}">
                  <a16:creationId xmlns:a16="http://schemas.microsoft.com/office/drawing/2014/main" id="{0DE912A7-B2E0-6233-2B51-B9DE5CCC8AD8}"/>
                </a:ext>
              </a:extLst>
            </p:cNvPr>
            <p:cNvSpPr txBox="1">
              <a:spLocks noChangeArrowheads="1"/>
            </p:cNvSpPr>
            <p:nvPr/>
          </p:nvSpPr>
          <p:spPr bwMode="auto">
            <a:xfrm>
              <a:off x="4493" y="3067"/>
              <a:ext cx="519"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64546" name="AutoShape 26">
              <a:extLst>
                <a:ext uri="{FF2B5EF4-FFF2-40B4-BE49-F238E27FC236}">
                  <a16:creationId xmlns:a16="http://schemas.microsoft.com/office/drawing/2014/main" id="{EE77E675-8742-E8B8-6323-998919E079C4}"/>
                </a:ext>
              </a:extLst>
            </p:cNvPr>
            <p:cNvSpPr>
              <a:spLocks noChangeArrowheads="1"/>
            </p:cNvSpPr>
            <p:nvPr/>
          </p:nvSpPr>
          <p:spPr bwMode="auto">
            <a:xfrm>
              <a:off x="5131" y="3117"/>
              <a:ext cx="310"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35 w 21600"/>
                <a:gd name="T25" fmla="*/ 3166 h 21600"/>
                <a:gd name="T26" fmla="*/ 18465 w 21600"/>
                <a:gd name="T27" fmla="*/ 1843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64547" name="AutoShape 27">
              <a:extLst>
                <a:ext uri="{FF2B5EF4-FFF2-40B4-BE49-F238E27FC236}">
                  <a16:creationId xmlns:a16="http://schemas.microsoft.com/office/drawing/2014/main" id="{26BF7F3F-23E8-E620-B6A5-91DD232F7714}"/>
                </a:ext>
              </a:extLst>
            </p:cNvPr>
            <p:cNvSpPr>
              <a:spLocks noChangeArrowheads="1"/>
            </p:cNvSpPr>
            <p:nvPr/>
          </p:nvSpPr>
          <p:spPr bwMode="auto">
            <a:xfrm>
              <a:off x="2883" y="3117"/>
              <a:ext cx="310" cy="354"/>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64548" name="AutoShape 28">
              <a:extLst>
                <a:ext uri="{FF2B5EF4-FFF2-40B4-BE49-F238E27FC236}">
                  <a16:creationId xmlns:a16="http://schemas.microsoft.com/office/drawing/2014/main" id="{7500ECF7-FB7F-4B62-D8E3-089142B8E4ED}"/>
                </a:ext>
              </a:extLst>
            </p:cNvPr>
            <p:cNvSpPr>
              <a:spLocks noChangeArrowheads="1"/>
            </p:cNvSpPr>
            <p:nvPr/>
          </p:nvSpPr>
          <p:spPr bwMode="auto">
            <a:xfrm>
              <a:off x="4026" y="3117"/>
              <a:ext cx="311" cy="354"/>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4549" name="Line 29">
              <a:extLst>
                <a:ext uri="{FF2B5EF4-FFF2-40B4-BE49-F238E27FC236}">
                  <a16:creationId xmlns:a16="http://schemas.microsoft.com/office/drawing/2014/main" id="{7A631EF4-AFE0-AFDF-B4D6-FB36149F734B}"/>
                </a:ext>
              </a:extLst>
            </p:cNvPr>
            <p:cNvSpPr>
              <a:spLocks noChangeShapeType="1"/>
            </p:cNvSpPr>
            <p:nvPr/>
          </p:nvSpPr>
          <p:spPr bwMode="auto">
            <a:xfrm>
              <a:off x="3197" y="3303"/>
              <a:ext cx="82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50" name="Line 30">
              <a:extLst>
                <a:ext uri="{FF2B5EF4-FFF2-40B4-BE49-F238E27FC236}">
                  <a16:creationId xmlns:a16="http://schemas.microsoft.com/office/drawing/2014/main" id="{270541CD-854E-325A-D49E-E1421F0FC3C1}"/>
                </a:ext>
              </a:extLst>
            </p:cNvPr>
            <p:cNvSpPr>
              <a:spLocks noChangeShapeType="1"/>
            </p:cNvSpPr>
            <p:nvPr/>
          </p:nvSpPr>
          <p:spPr bwMode="auto">
            <a:xfrm>
              <a:off x="4340" y="3303"/>
              <a:ext cx="789"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51" name="Arc 31">
              <a:extLst>
                <a:ext uri="{FF2B5EF4-FFF2-40B4-BE49-F238E27FC236}">
                  <a16:creationId xmlns:a16="http://schemas.microsoft.com/office/drawing/2014/main" id="{7B475E42-1764-58AE-4EFE-1EFDD8BAF497}"/>
                </a:ext>
              </a:extLst>
            </p:cNvPr>
            <p:cNvSpPr>
              <a:spLocks/>
            </p:cNvSpPr>
            <p:nvPr/>
          </p:nvSpPr>
          <p:spPr bwMode="auto">
            <a:xfrm rot="5271687" flipH="1" flipV="1">
              <a:off x="4004" y="2844"/>
              <a:ext cx="351"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52" name="Line 32">
              <a:extLst>
                <a:ext uri="{FF2B5EF4-FFF2-40B4-BE49-F238E27FC236}">
                  <a16:creationId xmlns:a16="http://schemas.microsoft.com/office/drawing/2014/main" id="{A054BB98-B6B6-2107-D35A-07C5F22E4B08}"/>
                </a:ext>
              </a:extLst>
            </p:cNvPr>
            <p:cNvSpPr>
              <a:spLocks noChangeShapeType="1"/>
            </p:cNvSpPr>
            <p:nvPr/>
          </p:nvSpPr>
          <p:spPr bwMode="auto">
            <a:xfrm>
              <a:off x="4065" y="3022"/>
              <a:ext cx="39" cy="14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4553" name="Text Box 33">
              <a:extLst>
                <a:ext uri="{FF2B5EF4-FFF2-40B4-BE49-F238E27FC236}">
                  <a16:creationId xmlns:a16="http://schemas.microsoft.com/office/drawing/2014/main" id="{31CA6073-5DEB-21BE-A34B-2149CA16A2BC}"/>
                </a:ext>
              </a:extLst>
            </p:cNvPr>
            <p:cNvSpPr txBox="1">
              <a:spLocks noChangeArrowheads="1"/>
            </p:cNvSpPr>
            <p:nvPr/>
          </p:nvSpPr>
          <p:spPr bwMode="auto">
            <a:xfrm>
              <a:off x="3315" y="3067"/>
              <a:ext cx="512"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64554" name="Text Box 34">
              <a:extLst>
                <a:ext uri="{FF2B5EF4-FFF2-40B4-BE49-F238E27FC236}">
                  <a16:creationId xmlns:a16="http://schemas.microsoft.com/office/drawing/2014/main" id="{8DD1B85A-13C5-AC01-6E2B-A030F3C5AF28}"/>
                </a:ext>
              </a:extLst>
            </p:cNvPr>
            <p:cNvSpPr txBox="1">
              <a:spLocks noChangeArrowheads="1"/>
            </p:cNvSpPr>
            <p:nvPr/>
          </p:nvSpPr>
          <p:spPr bwMode="auto">
            <a:xfrm>
              <a:off x="3651" y="2614"/>
              <a:ext cx="1065"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64555" name="Text Box 35">
              <a:extLst>
                <a:ext uri="{FF2B5EF4-FFF2-40B4-BE49-F238E27FC236}">
                  <a16:creationId xmlns:a16="http://schemas.microsoft.com/office/drawing/2014/main" id="{7420E0E3-ACC8-C63D-D07E-D90A5A9FAC30}"/>
                </a:ext>
              </a:extLst>
            </p:cNvPr>
            <p:cNvSpPr txBox="1">
              <a:spLocks noChangeArrowheads="1"/>
            </p:cNvSpPr>
            <p:nvPr/>
          </p:nvSpPr>
          <p:spPr bwMode="auto">
            <a:xfrm>
              <a:off x="5365" y="3074"/>
              <a:ext cx="237" cy="291"/>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sp>
          <p:nvSpPr>
            <p:cNvPr id="64556" name="Text Box 36">
              <a:extLst>
                <a:ext uri="{FF2B5EF4-FFF2-40B4-BE49-F238E27FC236}">
                  <a16:creationId xmlns:a16="http://schemas.microsoft.com/office/drawing/2014/main" id="{483C33B4-C1B3-9C73-E87E-F406BDC44A54}"/>
                </a:ext>
              </a:extLst>
            </p:cNvPr>
            <p:cNvSpPr txBox="1">
              <a:spLocks noChangeArrowheads="1"/>
            </p:cNvSpPr>
            <p:nvPr/>
          </p:nvSpPr>
          <p:spPr bwMode="auto">
            <a:xfrm>
              <a:off x="3236" y="3588"/>
              <a:ext cx="1853"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c</a:t>
              </a:r>
              <a:r>
                <a:rPr lang="zh-CN" altLang="en-US" sz="2000" b="1">
                  <a:solidFill>
                    <a:srgbClr val="003399"/>
                  </a:solidFill>
                  <a:latin typeface="宋体" panose="02010600030101010101" pitchFamily="2" charset="-122"/>
                </a:rPr>
                <a:t>）识别整数的转换图</a:t>
              </a:r>
            </a:p>
          </p:txBody>
        </p:sp>
      </p:grpSp>
      <p:grpSp>
        <p:nvGrpSpPr>
          <p:cNvPr id="4" name="Group 37">
            <a:extLst>
              <a:ext uri="{FF2B5EF4-FFF2-40B4-BE49-F238E27FC236}">
                <a16:creationId xmlns:a16="http://schemas.microsoft.com/office/drawing/2014/main" id="{574FBA43-C5F3-0072-2FDD-4BD50A42CEA7}"/>
              </a:ext>
            </a:extLst>
          </p:cNvPr>
          <p:cNvGrpSpPr>
            <a:grpSpLocks/>
          </p:cNvGrpSpPr>
          <p:nvPr/>
        </p:nvGrpSpPr>
        <p:grpSpPr bwMode="auto">
          <a:xfrm>
            <a:off x="1774825" y="63500"/>
            <a:ext cx="4211638" cy="660400"/>
            <a:chOff x="0" y="255"/>
            <a:chExt cx="2472" cy="408"/>
          </a:xfrm>
        </p:grpSpPr>
        <p:grpSp>
          <p:nvGrpSpPr>
            <p:cNvPr id="64541" name="Group 38">
              <a:extLst>
                <a:ext uri="{FF2B5EF4-FFF2-40B4-BE49-F238E27FC236}">
                  <a16:creationId xmlns:a16="http://schemas.microsoft.com/office/drawing/2014/main" id="{C1E3901E-E51F-E29A-8CF5-4E5BEAD47468}"/>
                </a:ext>
              </a:extLst>
            </p:cNvPr>
            <p:cNvGrpSpPr>
              <a:grpSpLocks/>
            </p:cNvGrpSpPr>
            <p:nvPr/>
          </p:nvGrpSpPr>
          <p:grpSpPr bwMode="auto">
            <a:xfrm>
              <a:off x="0" y="255"/>
              <a:ext cx="2472" cy="408"/>
              <a:chOff x="720" y="480"/>
              <a:chExt cx="4224" cy="1390"/>
            </a:xfrm>
          </p:grpSpPr>
          <p:graphicFrame>
            <p:nvGraphicFramePr>
              <p:cNvPr id="64543" name="Object 39">
                <a:extLst>
                  <a:ext uri="{FF2B5EF4-FFF2-40B4-BE49-F238E27FC236}">
                    <a16:creationId xmlns:a16="http://schemas.microsoft.com/office/drawing/2014/main" id="{EF60421E-9607-CFD8-AC96-8881914F6AA4}"/>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64543" name="Object 39">
                            <a:extLst>
                              <a:ext uri="{FF2B5EF4-FFF2-40B4-BE49-F238E27FC236}">
                                <a16:creationId xmlns:a16="http://schemas.microsoft.com/office/drawing/2014/main" id="{EF60421E-9607-CFD8-AC96-8881914F6A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4" name="Object 40">
                <a:extLst>
                  <a:ext uri="{FF2B5EF4-FFF2-40B4-BE49-F238E27FC236}">
                    <a16:creationId xmlns:a16="http://schemas.microsoft.com/office/drawing/2014/main" id="{02E7B3B5-15A5-B779-F93B-A44B34A6BA0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64544" name="Object 40">
                            <a:extLst>
                              <a:ext uri="{FF2B5EF4-FFF2-40B4-BE49-F238E27FC236}">
                                <a16:creationId xmlns:a16="http://schemas.microsoft.com/office/drawing/2014/main" id="{02E7B3B5-15A5-B779-F93B-A44B34A6BA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4542" name="Text Box 41">
              <a:extLst>
                <a:ext uri="{FF2B5EF4-FFF2-40B4-BE49-F238E27FC236}">
                  <a16:creationId xmlns:a16="http://schemas.microsoft.com/office/drawing/2014/main" id="{3247CAB6-D834-55FB-93D7-AE49AA9B1A1A}"/>
                </a:ext>
              </a:extLst>
            </p:cNvPr>
            <p:cNvSpPr txBox="1">
              <a:spLocks noChangeArrowheads="1"/>
            </p:cNvSpPr>
            <p:nvPr/>
          </p:nvSpPr>
          <p:spPr bwMode="auto">
            <a:xfrm>
              <a:off x="22" y="346"/>
              <a:ext cx="241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3-3</a:t>
              </a:r>
              <a:r>
                <a:rPr lang="zh-CN" altLang="en-US" sz="2000" b="1">
                  <a:solidFill>
                    <a:srgbClr val="003399"/>
                  </a:solidFill>
                  <a:latin typeface="宋体" panose="02010600030101010101" pitchFamily="2" charset="-122"/>
                </a:rPr>
                <a:t>：简单的状态转换图示例：</a:t>
              </a:r>
            </a:p>
          </p:txBody>
        </p:sp>
      </p:grpSp>
      <p:sp>
        <p:nvSpPr>
          <p:cNvPr id="100394" name="Line 42">
            <a:extLst>
              <a:ext uri="{FF2B5EF4-FFF2-40B4-BE49-F238E27FC236}">
                <a16:creationId xmlns:a16="http://schemas.microsoft.com/office/drawing/2014/main" id="{0C8FBAEA-26E0-8D4D-6E36-5794B4951BF6}"/>
              </a:ext>
            </a:extLst>
          </p:cNvPr>
          <p:cNvSpPr>
            <a:spLocks noChangeShapeType="1"/>
          </p:cNvSpPr>
          <p:nvPr/>
        </p:nvSpPr>
        <p:spPr bwMode="auto">
          <a:xfrm flipV="1">
            <a:off x="1847850" y="2924175"/>
            <a:ext cx="0" cy="187325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95" name="Rectangle 43">
            <a:extLst>
              <a:ext uri="{FF2B5EF4-FFF2-40B4-BE49-F238E27FC236}">
                <a16:creationId xmlns:a16="http://schemas.microsoft.com/office/drawing/2014/main" id="{CD101BD9-72E7-AC9A-F4AC-3D62DBFC7B43}"/>
              </a:ext>
            </a:extLst>
          </p:cNvPr>
          <p:cNvSpPr>
            <a:spLocks noChangeArrowheads="1"/>
          </p:cNvSpPr>
          <p:nvPr/>
        </p:nvSpPr>
        <p:spPr bwMode="auto">
          <a:xfrm>
            <a:off x="1631950" y="2517775"/>
            <a:ext cx="704850" cy="406400"/>
          </a:xfrm>
          <a:prstGeom prst="rect">
            <a:avLst/>
          </a:prstGeom>
          <a:solidFill>
            <a:schemeClr val="bg1"/>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初态</a:t>
            </a:r>
          </a:p>
        </p:txBody>
      </p:sp>
      <p:sp>
        <p:nvSpPr>
          <p:cNvPr id="100396" name="Rectangle 44">
            <a:extLst>
              <a:ext uri="{FF2B5EF4-FFF2-40B4-BE49-F238E27FC236}">
                <a16:creationId xmlns:a16="http://schemas.microsoft.com/office/drawing/2014/main" id="{538C8410-F13F-D7D3-13BD-EE02CFFF3A13}"/>
              </a:ext>
            </a:extLst>
          </p:cNvPr>
          <p:cNvSpPr>
            <a:spLocks noChangeArrowheads="1"/>
          </p:cNvSpPr>
          <p:nvPr/>
        </p:nvSpPr>
        <p:spPr bwMode="auto">
          <a:xfrm>
            <a:off x="5030788" y="2517775"/>
            <a:ext cx="704850" cy="406400"/>
          </a:xfrm>
          <a:prstGeom prst="rect">
            <a:avLst/>
          </a:prstGeom>
          <a:solidFill>
            <a:schemeClr val="bg1"/>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终态</a:t>
            </a:r>
          </a:p>
        </p:txBody>
      </p:sp>
      <p:sp>
        <p:nvSpPr>
          <p:cNvPr id="100397" name="Line 45">
            <a:extLst>
              <a:ext uri="{FF2B5EF4-FFF2-40B4-BE49-F238E27FC236}">
                <a16:creationId xmlns:a16="http://schemas.microsoft.com/office/drawing/2014/main" id="{3FB0EE4F-1227-1A97-9251-6B173572494C}"/>
              </a:ext>
            </a:extLst>
          </p:cNvPr>
          <p:cNvSpPr>
            <a:spLocks noChangeShapeType="1"/>
          </p:cNvSpPr>
          <p:nvPr/>
        </p:nvSpPr>
        <p:spPr bwMode="auto">
          <a:xfrm flipV="1">
            <a:off x="5375275" y="2924175"/>
            <a:ext cx="0" cy="187325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00398" name="Rectangle 46">
            <a:extLst>
              <a:ext uri="{FF2B5EF4-FFF2-40B4-BE49-F238E27FC236}">
                <a16:creationId xmlns:a16="http://schemas.microsoft.com/office/drawing/2014/main" id="{468BFDAE-9D1D-CCE7-889D-23F3C9D33CD8}"/>
              </a:ext>
            </a:extLst>
          </p:cNvPr>
          <p:cNvSpPr>
            <a:spLocks noChangeArrowheads="1"/>
          </p:cNvSpPr>
          <p:nvPr/>
        </p:nvSpPr>
        <p:spPr bwMode="auto">
          <a:xfrm>
            <a:off x="1919289" y="3149600"/>
            <a:ext cx="2016125" cy="7112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从</a:t>
            </a:r>
            <a:r>
              <a:rPr lang="en-US" altLang="zh-CN" sz="2000" b="1">
                <a:solidFill>
                  <a:srgbClr val="003399"/>
                </a:solidFill>
                <a:latin typeface="宋体" panose="02010600030101010101" pitchFamily="2" charset="-122"/>
              </a:rPr>
              <a:t>0</a:t>
            </a:r>
            <a:r>
              <a:rPr lang="zh-CN" altLang="en-US" sz="2000" b="1">
                <a:solidFill>
                  <a:srgbClr val="003399"/>
                </a:solidFill>
                <a:latin typeface="宋体" panose="02010600030101010101" pitchFamily="2" charset="-122"/>
              </a:rPr>
              <a:t>状态到</a:t>
            </a: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状态可能出现字母</a:t>
            </a:r>
          </a:p>
        </p:txBody>
      </p:sp>
      <p:sp>
        <p:nvSpPr>
          <p:cNvPr id="100399" name="Line 47">
            <a:extLst>
              <a:ext uri="{FF2B5EF4-FFF2-40B4-BE49-F238E27FC236}">
                <a16:creationId xmlns:a16="http://schemas.microsoft.com/office/drawing/2014/main" id="{57F2850A-1F49-B056-F2D9-D4B13841F52A}"/>
              </a:ext>
            </a:extLst>
          </p:cNvPr>
          <p:cNvSpPr>
            <a:spLocks noChangeShapeType="1"/>
          </p:cNvSpPr>
          <p:nvPr/>
        </p:nvSpPr>
        <p:spPr bwMode="auto">
          <a:xfrm flipH="1" flipV="1">
            <a:off x="2782888" y="3860801"/>
            <a:ext cx="0" cy="792163"/>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48" name="文本框 47">
            <a:extLst>
              <a:ext uri="{FF2B5EF4-FFF2-40B4-BE49-F238E27FC236}">
                <a16:creationId xmlns:a16="http://schemas.microsoft.com/office/drawing/2014/main" id="{4CD64B19-20C0-BFBC-909C-EEF2189C963E}"/>
              </a:ext>
            </a:extLst>
          </p:cNvPr>
          <p:cNvSpPr txBox="1"/>
          <p:nvPr/>
        </p:nvSpPr>
        <p:spPr>
          <a:xfrm>
            <a:off x="1793876" y="764084"/>
            <a:ext cx="6096000" cy="984885"/>
          </a:xfrm>
          <a:prstGeom prst="rect">
            <a:avLst/>
          </a:prstGeom>
          <a:noFill/>
        </p:spPr>
        <p:txBody>
          <a:bodyPr>
            <a:spAutoFit/>
          </a:bodyPr>
          <a:lstStyle/>
          <a:p>
            <a:pPr eaLnBrk="0" fontAlgn="base" hangingPunct="0">
              <a:spcBef>
                <a:spcPct val="0"/>
              </a:spcBef>
              <a:spcAft>
                <a:spcPct val="0"/>
              </a:spcAft>
              <a:defRPr/>
            </a:pPr>
            <a:r>
              <a:rPr lang="zh-CN" altLang="en-US" b="1" dirty="0">
                <a:solidFill>
                  <a:srgbClr val="EBF7FF">
                    <a:lumMod val="10000"/>
                  </a:srgbClr>
                </a:solidFill>
                <a:highlight>
                  <a:srgbClr val="FFFF00"/>
                </a:highlight>
                <a:latin typeface="宋体" panose="02010600030101010101" pitchFamily="2" charset="-122"/>
                <a:ea typeface="宋体" panose="02010600030101010101" pitchFamily="2" charset="-122"/>
              </a:rPr>
              <a:t>状态转换图的功能</a:t>
            </a:r>
            <a:r>
              <a:rPr lang="en-US" altLang="zh-CN" b="1" dirty="0">
                <a:solidFill>
                  <a:srgbClr val="EBF7FF">
                    <a:lumMod val="10000"/>
                  </a:srgbClr>
                </a:solidFill>
                <a:highlight>
                  <a:srgbClr val="FFFF00"/>
                </a:highlight>
                <a:latin typeface="宋体" panose="02010600030101010101" pitchFamily="2" charset="-122"/>
                <a:ea typeface="宋体" panose="02010600030101010101" pitchFamily="2" charset="-122"/>
              </a:rPr>
              <a:t>:</a:t>
            </a:r>
          </a:p>
          <a:p>
            <a:pPr eaLnBrk="0" fontAlgn="base" hangingPunct="0">
              <a:spcBef>
                <a:spcPct val="0"/>
              </a:spcBef>
              <a:spcAft>
                <a:spcPct val="0"/>
              </a:spcAft>
              <a:defRPr/>
            </a:pPr>
            <a:r>
              <a:rPr lang="en-US" altLang="zh-CN" sz="2000" b="1" dirty="0">
                <a:solidFill>
                  <a:srgbClr val="EBF7FF">
                    <a:lumMod val="10000"/>
                  </a:srgbClr>
                </a:solidFill>
                <a:highlight>
                  <a:srgbClr val="FFFF00"/>
                </a:highlight>
                <a:latin typeface="宋体" panose="02010600030101010101" pitchFamily="2" charset="-122"/>
                <a:ea typeface="宋体" panose="02010600030101010101" pitchFamily="2" charset="-122"/>
              </a:rPr>
              <a:t>1</a:t>
            </a:r>
            <a:r>
              <a:rPr lang="zh-CN" altLang="en-US" sz="2000" b="1" dirty="0">
                <a:solidFill>
                  <a:srgbClr val="EBF7FF">
                    <a:lumMod val="10000"/>
                  </a:srgbClr>
                </a:solidFill>
                <a:highlight>
                  <a:srgbClr val="FFFF00"/>
                </a:highlight>
                <a:latin typeface="宋体" panose="02010600030101010101" pitchFamily="2" charset="-122"/>
                <a:ea typeface="宋体" panose="02010600030101010101" pitchFamily="2" charset="-122"/>
              </a:rPr>
              <a:t>、</a:t>
            </a:r>
            <a:r>
              <a:rPr lang="zh-CN" altLang="en-US" b="1" dirty="0">
                <a:solidFill>
                  <a:srgbClr val="EBF7FF">
                    <a:lumMod val="10000"/>
                  </a:srgbClr>
                </a:solidFill>
                <a:highlight>
                  <a:srgbClr val="FFFF00"/>
                </a:highlight>
                <a:latin typeface="宋体" panose="02010600030101010101" pitchFamily="2" charset="-122"/>
                <a:ea typeface="宋体" panose="02010600030101010101" pitchFamily="2" charset="-122"/>
              </a:rPr>
              <a:t>描述构词规则，</a:t>
            </a:r>
            <a:endParaRPr lang="en-US" altLang="zh-CN" b="1" dirty="0">
              <a:solidFill>
                <a:srgbClr val="EBF7FF">
                  <a:lumMod val="10000"/>
                </a:srgbClr>
              </a:solidFill>
              <a:highlight>
                <a:srgbClr val="FFFF00"/>
              </a:highlight>
              <a:latin typeface="宋体" panose="02010600030101010101" pitchFamily="2" charset="-122"/>
              <a:ea typeface="宋体" panose="02010600030101010101" pitchFamily="2" charset="-122"/>
            </a:endParaRPr>
          </a:p>
          <a:p>
            <a:pPr eaLnBrk="0" fontAlgn="base" hangingPunct="0">
              <a:spcBef>
                <a:spcPct val="0"/>
              </a:spcBef>
              <a:spcAft>
                <a:spcPct val="0"/>
              </a:spcAft>
              <a:defRPr/>
            </a:pPr>
            <a:r>
              <a:rPr lang="en-US" altLang="zh-CN" sz="2000" b="1" dirty="0">
                <a:solidFill>
                  <a:srgbClr val="EBF7FF">
                    <a:lumMod val="10000"/>
                  </a:srgbClr>
                </a:solidFill>
                <a:highlight>
                  <a:srgbClr val="FFFF00"/>
                </a:highlight>
                <a:latin typeface="宋体" panose="02010600030101010101" pitchFamily="2" charset="-122"/>
                <a:ea typeface="宋体" panose="02010600030101010101" pitchFamily="2" charset="-122"/>
              </a:rPr>
              <a:t>2</a:t>
            </a:r>
            <a:r>
              <a:rPr lang="zh-CN" altLang="en-US" sz="2000" b="1" dirty="0">
                <a:solidFill>
                  <a:srgbClr val="EBF7FF">
                    <a:lumMod val="10000"/>
                  </a:srgbClr>
                </a:solidFill>
                <a:highlight>
                  <a:srgbClr val="FFFF00"/>
                </a:highlight>
                <a:latin typeface="宋体" panose="02010600030101010101" pitchFamily="2" charset="-122"/>
                <a:ea typeface="宋体" panose="02010600030101010101" pitchFamily="2" charset="-122"/>
              </a:rPr>
              <a:t>、</a:t>
            </a:r>
            <a:r>
              <a:rPr lang="zh-CN" altLang="en-US" b="1" dirty="0">
                <a:solidFill>
                  <a:srgbClr val="003399"/>
                </a:solidFill>
                <a:highlight>
                  <a:srgbClr val="FFFF00"/>
                </a:highlight>
                <a:latin typeface="宋体" panose="02010600030101010101" pitchFamily="2" charset="-122"/>
                <a:ea typeface="宋体" panose="02010600030101010101" pitchFamily="2" charset="-122"/>
              </a:rPr>
              <a:t>用于识别字符串</a:t>
            </a:r>
            <a:endParaRPr lang="zh-CN" altLang="en-US" sz="2000" b="1" dirty="0">
              <a:solidFill>
                <a:srgbClr val="003399"/>
              </a:solidFill>
              <a:latin typeface="宋体" panose="02010600030101010101" pitchFamily="2" charset="-122"/>
              <a:ea typeface="宋体" panose="02010600030101010101" pitchFamily="2" charset="-122"/>
            </a:endParaRPr>
          </a:p>
        </p:txBody>
      </p:sp>
      <p:grpSp>
        <p:nvGrpSpPr>
          <p:cNvPr id="49" name="Group 37">
            <a:extLst>
              <a:ext uri="{FF2B5EF4-FFF2-40B4-BE49-F238E27FC236}">
                <a16:creationId xmlns:a16="http://schemas.microsoft.com/office/drawing/2014/main" id="{07076D53-C0A8-1ED1-56CF-E9A9916A519C}"/>
              </a:ext>
            </a:extLst>
          </p:cNvPr>
          <p:cNvGrpSpPr>
            <a:grpSpLocks/>
          </p:cNvGrpSpPr>
          <p:nvPr/>
        </p:nvGrpSpPr>
        <p:grpSpPr bwMode="auto">
          <a:xfrm>
            <a:off x="2473326" y="1809750"/>
            <a:ext cx="2557463" cy="660400"/>
            <a:chOff x="-26" y="262"/>
            <a:chExt cx="2472" cy="408"/>
          </a:xfrm>
        </p:grpSpPr>
        <p:grpSp>
          <p:nvGrpSpPr>
            <p:cNvPr id="64537" name="Group 38">
              <a:extLst>
                <a:ext uri="{FF2B5EF4-FFF2-40B4-BE49-F238E27FC236}">
                  <a16:creationId xmlns:a16="http://schemas.microsoft.com/office/drawing/2014/main" id="{6EDDC3D6-3383-A536-EF54-8DCF6320B46F}"/>
                </a:ext>
              </a:extLst>
            </p:cNvPr>
            <p:cNvGrpSpPr>
              <a:grpSpLocks/>
            </p:cNvGrpSpPr>
            <p:nvPr/>
          </p:nvGrpSpPr>
          <p:grpSpPr bwMode="auto">
            <a:xfrm>
              <a:off x="-26" y="262"/>
              <a:ext cx="2472" cy="408"/>
              <a:chOff x="676" y="505"/>
              <a:chExt cx="4224" cy="1390"/>
            </a:xfrm>
          </p:grpSpPr>
          <p:graphicFrame>
            <p:nvGraphicFramePr>
              <p:cNvPr id="64539" name="Object 39">
                <a:extLst>
                  <a:ext uri="{FF2B5EF4-FFF2-40B4-BE49-F238E27FC236}">
                    <a16:creationId xmlns:a16="http://schemas.microsoft.com/office/drawing/2014/main" id="{C3CEA82D-2FBC-92C4-48AB-057C48A41DBA}"/>
                  </a:ext>
                </a:extLst>
              </p:cNvPr>
              <p:cNvGraphicFramePr>
                <a:graphicFrameLocks noChangeAspect="1"/>
              </p:cNvGraphicFramePr>
              <p:nvPr/>
            </p:nvGraphicFramePr>
            <p:xfrm>
              <a:off x="676" y="505"/>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64539" name="Object 39">
                            <a:extLst>
                              <a:ext uri="{FF2B5EF4-FFF2-40B4-BE49-F238E27FC236}">
                                <a16:creationId xmlns:a16="http://schemas.microsoft.com/office/drawing/2014/main" id="{C3CEA82D-2FBC-92C4-48AB-057C48A41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 y="505"/>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0" name="Object 40">
                <a:extLst>
                  <a:ext uri="{FF2B5EF4-FFF2-40B4-BE49-F238E27FC236}">
                    <a16:creationId xmlns:a16="http://schemas.microsoft.com/office/drawing/2014/main" id="{8E1389E6-291E-BEA7-6D95-01B2B7F0ACC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64540" name="Object 40">
                            <a:extLst>
                              <a:ext uri="{FF2B5EF4-FFF2-40B4-BE49-F238E27FC236}">
                                <a16:creationId xmlns:a16="http://schemas.microsoft.com/office/drawing/2014/main" id="{8E1389E6-291E-BEA7-6D95-01B2B7F0AC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1" name="Text Box 41">
              <a:extLst>
                <a:ext uri="{FF2B5EF4-FFF2-40B4-BE49-F238E27FC236}">
                  <a16:creationId xmlns:a16="http://schemas.microsoft.com/office/drawing/2014/main" id="{1CEF5229-C209-3D6B-D6CC-A3FBB21B17D4}"/>
                </a:ext>
              </a:extLst>
            </p:cNvPr>
            <p:cNvSpPr txBox="1">
              <a:spLocks noChangeArrowheads="1"/>
            </p:cNvSpPr>
            <p:nvPr/>
          </p:nvSpPr>
          <p:spPr bwMode="auto">
            <a:xfrm>
              <a:off x="-4" y="347"/>
              <a:ext cx="2411" cy="247"/>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defRPr/>
              </a:pPr>
              <a:r>
                <a:rPr lang="en-US" altLang="zh-CN" sz="2000" b="1" dirty="0">
                  <a:solidFill>
                    <a:srgbClr val="003399"/>
                  </a:solidFill>
                  <a:highlight>
                    <a:srgbClr val="FFFF00"/>
                  </a:highlight>
                  <a:latin typeface="宋体" panose="02010600030101010101" pitchFamily="2" charset="-122"/>
                </a:rPr>
                <a:t>stu1=value1+198;</a:t>
              </a:r>
              <a:endParaRPr lang="zh-CN" altLang="en-US" sz="2000" b="1" dirty="0">
                <a:solidFill>
                  <a:srgbClr val="003399"/>
                </a:solidFill>
                <a:highlight>
                  <a:srgbClr val="FFFF00"/>
                </a:highlight>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03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03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03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036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036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03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037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03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037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037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037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037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03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039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03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039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039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039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4" grpId="0" animBg="1"/>
      <p:bldP spid="100365" grpId="0" animBg="1"/>
      <p:bldP spid="100366" grpId="0" animBg="1"/>
      <p:bldP spid="100371" grpId="0"/>
      <p:bldP spid="100372" grpId="0"/>
      <p:bldP spid="100373" grpId="0"/>
      <p:bldP spid="100374" grpId="0"/>
      <p:bldP spid="100375" grpId="0"/>
      <p:bldP spid="100395" grpId="0" animBg="1"/>
      <p:bldP spid="100396" grpId="0" animBg="1"/>
      <p:bldP spid="10039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56">
            <a:extLst>
              <a:ext uri="{FF2B5EF4-FFF2-40B4-BE49-F238E27FC236}">
                <a16:creationId xmlns:a16="http://schemas.microsoft.com/office/drawing/2014/main" id="{2F763A80-FED9-584F-78D7-EA62EAAB6785}"/>
              </a:ext>
            </a:extLst>
          </p:cNvPr>
          <p:cNvGrpSpPr>
            <a:grpSpLocks/>
          </p:cNvGrpSpPr>
          <p:nvPr/>
        </p:nvGrpSpPr>
        <p:grpSpPr bwMode="auto">
          <a:xfrm>
            <a:off x="1884363" y="692150"/>
            <a:ext cx="5003800" cy="596900"/>
            <a:chOff x="0" y="255"/>
            <a:chExt cx="2472" cy="408"/>
          </a:xfrm>
        </p:grpSpPr>
        <p:grpSp>
          <p:nvGrpSpPr>
            <p:cNvPr id="66565" name="Group 57">
              <a:extLst>
                <a:ext uri="{FF2B5EF4-FFF2-40B4-BE49-F238E27FC236}">
                  <a16:creationId xmlns:a16="http://schemas.microsoft.com/office/drawing/2014/main" id="{5066F895-F5FB-9FE5-B409-29A0AA730BF5}"/>
                </a:ext>
              </a:extLst>
            </p:cNvPr>
            <p:cNvGrpSpPr>
              <a:grpSpLocks/>
            </p:cNvGrpSpPr>
            <p:nvPr/>
          </p:nvGrpSpPr>
          <p:grpSpPr bwMode="auto">
            <a:xfrm>
              <a:off x="0" y="255"/>
              <a:ext cx="2472" cy="408"/>
              <a:chOff x="720" y="480"/>
              <a:chExt cx="4224" cy="1390"/>
            </a:xfrm>
          </p:grpSpPr>
          <p:graphicFrame>
            <p:nvGraphicFramePr>
              <p:cNvPr id="66567" name="Object 58">
                <a:extLst>
                  <a:ext uri="{FF2B5EF4-FFF2-40B4-BE49-F238E27FC236}">
                    <a16:creationId xmlns:a16="http://schemas.microsoft.com/office/drawing/2014/main" id="{F373A4E5-6917-ECFB-C917-66186E763D80}"/>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66567" name="Object 58">
                            <a:extLst>
                              <a:ext uri="{FF2B5EF4-FFF2-40B4-BE49-F238E27FC236}">
                                <a16:creationId xmlns:a16="http://schemas.microsoft.com/office/drawing/2014/main" id="{F373A4E5-6917-ECFB-C917-66186E763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8" name="Object 59">
                <a:extLst>
                  <a:ext uri="{FF2B5EF4-FFF2-40B4-BE49-F238E27FC236}">
                    <a16:creationId xmlns:a16="http://schemas.microsoft.com/office/drawing/2014/main" id="{FB1D0175-3656-6642-8DAF-346C51E97515}"/>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66568" name="Object 59">
                            <a:extLst>
                              <a:ext uri="{FF2B5EF4-FFF2-40B4-BE49-F238E27FC236}">
                                <a16:creationId xmlns:a16="http://schemas.microsoft.com/office/drawing/2014/main" id="{FB1D0175-3656-6642-8DAF-346C51E975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6566" name="Text Box 60">
              <a:extLst>
                <a:ext uri="{FF2B5EF4-FFF2-40B4-BE49-F238E27FC236}">
                  <a16:creationId xmlns:a16="http://schemas.microsoft.com/office/drawing/2014/main" id="{852D3B8B-B0D0-3FA8-7AD4-32472BE31AD8}"/>
                </a:ext>
              </a:extLst>
            </p:cNvPr>
            <p:cNvSpPr txBox="1">
              <a:spLocks noChangeArrowheads="1"/>
            </p:cNvSpPr>
            <p:nvPr/>
          </p:nvSpPr>
          <p:spPr bwMode="auto">
            <a:xfrm>
              <a:off x="22" y="346"/>
              <a:ext cx="241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3-4</a:t>
              </a:r>
              <a:r>
                <a:rPr lang="zh-CN" altLang="en-US" sz="2000" b="1">
                  <a:solidFill>
                    <a:srgbClr val="003399"/>
                  </a:solidFill>
                  <a:latin typeface="宋体" panose="02010600030101010101" pitchFamily="2" charset="-122"/>
                </a:rPr>
                <a:t>：识别</a:t>
              </a:r>
              <a:r>
                <a:rPr lang="en-US" altLang="zh-CN" sz="2000" b="1">
                  <a:solidFill>
                    <a:srgbClr val="003399"/>
                  </a:solidFill>
                  <a:latin typeface="宋体" panose="02010600030101010101" pitchFamily="2" charset="-122"/>
                </a:rPr>
                <a:t>FORTRAN</a:t>
              </a:r>
              <a:r>
                <a:rPr lang="zh-CN" altLang="en-US" sz="2000" b="1">
                  <a:solidFill>
                    <a:srgbClr val="DC5900"/>
                  </a:solidFill>
                  <a:latin typeface="宋体" panose="02010600030101010101" pitchFamily="2" charset="-122"/>
                </a:rPr>
                <a:t>实型常数</a:t>
              </a:r>
              <a:r>
                <a:rPr lang="zh-CN" altLang="en-US" sz="2000" b="1">
                  <a:solidFill>
                    <a:srgbClr val="003399"/>
                  </a:solidFill>
                  <a:latin typeface="宋体" panose="02010600030101010101" pitchFamily="2" charset="-122"/>
                </a:rPr>
                <a:t>的转换图：</a:t>
              </a:r>
            </a:p>
          </p:txBody>
        </p:sp>
      </p:grpSp>
      <p:sp>
        <p:nvSpPr>
          <p:cNvPr id="101437" name="Text Box 61">
            <a:extLst>
              <a:ext uri="{FF2B5EF4-FFF2-40B4-BE49-F238E27FC236}">
                <a16:creationId xmlns:a16="http://schemas.microsoft.com/office/drawing/2014/main" id="{0F073FD4-0015-DE44-2246-DD223B644A7C}"/>
              </a:ext>
            </a:extLst>
          </p:cNvPr>
          <p:cNvSpPr txBox="1">
            <a:spLocks noChangeArrowheads="1"/>
          </p:cNvSpPr>
          <p:nvPr/>
        </p:nvSpPr>
        <p:spPr bwMode="auto">
          <a:xfrm>
            <a:off x="7570787" y="161133"/>
            <a:ext cx="2736850" cy="1625600"/>
          </a:xfrm>
          <a:prstGeom prst="rect">
            <a:avLst/>
          </a:prstGeom>
          <a:solidFill>
            <a:schemeClr val="bg1"/>
          </a:solidFill>
          <a:ln w="9525" algn="ctr">
            <a:solidFill>
              <a:srgbClr val="000000"/>
            </a:solidFill>
            <a:miter lim="800000"/>
            <a:headEnd/>
            <a:tailEnd/>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例如下列实型常数可以被以下转换图识别：</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1.23E+4</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0.56E-7</a:t>
            </a:r>
          </a:p>
        </p:txBody>
      </p:sp>
      <p:pic>
        <p:nvPicPr>
          <p:cNvPr id="4" name="图片 3">
            <a:extLst>
              <a:ext uri="{FF2B5EF4-FFF2-40B4-BE49-F238E27FC236}">
                <a16:creationId xmlns:a16="http://schemas.microsoft.com/office/drawing/2014/main" id="{43FE1299-88D7-6846-8F20-36974DF66B8C}"/>
              </a:ext>
            </a:extLst>
          </p:cNvPr>
          <p:cNvPicPr>
            <a:picLocks noChangeAspect="1"/>
          </p:cNvPicPr>
          <p:nvPr/>
        </p:nvPicPr>
        <p:blipFill>
          <a:blip r:embed="rId7"/>
          <a:stretch>
            <a:fillRect/>
          </a:stretch>
        </p:blipFill>
        <p:spPr>
          <a:xfrm>
            <a:off x="942837" y="1993204"/>
            <a:ext cx="10414323" cy="45803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nodeType="afterGroup">
                            <p:stCondLst>
                              <p:cond delay="2000"/>
                            </p:stCondLst>
                            <p:childTnLst>
                              <p:par>
                                <p:cTn id="9" presetID="2" presetClass="entr" presetSubtype="2" fill="hold" nodeType="afterEffect">
                                  <p:stCondLst>
                                    <p:cond delay="0"/>
                                  </p:stCondLst>
                                  <p:iterate type="lt">
                                    <p:tmPct val="0"/>
                                  </p:iterate>
                                  <p:childTnLst>
                                    <p:set>
                                      <p:cBhvr>
                                        <p:cTn id="10" dur="1" fill="hold">
                                          <p:stCondLst>
                                            <p:cond delay="0"/>
                                          </p:stCondLst>
                                        </p:cTn>
                                        <p:tgtEl>
                                          <p:spTgt spid="101437"/>
                                        </p:tgtEl>
                                        <p:attrNameLst>
                                          <p:attrName>style.visibility</p:attrName>
                                        </p:attrNameLst>
                                      </p:cBhvr>
                                      <p:to>
                                        <p:strVal val="visible"/>
                                      </p:to>
                                    </p:set>
                                    <p:anim calcmode="lin" valueType="num">
                                      <p:cBhvr additive="base">
                                        <p:cTn id="11" dur="1000" fill="hold"/>
                                        <p:tgtEl>
                                          <p:spTgt spid="101437"/>
                                        </p:tgtEl>
                                        <p:attrNameLst>
                                          <p:attrName>ppt_x</p:attrName>
                                        </p:attrNameLst>
                                      </p:cBhvr>
                                      <p:tavLst>
                                        <p:tav tm="0">
                                          <p:val>
                                            <p:strVal val="1+#ppt_w/2"/>
                                          </p:val>
                                        </p:tav>
                                        <p:tav tm="100000">
                                          <p:val>
                                            <p:strVal val="#ppt_x"/>
                                          </p:val>
                                        </p:tav>
                                      </p:tavLst>
                                    </p:anim>
                                    <p:anim calcmode="lin" valueType="num">
                                      <p:cBhvr additive="base">
                                        <p:cTn id="12" dur="1000" fill="hold"/>
                                        <p:tgtEl>
                                          <p:spTgt spid="1014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2" name="Group 2">
            <a:extLst>
              <a:ext uri="{FF2B5EF4-FFF2-40B4-BE49-F238E27FC236}">
                <a16:creationId xmlns:a16="http://schemas.microsoft.com/office/drawing/2014/main" id="{5B92D5BE-BC48-1905-E6E7-8CBE28DC5139}"/>
              </a:ext>
            </a:extLst>
          </p:cNvPr>
          <p:cNvGraphicFramePr>
            <a:graphicFrameLocks noGrp="1"/>
          </p:cNvGraphicFramePr>
          <p:nvPr>
            <p:ph/>
          </p:nvPr>
        </p:nvGraphicFramePr>
        <p:xfrm>
          <a:off x="1920875" y="1376364"/>
          <a:ext cx="8351838" cy="5081590"/>
        </p:xfrm>
        <a:graphic>
          <a:graphicData uri="http://schemas.openxmlformats.org/drawingml/2006/table">
            <a:tbl>
              <a:tblPr/>
              <a:tblGrid>
                <a:gridCol w="2070100">
                  <a:extLst>
                    <a:ext uri="{9D8B030D-6E8A-4147-A177-3AD203B41FA5}">
                      <a16:colId xmlns:a16="http://schemas.microsoft.com/office/drawing/2014/main" val="20000"/>
                    </a:ext>
                  </a:extLst>
                </a:gridCol>
                <a:gridCol w="2055813">
                  <a:extLst>
                    <a:ext uri="{9D8B030D-6E8A-4147-A177-3AD203B41FA5}">
                      <a16:colId xmlns:a16="http://schemas.microsoft.com/office/drawing/2014/main" val="20001"/>
                    </a:ext>
                  </a:extLst>
                </a:gridCol>
                <a:gridCol w="2063750">
                  <a:extLst>
                    <a:ext uri="{9D8B030D-6E8A-4147-A177-3AD203B41FA5}">
                      <a16:colId xmlns:a16="http://schemas.microsoft.com/office/drawing/2014/main" val="20002"/>
                    </a:ext>
                  </a:extLst>
                </a:gridCol>
                <a:gridCol w="2162175">
                  <a:extLst>
                    <a:ext uri="{9D8B030D-6E8A-4147-A177-3AD203B41FA5}">
                      <a16:colId xmlns:a16="http://schemas.microsoft.com/office/drawing/2014/main" val="20003"/>
                    </a:ext>
                  </a:extLst>
                </a:gridCol>
              </a:tblGrid>
              <a:tr h="36578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单词符号</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种别编码</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助忆符</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内码值</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504">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DIM</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$DIM</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5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IF</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IF</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5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DO</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DO</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5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STOP</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4</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STOP</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END </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5</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END</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标识符</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6</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ID</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内部字符串 </a:t>
                      </a: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ASCII</a:t>
                      </a: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码</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常数（整） </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7</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$INT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标准二进制形式</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8</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ASSIGN</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 </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9</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PLUS</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10</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STAR</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11</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POWER</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 </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12</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COMMA</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7679">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13</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LPAR</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35302">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14</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en-US" altLang="zh-CN" sz="1600" b="1" i="0" u="none" strike="noStrike" cap="none" normalizeH="0" baseline="0">
                          <a:ln>
                            <a:noFill/>
                          </a:ln>
                          <a:solidFill>
                            <a:schemeClr val="tx2"/>
                          </a:solidFill>
                          <a:effectLst/>
                          <a:latin typeface="Arial" panose="020B0604020202020204" pitchFamily="34" charset="0"/>
                          <a:ea typeface="宋体" panose="02010600030101010101" pitchFamily="2" charset="-122"/>
                        </a:rPr>
                        <a:t>$ RPAR</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tabLst>
                          <a:tab pos="2868613" algn="l"/>
                          <a:tab pos="4926013" algn="l"/>
                        </a:tabLst>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tabLst>
                          <a:tab pos="2868613" algn="l"/>
                          <a:tab pos="4926013"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tabLst>
                          <a:tab pos="2868613" algn="l"/>
                          <a:tab pos="4926013"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tabLst>
                          <a:tab pos="2868613" algn="l"/>
                          <a:tab pos="4926013"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tab pos="2868613" algn="l"/>
                          <a:tab pos="4926013" algn="l"/>
                        </a:tabLst>
                      </a:pPr>
                      <a:r>
                        <a:rPr kumimoji="0" lang="zh-CN" altLang="en-US" sz="16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a:t>
                      </a:r>
                    </a:p>
                  </a:txBody>
                  <a:tcPr marT="45725" marB="45725"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grpSp>
        <p:nvGrpSpPr>
          <p:cNvPr id="2" name="Group 84">
            <a:extLst>
              <a:ext uri="{FF2B5EF4-FFF2-40B4-BE49-F238E27FC236}">
                <a16:creationId xmlns:a16="http://schemas.microsoft.com/office/drawing/2014/main" id="{62C79CDE-0B87-6D13-8091-4A60088B949B}"/>
              </a:ext>
            </a:extLst>
          </p:cNvPr>
          <p:cNvGrpSpPr>
            <a:grpSpLocks/>
          </p:cNvGrpSpPr>
          <p:nvPr/>
        </p:nvGrpSpPr>
        <p:grpSpPr bwMode="auto">
          <a:xfrm>
            <a:off x="1703388" y="476250"/>
            <a:ext cx="8820150" cy="598488"/>
            <a:chOff x="0" y="255"/>
            <a:chExt cx="2472" cy="408"/>
          </a:xfrm>
        </p:grpSpPr>
        <p:grpSp>
          <p:nvGrpSpPr>
            <p:cNvPr id="68693" name="Group 85">
              <a:extLst>
                <a:ext uri="{FF2B5EF4-FFF2-40B4-BE49-F238E27FC236}">
                  <a16:creationId xmlns:a16="http://schemas.microsoft.com/office/drawing/2014/main" id="{67127C9D-2346-065F-A7A7-49FCD362094A}"/>
                </a:ext>
              </a:extLst>
            </p:cNvPr>
            <p:cNvGrpSpPr>
              <a:grpSpLocks/>
            </p:cNvGrpSpPr>
            <p:nvPr/>
          </p:nvGrpSpPr>
          <p:grpSpPr bwMode="auto">
            <a:xfrm>
              <a:off x="0" y="255"/>
              <a:ext cx="2472" cy="408"/>
              <a:chOff x="720" y="480"/>
              <a:chExt cx="4224" cy="1390"/>
            </a:xfrm>
          </p:grpSpPr>
          <p:graphicFrame>
            <p:nvGraphicFramePr>
              <p:cNvPr id="68695" name="Object 86">
                <a:extLst>
                  <a:ext uri="{FF2B5EF4-FFF2-40B4-BE49-F238E27FC236}">
                    <a16:creationId xmlns:a16="http://schemas.microsoft.com/office/drawing/2014/main" id="{F40F4250-3521-0059-64E0-EE6AEF24BD7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68695" name="Object 86">
                            <a:extLst>
                              <a:ext uri="{FF2B5EF4-FFF2-40B4-BE49-F238E27FC236}">
                                <a16:creationId xmlns:a16="http://schemas.microsoft.com/office/drawing/2014/main" id="{F40F4250-3521-0059-64E0-EE6AEF24BD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96" name="Object 87">
                <a:extLst>
                  <a:ext uri="{FF2B5EF4-FFF2-40B4-BE49-F238E27FC236}">
                    <a16:creationId xmlns:a16="http://schemas.microsoft.com/office/drawing/2014/main" id="{E04DFA22-9A10-24DB-F04E-EA1050BC6F8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68696" name="Object 87">
                            <a:extLst>
                              <a:ext uri="{FF2B5EF4-FFF2-40B4-BE49-F238E27FC236}">
                                <a16:creationId xmlns:a16="http://schemas.microsoft.com/office/drawing/2014/main" id="{E04DFA22-9A10-24DB-F04E-EA1050BC6F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8694" name="Text Box 88">
              <a:extLst>
                <a:ext uri="{FF2B5EF4-FFF2-40B4-BE49-F238E27FC236}">
                  <a16:creationId xmlns:a16="http://schemas.microsoft.com/office/drawing/2014/main" id="{1376B110-D1B8-8F0D-5465-660A44C7F9F4}"/>
                </a:ext>
              </a:extLst>
            </p:cNvPr>
            <p:cNvSpPr txBox="1">
              <a:spLocks noChangeArrowheads="1"/>
            </p:cNvSpPr>
            <p:nvPr/>
          </p:nvSpPr>
          <p:spPr bwMode="auto">
            <a:xfrm>
              <a:off x="22" y="346"/>
              <a:ext cx="241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3-5</a:t>
              </a:r>
              <a:r>
                <a:rPr lang="zh-CN" altLang="en-US" sz="2000" b="1">
                  <a:solidFill>
                    <a:srgbClr val="003399"/>
                  </a:solidFill>
                  <a:latin typeface="宋体" panose="02010600030101010101" pitchFamily="2" charset="-122"/>
                </a:rPr>
                <a:t>：综合实例</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做出识别下表所示的小语言的</a:t>
              </a:r>
              <a:r>
                <a:rPr lang="zh-CN" altLang="en-US" sz="2000" b="1">
                  <a:solidFill>
                    <a:srgbClr val="FF0000"/>
                  </a:solidFill>
                  <a:latin typeface="宋体" panose="02010600030101010101" pitchFamily="2" charset="-122"/>
                </a:rPr>
                <a:t>单词符号</a:t>
              </a:r>
              <a:r>
                <a:rPr lang="zh-CN" altLang="en-US" sz="2000" b="1">
                  <a:solidFill>
                    <a:srgbClr val="003399"/>
                  </a:solidFill>
                  <a:latin typeface="宋体" panose="02010600030101010101" pitchFamily="2" charset="-122"/>
                </a:rPr>
                <a:t>的状态转换图</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02402"/>
                                        </p:tgtEl>
                                        <p:attrNameLst>
                                          <p:attrName>style.visibility</p:attrName>
                                        </p:attrNameLst>
                                      </p:cBhvr>
                                      <p:to>
                                        <p:strVal val="visible"/>
                                      </p:to>
                                    </p:set>
                                    <p:animEffect transition="in" filter="fade">
                                      <p:cBhvr>
                                        <p:cTn id="11" dur="2000"/>
                                        <p:tgtEl>
                                          <p:spTgt spid="102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CF5F053-716B-E5DA-2C6E-9541336CEC55}"/>
              </a:ext>
            </a:extLst>
          </p:cNvPr>
          <p:cNvGrpSpPr>
            <a:grpSpLocks/>
          </p:cNvGrpSpPr>
          <p:nvPr/>
        </p:nvGrpSpPr>
        <p:grpSpPr bwMode="auto">
          <a:xfrm>
            <a:off x="5230814" y="404814"/>
            <a:ext cx="5329237" cy="6237287"/>
            <a:chOff x="2154" y="255"/>
            <a:chExt cx="3357" cy="3929"/>
          </a:xfrm>
        </p:grpSpPr>
        <p:sp>
          <p:nvSpPr>
            <p:cNvPr id="70665" name="Text Box 3">
              <a:extLst>
                <a:ext uri="{FF2B5EF4-FFF2-40B4-BE49-F238E27FC236}">
                  <a16:creationId xmlns:a16="http://schemas.microsoft.com/office/drawing/2014/main" id="{9F9C2D37-0D31-DBFE-3A7D-837B5B62420F}"/>
                </a:ext>
              </a:extLst>
            </p:cNvPr>
            <p:cNvSpPr txBox="1">
              <a:spLocks noChangeArrowheads="1"/>
            </p:cNvSpPr>
            <p:nvPr/>
          </p:nvSpPr>
          <p:spPr bwMode="auto">
            <a:xfrm>
              <a:off x="5239" y="219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grpSp>
          <p:nvGrpSpPr>
            <p:cNvPr id="70666" name="Group 4">
              <a:extLst>
                <a:ext uri="{FF2B5EF4-FFF2-40B4-BE49-F238E27FC236}">
                  <a16:creationId xmlns:a16="http://schemas.microsoft.com/office/drawing/2014/main" id="{3B962D92-C36A-09BE-D3A1-F9F4DEF217E2}"/>
                </a:ext>
              </a:extLst>
            </p:cNvPr>
            <p:cNvGrpSpPr>
              <a:grpSpLocks/>
            </p:cNvGrpSpPr>
            <p:nvPr/>
          </p:nvGrpSpPr>
          <p:grpSpPr bwMode="auto">
            <a:xfrm>
              <a:off x="2154" y="255"/>
              <a:ext cx="3357" cy="3929"/>
              <a:chOff x="385" y="210"/>
              <a:chExt cx="3357" cy="3929"/>
            </a:xfrm>
          </p:grpSpPr>
          <p:sp>
            <p:nvSpPr>
              <p:cNvPr id="70667" name="Line 5">
                <a:extLst>
                  <a:ext uri="{FF2B5EF4-FFF2-40B4-BE49-F238E27FC236}">
                    <a16:creationId xmlns:a16="http://schemas.microsoft.com/office/drawing/2014/main" id="{8DC23272-BFA8-9DA9-405D-513947A6E8BA}"/>
                  </a:ext>
                </a:extLst>
              </p:cNvPr>
              <p:cNvSpPr>
                <a:spLocks noChangeShapeType="1"/>
              </p:cNvSpPr>
              <p:nvPr/>
            </p:nvSpPr>
            <p:spPr bwMode="auto">
              <a:xfrm>
                <a:off x="748" y="3340"/>
                <a:ext cx="10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68" name="Line 6">
                <a:extLst>
                  <a:ext uri="{FF2B5EF4-FFF2-40B4-BE49-F238E27FC236}">
                    <a16:creationId xmlns:a16="http://schemas.microsoft.com/office/drawing/2014/main" id="{B4528EDD-5067-4F5C-ED49-8ACCA8484961}"/>
                  </a:ext>
                </a:extLst>
              </p:cNvPr>
              <p:cNvSpPr>
                <a:spLocks noChangeShapeType="1"/>
              </p:cNvSpPr>
              <p:nvPr/>
            </p:nvSpPr>
            <p:spPr bwMode="auto">
              <a:xfrm>
                <a:off x="748" y="1752"/>
                <a:ext cx="9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70669" name="Group 7">
                <a:extLst>
                  <a:ext uri="{FF2B5EF4-FFF2-40B4-BE49-F238E27FC236}">
                    <a16:creationId xmlns:a16="http://schemas.microsoft.com/office/drawing/2014/main" id="{932C02F1-082D-9ECE-E199-974EA356F8AD}"/>
                  </a:ext>
                </a:extLst>
              </p:cNvPr>
              <p:cNvGrpSpPr>
                <a:grpSpLocks/>
              </p:cNvGrpSpPr>
              <p:nvPr/>
            </p:nvGrpSpPr>
            <p:grpSpPr bwMode="auto">
              <a:xfrm>
                <a:off x="385" y="210"/>
                <a:ext cx="3356" cy="708"/>
                <a:chOff x="295" y="436"/>
                <a:chExt cx="3356" cy="708"/>
              </a:xfrm>
            </p:grpSpPr>
            <p:sp>
              <p:nvSpPr>
                <p:cNvPr id="70710" name="Line 8">
                  <a:extLst>
                    <a:ext uri="{FF2B5EF4-FFF2-40B4-BE49-F238E27FC236}">
                      <a16:creationId xmlns:a16="http://schemas.microsoft.com/office/drawing/2014/main" id="{33F3A42F-8152-57E2-7119-3006200C25AF}"/>
                    </a:ext>
                  </a:extLst>
                </p:cNvPr>
                <p:cNvSpPr>
                  <a:spLocks noChangeShapeType="1"/>
                </p:cNvSpPr>
                <p:nvPr/>
              </p:nvSpPr>
              <p:spPr bwMode="auto">
                <a:xfrm>
                  <a:off x="1973" y="981"/>
                  <a:ext cx="11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70711" name="Group 9">
                  <a:extLst>
                    <a:ext uri="{FF2B5EF4-FFF2-40B4-BE49-F238E27FC236}">
                      <a16:creationId xmlns:a16="http://schemas.microsoft.com/office/drawing/2014/main" id="{8F5FE18B-8C96-7A15-EE00-CC00BA06566F}"/>
                    </a:ext>
                  </a:extLst>
                </p:cNvPr>
                <p:cNvGrpSpPr>
                  <a:grpSpLocks/>
                </p:cNvGrpSpPr>
                <p:nvPr/>
              </p:nvGrpSpPr>
              <p:grpSpPr bwMode="auto">
                <a:xfrm>
                  <a:off x="295" y="436"/>
                  <a:ext cx="3356" cy="708"/>
                  <a:chOff x="295" y="436"/>
                  <a:chExt cx="3356" cy="708"/>
                </a:xfrm>
              </p:grpSpPr>
              <p:sp>
                <p:nvSpPr>
                  <p:cNvPr id="70712" name="AutoShape 10">
                    <a:extLst>
                      <a:ext uri="{FF2B5EF4-FFF2-40B4-BE49-F238E27FC236}">
                        <a16:creationId xmlns:a16="http://schemas.microsoft.com/office/drawing/2014/main" id="{0C42ECE2-084F-A549-D625-FDED9B685FBE}"/>
                      </a:ext>
                    </a:extLst>
                  </p:cNvPr>
                  <p:cNvSpPr>
                    <a:spLocks noChangeArrowheads="1"/>
                  </p:cNvSpPr>
                  <p:nvPr/>
                </p:nvSpPr>
                <p:spPr bwMode="auto">
                  <a:xfrm>
                    <a:off x="1610" y="790"/>
                    <a:ext cx="361"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70713" name="AutoShape 11">
                    <a:extLst>
                      <a:ext uri="{FF2B5EF4-FFF2-40B4-BE49-F238E27FC236}">
                        <a16:creationId xmlns:a16="http://schemas.microsoft.com/office/drawing/2014/main" id="{D616CD91-C60C-D7FC-2CB0-EC0C2FEF7692}"/>
                      </a:ext>
                    </a:extLst>
                  </p:cNvPr>
                  <p:cNvSpPr>
                    <a:spLocks noChangeArrowheads="1"/>
                  </p:cNvSpPr>
                  <p:nvPr/>
                </p:nvSpPr>
                <p:spPr bwMode="auto">
                  <a:xfrm>
                    <a:off x="3107" y="790"/>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70714" name="AutoShape 12">
                    <a:extLst>
                      <a:ext uri="{FF2B5EF4-FFF2-40B4-BE49-F238E27FC236}">
                        <a16:creationId xmlns:a16="http://schemas.microsoft.com/office/drawing/2014/main" id="{9B6E9D3D-EBC6-A393-5B06-44BB89A2F280}"/>
                      </a:ext>
                    </a:extLst>
                  </p:cNvPr>
                  <p:cNvSpPr>
                    <a:spLocks noChangeArrowheads="1"/>
                  </p:cNvSpPr>
                  <p:nvPr/>
                </p:nvSpPr>
                <p:spPr bwMode="auto">
                  <a:xfrm>
                    <a:off x="431" y="790"/>
                    <a:ext cx="361"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70715" name="Line 13">
                    <a:extLst>
                      <a:ext uri="{FF2B5EF4-FFF2-40B4-BE49-F238E27FC236}">
                        <a16:creationId xmlns:a16="http://schemas.microsoft.com/office/drawing/2014/main" id="{045D22EE-A045-CBEA-E084-49E577518955}"/>
                      </a:ext>
                    </a:extLst>
                  </p:cNvPr>
                  <p:cNvSpPr>
                    <a:spLocks noChangeShapeType="1"/>
                  </p:cNvSpPr>
                  <p:nvPr/>
                </p:nvSpPr>
                <p:spPr bwMode="auto">
                  <a:xfrm>
                    <a:off x="793" y="981"/>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716" name="Text Box 14">
                    <a:extLst>
                      <a:ext uri="{FF2B5EF4-FFF2-40B4-BE49-F238E27FC236}">
                        <a16:creationId xmlns:a16="http://schemas.microsoft.com/office/drawing/2014/main" id="{51725680-FA23-034B-CC23-0212E0363500}"/>
                      </a:ext>
                    </a:extLst>
                  </p:cNvPr>
                  <p:cNvSpPr txBox="1">
                    <a:spLocks noChangeArrowheads="1"/>
                  </p:cNvSpPr>
                  <p:nvPr/>
                </p:nvSpPr>
                <p:spPr bwMode="auto">
                  <a:xfrm>
                    <a:off x="930" y="754"/>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70717" name="Text Box 15">
                    <a:extLst>
                      <a:ext uri="{FF2B5EF4-FFF2-40B4-BE49-F238E27FC236}">
                        <a16:creationId xmlns:a16="http://schemas.microsoft.com/office/drawing/2014/main" id="{E4647648-34CD-FDC5-2BFE-4B1B77F7042D}"/>
                      </a:ext>
                    </a:extLst>
                  </p:cNvPr>
                  <p:cNvSpPr txBox="1">
                    <a:spLocks noChangeArrowheads="1"/>
                  </p:cNvSpPr>
                  <p:nvPr/>
                </p:nvSpPr>
                <p:spPr bwMode="auto">
                  <a:xfrm>
                    <a:off x="1837" y="754"/>
                    <a:ext cx="13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非字母与数字</a:t>
                    </a:r>
                  </a:p>
                </p:txBody>
              </p:sp>
              <p:sp>
                <p:nvSpPr>
                  <p:cNvPr id="70718" name="Text Box 16">
                    <a:extLst>
                      <a:ext uri="{FF2B5EF4-FFF2-40B4-BE49-F238E27FC236}">
                        <a16:creationId xmlns:a16="http://schemas.microsoft.com/office/drawing/2014/main" id="{8B71B409-3FAD-01AD-6EFE-F997F3738CE0}"/>
                      </a:ext>
                    </a:extLst>
                  </p:cNvPr>
                  <p:cNvSpPr txBox="1">
                    <a:spLocks noChangeArrowheads="1"/>
                  </p:cNvSpPr>
                  <p:nvPr/>
                </p:nvSpPr>
                <p:spPr bwMode="auto">
                  <a:xfrm>
                    <a:off x="1156" y="436"/>
                    <a:ext cx="12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sp>
                <p:nvSpPr>
                  <p:cNvPr id="70719" name="Text Box 17">
                    <a:extLst>
                      <a:ext uri="{FF2B5EF4-FFF2-40B4-BE49-F238E27FC236}">
                        <a16:creationId xmlns:a16="http://schemas.microsoft.com/office/drawing/2014/main" id="{E136073F-7C3C-CBA7-A47A-6CC60C461DC4}"/>
                      </a:ext>
                    </a:extLst>
                  </p:cNvPr>
                  <p:cNvSpPr txBox="1">
                    <a:spLocks noChangeArrowheads="1"/>
                  </p:cNvSpPr>
                  <p:nvPr/>
                </p:nvSpPr>
                <p:spPr bwMode="auto">
                  <a:xfrm>
                    <a:off x="3379" y="618"/>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grpSp>
                <p:nvGrpSpPr>
                  <p:cNvPr id="70720" name="Group 18">
                    <a:extLst>
                      <a:ext uri="{FF2B5EF4-FFF2-40B4-BE49-F238E27FC236}">
                        <a16:creationId xmlns:a16="http://schemas.microsoft.com/office/drawing/2014/main" id="{660CA7F0-026E-00D1-BFCA-03324F301568}"/>
                      </a:ext>
                    </a:extLst>
                  </p:cNvPr>
                  <p:cNvGrpSpPr>
                    <a:grpSpLocks/>
                  </p:cNvGrpSpPr>
                  <p:nvPr/>
                </p:nvGrpSpPr>
                <p:grpSpPr bwMode="auto">
                  <a:xfrm>
                    <a:off x="1610" y="663"/>
                    <a:ext cx="284" cy="182"/>
                    <a:chOff x="1609" y="482"/>
                    <a:chExt cx="284" cy="317"/>
                  </a:xfrm>
                </p:grpSpPr>
                <p:sp>
                  <p:nvSpPr>
                    <p:cNvPr id="70725" name="Arc 19">
                      <a:extLst>
                        <a:ext uri="{FF2B5EF4-FFF2-40B4-BE49-F238E27FC236}">
                          <a16:creationId xmlns:a16="http://schemas.microsoft.com/office/drawing/2014/main" id="{F5A8B0BE-0D80-DB32-9E46-3F031D2A61F4}"/>
                        </a:ext>
                      </a:extLst>
                    </p:cNvPr>
                    <p:cNvSpPr>
                      <a:spLocks/>
                    </p:cNvSpPr>
                    <p:nvPr/>
                  </p:nvSpPr>
                  <p:spPr bwMode="auto">
                    <a:xfrm rot="5271687" flipH="1" flipV="1">
                      <a:off x="1620" y="503"/>
                      <a:ext cx="293" cy="252"/>
                    </a:xfrm>
                    <a:custGeom>
                      <a:avLst/>
                      <a:gdLst>
                        <a:gd name="T0" fmla="*/ 0 w 37212"/>
                        <a:gd name="T1" fmla="*/ 0 h 43200"/>
                        <a:gd name="T2" fmla="*/ 0 w 37212"/>
                        <a:gd name="T3" fmla="*/ 0 h 43200"/>
                        <a:gd name="T4" fmla="*/ 0 w 37212"/>
                        <a:gd name="T5" fmla="*/ 0 h 43200"/>
                        <a:gd name="T6" fmla="*/ 0 60000 65536"/>
                        <a:gd name="T7" fmla="*/ 0 60000 65536"/>
                        <a:gd name="T8" fmla="*/ 0 60000 65536"/>
                        <a:gd name="T9" fmla="*/ 0 w 37212"/>
                        <a:gd name="T10" fmla="*/ 0 h 43200"/>
                        <a:gd name="T11" fmla="*/ 37212 w 37212"/>
                        <a:gd name="T12" fmla="*/ 43200 h 43200"/>
                      </a:gdLst>
                      <a:ahLst/>
                      <a:cxnLst>
                        <a:cxn ang="T6">
                          <a:pos x="T0" y="T1"/>
                        </a:cxn>
                        <a:cxn ang="T7">
                          <a:pos x="T2" y="T3"/>
                        </a:cxn>
                        <a:cxn ang="T8">
                          <a:pos x="T4" y="T5"/>
                        </a:cxn>
                      </a:cxnLst>
                      <a:rect l="T9" t="T10" r="T11" b="T12"/>
                      <a:pathLst>
                        <a:path w="37212" h="43200" fill="none"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path>
                        <a:path w="37212" h="43200" stroke="0"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lnTo>
                            <a:pt x="15612" y="21600"/>
                          </a:lnTo>
                          <a:lnTo>
                            <a:pt x="10242"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726" name="Line 20">
                      <a:extLst>
                        <a:ext uri="{FF2B5EF4-FFF2-40B4-BE49-F238E27FC236}">
                          <a16:creationId xmlns:a16="http://schemas.microsoft.com/office/drawing/2014/main" id="{843CE49E-F85E-FCB4-B24B-89FD852D54DB}"/>
                        </a:ext>
                      </a:extLst>
                    </p:cNvPr>
                    <p:cNvSpPr>
                      <a:spLocks noChangeShapeType="1"/>
                    </p:cNvSpPr>
                    <p:nvPr/>
                  </p:nvSpPr>
                  <p:spPr bwMode="auto">
                    <a:xfrm>
                      <a:off x="1609" y="708"/>
                      <a:ext cx="91" cy="9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70721" name="Group 21">
                    <a:extLst>
                      <a:ext uri="{FF2B5EF4-FFF2-40B4-BE49-F238E27FC236}">
                        <a16:creationId xmlns:a16="http://schemas.microsoft.com/office/drawing/2014/main" id="{968D0867-F41E-9B18-D7EF-958D129E5051}"/>
                      </a:ext>
                    </a:extLst>
                  </p:cNvPr>
                  <p:cNvGrpSpPr>
                    <a:grpSpLocks/>
                  </p:cNvGrpSpPr>
                  <p:nvPr/>
                </p:nvGrpSpPr>
                <p:grpSpPr bwMode="auto">
                  <a:xfrm>
                    <a:off x="431" y="666"/>
                    <a:ext cx="283" cy="181"/>
                    <a:chOff x="2381" y="2296"/>
                    <a:chExt cx="283" cy="317"/>
                  </a:xfrm>
                </p:grpSpPr>
                <p:sp>
                  <p:nvSpPr>
                    <p:cNvPr id="70723" name="Arc 22">
                      <a:extLst>
                        <a:ext uri="{FF2B5EF4-FFF2-40B4-BE49-F238E27FC236}">
                          <a16:creationId xmlns:a16="http://schemas.microsoft.com/office/drawing/2014/main" id="{D2F0AF75-D588-2C29-9304-7C3A7A9CE592}"/>
                        </a:ext>
                      </a:extLst>
                    </p:cNvPr>
                    <p:cNvSpPr>
                      <a:spLocks/>
                    </p:cNvSpPr>
                    <p:nvPr/>
                  </p:nvSpPr>
                  <p:spPr bwMode="auto">
                    <a:xfrm rot="5271687" flipH="1" flipV="1">
                      <a:off x="2391" y="2317"/>
                      <a:ext cx="293" cy="252"/>
                    </a:xfrm>
                    <a:custGeom>
                      <a:avLst/>
                      <a:gdLst>
                        <a:gd name="T0" fmla="*/ 0 w 37212"/>
                        <a:gd name="T1" fmla="*/ 0 h 43200"/>
                        <a:gd name="T2" fmla="*/ 0 w 37212"/>
                        <a:gd name="T3" fmla="*/ 0 h 43200"/>
                        <a:gd name="T4" fmla="*/ 0 w 37212"/>
                        <a:gd name="T5" fmla="*/ 0 h 43200"/>
                        <a:gd name="T6" fmla="*/ 0 60000 65536"/>
                        <a:gd name="T7" fmla="*/ 0 60000 65536"/>
                        <a:gd name="T8" fmla="*/ 0 60000 65536"/>
                        <a:gd name="T9" fmla="*/ 0 w 37212"/>
                        <a:gd name="T10" fmla="*/ 0 h 43200"/>
                        <a:gd name="T11" fmla="*/ 37212 w 37212"/>
                        <a:gd name="T12" fmla="*/ 43200 h 43200"/>
                      </a:gdLst>
                      <a:ahLst/>
                      <a:cxnLst>
                        <a:cxn ang="T6">
                          <a:pos x="T0" y="T1"/>
                        </a:cxn>
                        <a:cxn ang="T7">
                          <a:pos x="T2" y="T3"/>
                        </a:cxn>
                        <a:cxn ang="T8">
                          <a:pos x="T4" y="T5"/>
                        </a:cxn>
                      </a:cxnLst>
                      <a:rect l="T9" t="T10" r="T11" b="T12"/>
                      <a:pathLst>
                        <a:path w="37212" h="43200" fill="none"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path>
                        <a:path w="37212" h="43200" stroke="0"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lnTo>
                            <a:pt x="15612" y="21600"/>
                          </a:lnTo>
                          <a:lnTo>
                            <a:pt x="10242"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724" name="Line 23">
                      <a:extLst>
                        <a:ext uri="{FF2B5EF4-FFF2-40B4-BE49-F238E27FC236}">
                          <a16:creationId xmlns:a16="http://schemas.microsoft.com/office/drawing/2014/main" id="{C6F2CCDE-2F98-7968-8886-6758BEBF5C1D}"/>
                        </a:ext>
                      </a:extLst>
                    </p:cNvPr>
                    <p:cNvSpPr>
                      <a:spLocks noChangeShapeType="1"/>
                    </p:cNvSpPr>
                    <p:nvPr/>
                  </p:nvSpPr>
                  <p:spPr bwMode="auto">
                    <a:xfrm>
                      <a:off x="2381" y="2523"/>
                      <a:ext cx="90" cy="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70722" name="Text Box 24">
                    <a:extLst>
                      <a:ext uri="{FF2B5EF4-FFF2-40B4-BE49-F238E27FC236}">
                        <a16:creationId xmlns:a16="http://schemas.microsoft.com/office/drawing/2014/main" id="{B747B6F3-608E-CB3F-4E7C-7A883DE7CA79}"/>
                      </a:ext>
                    </a:extLst>
                  </p:cNvPr>
                  <p:cNvSpPr txBox="1">
                    <a:spLocks noChangeArrowheads="1"/>
                  </p:cNvSpPr>
                  <p:nvPr/>
                </p:nvSpPr>
                <p:spPr bwMode="auto">
                  <a:xfrm>
                    <a:off x="295" y="436"/>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空白</a:t>
                    </a:r>
                  </a:p>
                </p:txBody>
              </p:sp>
            </p:grpSp>
          </p:grpSp>
          <p:sp>
            <p:nvSpPr>
              <p:cNvPr id="70670" name="Line 25">
                <a:extLst>
                  <a:ext uri="{FF2B5EF4-FFF2-40B4-BE49-F238E27FC236}">
                    <a16:creationId xmlns:a16="http://schemas.microsoft.com/office/drawing/2014/main" id="{75D87620-69A0-4744-4F0F-D3955D73237D}"/>
                  </a:ext>
                </a:extLst>
              </p:cNvPr>
              <p:cNvSpPr>
                <a:spLocks noChangeShapeType="1"/>
              </p:cNvSpPr>
              <p:nvPr/>
            </p:nvSpPr>
            <p:spPr bwMode="auto">
              <a:xfrm>
                <a:off x="748" y="936"/>
                <a:ext cx="0" cy="30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71" name="AutoShape 26">
                <a:extLst>
                  <a:ext uri="{FF2B5EF4-FFF2-40B4-BE49-F238E27FC236}">
                    <a16:creationId xmlns:a16="http://schemas.microsoft.com/office/drawing/2014/main" id="{0658B70B-C31F-A4D8-2F3C-981EEDF72A30}"/>
                  </a:ext>
                </a:extLst>
              </p:cNvPr>
              <p:cNvSpPr>
                <a:spLocks noChangeArrowheads="1"/>
              </p:cNvSpPr>
              <p:nvPr/>
            </p:nvSpPr>
            <p:spPr bwMode="auto">
              <a:xfrm>
                <a:off x="1746" y="1562"/>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5</a:t>
                </a:r>
              </a:p>
            </p:txBody>
          </p:sp>
          <p:grpSp>
            <p:nvGrpSpPr>
              <p:cNvPr id="70672" name="Group 27">
                <a:extLst>
                  <a:ext uri="{FF2B5EF4-FFF2-40B4-BE49-F238E27FC236}">
                    <a16:creationId xmlns:a16="http://schemas.microsoft.com/office/drawing/2014/main" id="{9F0BA418-BD77-857A-EF8E-1DC02782E681}"/>
                  </a:ext>
                </a:extLst>
              </p:cNvPr>
              <p:cNvGrpSpPr>
                <a:grpSpLocks/>
              </p:cNvGrpSpPr>
              <p:nvPr/>
            </p:nvGrpSpPr>
            <p:grpSpPr bwMode="auto">
              <a:xfrm>
                <a:off x="748" y="845"/>
                <a:ext cx="2994" cy="695"/>
                <a:chOff x="612" y="1307"/>
                <a:chExt cx="2994" cy="695"/>
              </a:xfrm>
            </p:grpSpPr>
            <p:sp>
              <p:nvSpPr>
                <p:cNvPr id="70699" name="Line 28">
                  <a:extLst>
                    <a:ext uri="{FF2B5EF4-FFF2-40B4-BE49-F238E27FC236}">
                      <a16:creationId xmlns:a16="http://schemas.microsoft.com/office/drawing/2014/main" id="{DA445D9A-F2DD-6D8D-5E27-D02CA4A47A41}"/>
                    </a:ext>
                  </a:extLst>
                </p:cNvPr>
                <p:cNvSpPr>
                  <a:spLocks noChangeShapeType="1"/>
                </p:cNvSpPr>
                <p:nvPr/>
              </p:nvSpPr>
              <p:spPr bwMode="auto">
                <a:xfrm>
                  <a:off x="1973" y="1851"/>
                  <a:ext cx="10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700" name="AutoShape 29">
                  <a:extLst>
                    <a:ext uri="{FF2B5EF4-FFF2-40B4-BE49-F238E27FC236}">
                      <a16:creationId xmlns:a16="http://schemas.microsoft.com/office/drawing/2014/main" id="{544E22B1-5640-0D55-AEF9-D3EDB9F7976A}"/>
                    </a:ext>
                  </a:extLst>
                </p:cNvPr>
                <p:cNvSpPr>
                  <a:spLocks noChangeArrowheads="1"/>
                </p:cNvSpPr>
                <p:nvPr/>
              </p:nvSpPr>
              <p:spPr bwMode="auto">
                <a:xfrm>
                  <a:off x="3061" y="1639"/>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4</a:t>
                  </a:r>
                </a:p>
              </p:txBody>
            </p:sp>
            <p:sp>
              <p:nvSpPr>
                <p:cNvPr id="70701" name="AutoShape 30">
                  <a:extLst>
                    <a:ext uri="{FF2B5EF4-FFF2-40B4-BE49-F238E27FC236}">
                      <a16:creationId xmlns:a16="http://schemas.microsoft.com/office/drawing/2014/main" id="{274FCD9F-C815-C435-A7CE-1C59B00FD53A}"/>
                    </a:ext>
                  </a:extLst>
                </p:cNvPr>
                <p:cNvSpPr>
                  <a:spLocks noChangeArrowheads="1"/>
                </p:cNvSpPr>
                <p:nvPr/>
              </p:nvSpPr>
              <p:spPr bwMode="auto">
                <a:xfrm>
                  <a:off x="1610" y="1648"/>
                  <a:ext cx="361"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70702" name="Line 31">
                  <a:extLst>
                    <a:ext uri="{FF2B5EF4-FFF2-40B4-BE49-F238E27FC236}">
                      <a16:creationId xmlns:a16="http://schemas.microsoft.com/office/drawing/2014/main" id="{A9CA35FB-8388-A9CB-F904-400D738984D8}"/>
                    </a:ext>
                  </a:extLst>
                </p:cNvPr>
                <p:cNvSpPr>
                  <a:spLocks noChangeShapeType="1"/>
                </p:cNvSpPr>
                <p:nvPr/>
              </p:nvSpPr>
              <p:spPr bwMode="auto">
                <a:xfrm>
                  <a:off x="612" y="1851"/>
                  <a:ext cx="9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70703" name="Group 32">
                  <a:extLst>
                    <a:ext uri="{FF2B5EF4-FFF2-40B4-BE49-F238E27FC236}">
                      <a16:creationId xmlns:a16="http://schemas.microsoft.com/office/drawing/2014/main" id="{A18E535F-7360-4A6A-6E42-BD0580059439}"/>
                    </a:ext>
                  </a:extLst>
                </p:cNvPr>
                <p:cNvGrpSpPr>
                  <a:grpSpLocks/>
                </p:cNvGrpSpPr>
                <p:nvPr/>
              </p:nvGrpSpPr>
              <p:grpSpPr bwMode="auto">
                <a:xfrm>
                  <a:off x="1608" y="1537"/>
                  <a:ext cx="284" cy="159"/>
                  <a:chOff x="2381" y="2296"/>
                  <a:chExt cx="278" cy="317"/>
                </a:xfrm>
              </p:grpSpPr>
              <p:sp>
                <p:nvSpPr>
                  <p:cNvPr id="70708" name="Arc 33">
                    <a:extLst>
                      <a:ext uri="{FF2B5EF4-FFF2-40B4-BE49-F238E27FC236}">
                        <a16:creationId xmlns:a16="http://schemas.microsoft.com/office/drawing/2014/main" id="{8B53BB36-2973-FE38-1CCA-469C4335C08A}"/>
                      </a:ext>
                    </a:extLst>
                  </p:cNvPr>
                  <p:cNvSpPr>
                    <a:spLocks/>
                  </p:cNvSpPr>
                  <p:nvPr/>
                </p:nvSpPr>
                <p:spPr bwMode="auto">
                  <a:xfrm rot="5271687" flipH="1" flipV="1">
                    <a:off x="2389" y="2320"/>
                    <a:ext cx="294" cy="246"/>
                  </a:xfrm>
                  <a:custGeom>
                    <a:avLst/>
                    <a:gdLst>
                      <a:gd name="T0" fmla="*/ 0 w 37212"/>
                      <a:gd name="T1" fmla="*/ 0 h 43200"/>
                      <a:gd name="T2" fmla="*/ 0 w 37212"/>
                      <a:gd name="T3" fmla="*/ 0 h 43200"/>
                      <a:gd name="T4" fmla="*/ 0 w 37212"/>
                      <a:gd name="T5" fmla="*/ 0 h 43200"/>
                      <a:gd name="T6" fmla="*/ 0 60000 65536"/>
                      <a:gd name="T7" fmla="*/ 0 60000 65536"/>
                      <a:gd name="T8" fmla="*/ 0 60000 65536"/>
                      <a:gd name="T9" fmla="*/ 0 w 37212"/>
                      <a:gd name="T10" fmla="*/ 0 h 43200"/>
                      <a:gd name="T11" fmla="*/ 37212 w 37212"/>
                      <a:gd name="T12" fmla="*/ 43200 h 43200"/>
                    </a:gdLst>
                    <a:ahLst/>
                    <a:cxnLst>
                      <a:cxn ang="T6">
                        <a:pos x="T0" y="T1"/>
                      </a:cxn>
                      <a:cxn ang="T7">
                        <a:pos x="T2" y="T3"/>
                      </a:cxn>
                      <a:cxn ang="T8">
                        <a:pos x="T4" y="T5"/>
                      </a:cxn>
                    </a:cxnLst>
                    <a:rect l="T9" t="T10" r="T11" b="T12"/>
                    <a:pathLst>
                      <a:path w="37212" h="43200" fill="none"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path>
                      <a:path w="37212" h="43200" stroke="0" extrusionOk="0">
                        <a:moveTo>
                          <a:pt x="10242" y="677"/>
                        </a:moveTo>
                        <a:cubicBezTo>
                          <a:pt x="11997" y="227"/>
                          <a:pt x="13800" y="-1"/>
                          <a:pt x="15612" y="0"/>
                        </a:cubicBezTo>
                        <a:cubicBezTo>
                          <a:pt x="27541" y="0"/>
                          <a:pt x="37212" y="9670"/>
                          <a:pt x="37212" y="21600"/>
                        </a:cubicBezTo>
                        <a:cubicBezTo>
                          <a:pt x="37212" y="33529"/>
                          <a:pt x="27541" y="43200"/>
                          <a:pt x="15612" y="43200"/>
                        </a:cubicBezTo>
                        <a:cubicBezTo>
                          <a:pt x="9715" y="43200"/>
                          <a:pt x="4074" y="40789"/>
                          <a:pt x="-1" y="36527"/>
                        </a:cubicBezTo>
                        <a:lnTo>
                          <a:pt x="15612" y="21600"/>
                        </a:lnTo>
                        <a:lnTo>
                          <a:pt x="10242"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709" name="Line 34">
                    <a:extLst>
                      <a:ext uri="{FF2B5EF4-FFF2-40B4-BE49-F238E27FC236}">
                        <a16:creationId xmlns:a16="http://schemas.microsoft.com/office/drawing/2014/main" id="{9F6664CF-E183-5ADA-37B5-3004F235A68C}"/>
                      </a:ext>
                    </a:extLst>
                  </p:cNvPr>
                  <p:cNvSpPr>
                    <a:spLocks noChangeShapeType="1"/>
                  </p:cNvSpPr>
                  <p:nvPr/>
                </p:nvSpPr>
                <p:spPr bwMode="auto">
                  <a:xfrm>
                    <a:off x="2381" y="2523"/>
                    <a:ext cx="90" cy="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70704" name="Text Box 35">
                  <a:extLst>
                    <a:ext uri="{FF2B5EF4-FFF2-40B4-BE49-F238E27FC236}">
                      <a16:creationId xmlns:a16="http://schemas.microsoft.com/office/drawing/2014/main" id="{B9694C03-C30A-A487-1A25-3E6F5FA1A918}"/>
                    </a:ext>
                  </a:extLst>
                </p:cNvPr>
                <p:cNvSpPr txBox="1">
                  <a:spLocks noChangeArrowheads="1"/>
                </p:cNvSpPr>
                <p:nvPr/>
              </p:nvSpPr>
              <p:spPr bwMode="auto">
                <a:xfrm>
                  <a:off x="930" y="1624"/>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70705" name="Text Box 36">
                  <a:extLst>
                    <a:ext uri="{FF2B5EF4-FFF2-40B4-BE49-F238E27FC236}">
                      <a16:creationId xmlns:a16="http://schemas.microsoft.com/office/drawing/2014/main" id="{6D184358-A62B-426A-7B4D-543FF6A19223}"/>
                    </a:ext>
                  </a:extLst>
                </p:cNvPr>
                <p:cNvSpPr txBox="1">
                  <a:spLocks noChangeArrowheads="1"/>
                </p:cNvSpPr>
                <p:nvPr/>
              </p:nvSpPr>
              <p:spPr bwMode="auto">
                <a:xfrm>
                  <a:off x="1519" y="1307"/>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70706" name="Text Box 37">
                  <a:extLst>
                    <a:ext uri="{FF2B5EF4-FFF2-40B4-BE49-F238E27FC236}">
                      <a16:creationId xmlns:a16="http://schemas.microsoft.com/office/drawing/2014/main" id="{087E4B74-83FD-187E-0AA0-F30EB6244B46}"/>
                    </a:ext>
                  </a:extLst>
                </p:cNvPr>
                <p:cNvSpPr txBox="1">
                  <a:spLocks noChangeArrowheads="1"/>
                </p:cNvSpPr>
                <p:nvPr/>
              </p:nvSpPr>
              <p:spPr bwMode="auto">
                <a:xfrm>
                  <a:off x="1791" y="1579"/>
                  <a:ext cx="13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非数字</a:t>
                  </a:r>
                </a:p>
              </p:txBody>
            </p:sp>
            <p:sp>
              <p:nvSpPr>
                <p:cNvPr id="70707" name="Text Box 38">
                  <a:extLst>
                    <a:ext uri="{FF2B5EF4-FFF2-40B4-BE49-F238E27FC236}">
                      <a16:creationId xmlns:a16="http://schemas.microsoft.com/office/drawing/2014/main" id="{6EAFF3DC-6831-34E5-4D07-F56EF89B3B4E}"/>
                    </a:ext>
                  </a:extLst>
                </p:cNvPr>
                <p:cNvSpPr txBox="1">
                  <a:spLocks noChangeArrowheads="1"/>
                </p:cNvSpPr>
                <p:nvPr/>
              </p:nvSpPr>
              <p:spPr bwMode="auto">
                <a:xfrm>
                  <a:off x="3334" y="147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grpSp>
          <p:sp>
            <p:nvSpPr>
              <p:cNvPr id="70673" name="AutoShape 39">
                <a:extLst>
                  <a:ext uri="{FF2B5EF4-FFF2-40B4-BE49-F238E27FC236}">
                    <a16:creationId xmlns:a16="http://schemas.microsoft.com/office/drawing/2014/main" id="{02386AEF-0BE6-018F-38EC-D3BBE070EEB9}"/>
                  </a:ext>
                </a:extLst>
              </p:cNvPr>
              <p:cNvSpPr>
                <a:spLocks noChangeArrowheads="1"/>
              </p:cNvSpPr>
              <p:nvPr/>
            </p:nvSpPr>
            <p:spPr bwMode="auto">
              <a:xfrm>
                <a:off x="1746" y="1925"/>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6</a:t>
                </a:r>
              </a:p>
            </p:txBody>
          </p:sp>
          <p:sp>
            <p:nvSpPr>
              <p:cNvPr id="70674" name="AutoShape 40">
                <a:extLst>
                  <a:ext uri="{FF2B5EF4-FFF2-40B4-BE49-F238E27FC236}">
                    <a16:creationId xmlns:a16="http://schemas.microsoft.com/office/drawing/2014/main" id="{CD08814E-2A7F-87DC-4114-8011DE041115}"/>
                  </a:ext>
                </a:extLst>
              </p:cNvPr>
              <p:cNvSpPr>
                <a:spLocks noChangeArrowheads="1"/>
              </p:cNvSpPr>
              <p:nvPr/>
            </p:nvSpPr>
            <p:spPr bwMode="auto">
              <a:xfrm>
                <a:off x="1791" y="2860"/>
                <a:ext cx="361" cy="3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68 h 21600"/>
                  <a:gd name="T26" fmla="*/ 18429 w 21600"/>
                  <a:gd name="T27" fmla="*/ 1843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600" b="1">
                    <a:solidFill>
                      <a:srgbClr val="003399"/>
                    </a:solidFill>
                    <a:latin typeface="宋体" panose="02010600030101010101" pitchFamily="2" charset="-122"/>
                  </a:rPr>
                  <a:t>10</a:t>
                </a:r>
              </a:p>
            </p:txBody>
          </p:sp>
          <p:sp>
            <p:nvSpPr>
              <p:cNvPr id="70675" name="AutoShape 41">
                <a:extLst>
                  <a:ext uri="{FF2B5EF4-FFF2-40B4-BE49-F238E27FC236}">
                    <a16:creationId xmlns:a16="http://schemas.microsoft.com/office/drawing/2014/main" id="{E57BB1B5-1FC9-B13A-5FE0-6038168C06BA}"/>
                  </a:ext>
                </a:extLst>
              </p:cNvPr>
              <p:cNvSpPr>
                <a:spLocks noChangeArrowheads="1"/>
              </p:cNvSpPr>
              <p:nvPr/>
            </p:nvSpPr>
            <p:spPr bwMode="auto">
              <a:xfrm>
                <a:off x="1791" y="3223"/>
                <a:ext cx="361" cy="3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68 h 21600"/>
                  <a:gd name="T26" fmla="*/ 18429 w 21600"/>
                  <a:gd name="T27" fmla="*/ 1843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600" b="1">
                    <a:solidFill>
                      <a:srgbClr val="003399"/>
                    </a:solidFill>
                    <a:latin typeface="宋体" panose="02010600030101010101" pitchFamily="2" charset="-122"/>
                  </a:rPr>
                  <a:t>11</a:t>
                </a:r>
              </a:p>
            </p:txBody>
          </p:sp>
          <p:sp>
            <p:nvSpPr>
              <p:cNvPr id="70676" name="AutoShape 42">
                <a:extLst>
                  <a:ext uri="{FF2B5EF4-FFF2-40B4-BE49-F238E27FC236}">
                    <a16:creationId xmlns:a16="http://schemas.microsoft.com/office/drawing/2014/main" id="{C90EEF8E-4809-1077-B64A-3B86719CBBC7}"/>
                  </a:ext>
                </a:extLst>
              </p:cNvPr>
              <p:cNvSpPr>
                <a:spLocks noChangeArrowheads="1"/>
              </p:cNvSpPr>
              <p:nvPr/>
            </p:nvSpPr>
            <p:spPr bwMode="auto">
              <a:xfrm>
                <a:off x="1791" y="3839"/>
                <a:ext cx="361" cy="3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68 h 21600"/>
                  <a:gd name="T26" fmla="*/ 18429 w 21600"/>
                  <a:gd name="T27" fmla="*/ 1843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600" b="1">
                    <a:solidFill>
                      <a:srgbClr val="003399"/>
                    </a:solidFill>
                    <a:latin typeface="宋体" panose="02010600030101010101" pitchFamily="2" charset="-122"/>
                  </a:rPr>
                  <a:t>13</a:t>
                </a:r>
              </a:p>
            </p:txBody>
          </p:sp>
          <p:sp>
            <p:nvSpPr>
              <p:cNvPr id="70677" name="Line 43">
                <a:extLst>
                  <a:ext uri="{FF2B5EF4-FFF2-40B4-BE49-F238E27FC236}">
                    <a16:creationId xmlns:a16="http://schemas.microsoft.com/office/drawing/2014/main" id="{74EF8AA1-A4DB-FBAE-C242-1478A07B8DDF}"/>
                  </a:ext>
                </a:extLst>
              </p:cNvPr>
              <p:cNvSpPr>
                <a:spLocks noChangeShapeType="1"/>
              </p:cNvSpPr>
              <p:nvPr/>
            </p:nvSpPr>
            <p:spPr bwMode="auto">
              <a:xfrm>
                <a:off x="1927" y="2659"/>
                <a:ext cx="0" cy="1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78" name="Line 44">
                <a:extLst>
                  <a:ext uri="{FF2B5EF4-FFF2-40B4-BE49-F238E27FC236}">
                    <a16:creationId xmlns:a16="http://schemas.microsoft.com/office/drawing/2014/main" id="{F7AAB437-7C78-CD0A-2788-3D3CA67A33A4}"/>
                  </a:ext>
                </a:extLst>
              </p:cNvPr>
              <p:cNvSpPr>
                <a:spLocks noChangeShapeType="1"/>
              </p:cNvSpPr>
              <p:nvPr/>
            </p:nvSpPr>
            <p:spPr bwMode="auto">
              <a:xfrm>
                <a:off x="748" y="3022"/>
                <a:ext cx="10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79" name="AutoShape 45">
                <a:extLst>
                  <a:ext uri="{FF2B5EF4-FFF2-40B4-BE49-F238E27FC236}">
                    <a16:creationId xmlns:a16="http://schemas.microsoft.com/office/drawing/2014/main" id="{607A4E88-AFA1-39D1-485B-7965FDB22098}"/>
                  </a:ext>
                </a:extLst>
              </p:cNvPr>
              <p:cNvSpPr>
                <a:spLocks noChangeArrowheads="1"/>
              </p:cNvSpPr>
              <p:nvPr/>
            </p:nvSpPr>
            <p:spPr bwMode="auto">
              <a:xfrm>
                <a:off x="1791" y="3540"/>
                <a:ext cx="361" cy="3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68 h 21600"/>
                  <a:gd name="T26" fmla="*/ 18429 w 21600"/>
                  <a:gd name="T27" fmla="*/ 1843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600" b="1">
                    <a:solidFill>
                      <a:srgbClr val="003399"/>
                    </a:solidFill>
                    <a:latin typeface="宋体" panose="02010600030101010101" pitchFamily="2" charset="-122"/>
                  </a:rPr>
                  <a:t>12</a:t>
                </a:r>
              </a:p>
            </p:txBody>
          </p:sp>
          <p:sp>
            <p:nvSpPr>
              <p:cNvPr id="70680" name="AutoShape 46">
                <a:extLst>
                  <a:ext uri="{FF2B5EF4-FFF2-40B4-BE49-F238E27FC236}">
                    <a16:creationId xmlns:a16="http://schemas.microsoft.com/office/drawing/2014/main" id="{E92A3F0F-36DA-E3A0-45AA-031335740C01}"/>
                  </a:ext>
                </a:extLst>
              </p:cNvPr>
              <p:cNvSpPr>
                <a:spLocks noChangeArrowheads="1"/>
              </p:cNvSpPr>
              <p:nvPr/>
            </p:nvSpPr>
            <p:spPr bwMode="auto">
              <a:xfrm>
                <a:off x="1746" y="2287"/>
                <a:ext cx="361"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7</a:t>
                </a:r>
              </a:p>
            </p:txBody>
          </p:sp>
          <p:sp>
            <p:nvSpPr>
              <p:cNvPr id="70681" name="Text Box 47">
                <a:extLst>
                  <a:ext uri="{FF2B5EF4-FFF2-40B4-BE49-F238E27FC236}">
                    <a16:creationId xmlns:a16="http://schemas.microsoft.com/office/drawing/2014/main" id="{45E5ECCB-B0AC-C89A-9786-9B34CF46C8FE}"/>
                  </a:ext>
                </a:extLst>
              </p:cNvPr>
              <p:cNvSpPr txBox="1">
                <a:spLocks noChangeArrowheads="1"/>
              </p:cNvSpPr>
              <p:nvPr/>
            </p:nvSpPr>
            <p:spPr bwMode="auto">
              <a:xfrm>
                <a:off x="1066" y="220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sp>
            <p:nvSpPr>
              <p:cNvPr id="70682" name="AutoShape 48">
                <a:extLst>
                  <a:ext uri="{FF2B5EF4-FFF2-40B4-BE49-F238E27FC236}">
                    <a16:creationId xmlns:a16="http://schemas.microsoft.com/office/drawing/2014/main" id="{B36BDCA0-9F50-D410-60A5-B5EA4DEBD96D}"/>
                  </a:ext>
                </a:extLst>
              </p:cNvPr>
              <p:cNvSpPr>
                <a:spLocks noChangeArrowheads="1"/>
              </p:cNvSpPr>
              <p:nvPr/>
            </p:nvSpPr>
            <p:spPr bwMode="auto">
              <a:xfrm>
                <a:off x="3243" y="2287"/>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8</a:t>
                </a:r>
              </a:p>
            </p:txBody>
          </p:sp>
          <p:sp>
            <p:nvSpPr>
              <p:cNvPr id="70683" name="AutoShape 49">
                <a:extLst>
                  <a:ext uri="{FF2B5EF4-FFF2-40B4-BE49-F238E27FC236}">
                    <a16:creationId xmlns:a16="http://schemas.microsoft.com/office/drawing/2014/main" id="{A03400B2-BA53-FB7C-A9A8-FFBB62104539}"/>
                  </a:ext>
                </a:extLst>
              </p:cNvPr>
              <p:cNvSpPr>
                <a:spLocks noChangeArrowheads="1"/>
              </p:cNvSpPr>
              <p:nvPr/>
            </p:nvSpPr>
            <p:spPr bwMode="auto">
              <a:xfrm>
                <a:off x="3243" y="2650"/>
                <a:ext cx="361"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1 w 21600"/>
                  <a:gd name="T25" fmla="*/ 3150 h 21600"/>
                  <a:gd name="T26" fmla="*/ 18429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9</a:t>
                </a:r>
              </a:p>
            </p:txBody>
          </p:sp>
          <p:sp>
            <p:nvSpPr>
              <p:cNvPr id="70684" name="Line 50">
                <a:extLst>
                  <a:ext uri="{FF2B5EF4-FFF2-40B4-BE49-F238E27FC236}">
                    <a16:creationId xmlns:a16="http://schemas.microsoft.com/office/drawing/2014/main" id="{B7A49C3F-DC44-A32B-26A0-78D35A4E511F}"/>
                  </a:ext>
                </a:extLst>
              </p:cNvPr>
              <p:cNvSpPr>
                <a:spLocks noChangeShapeType="1"/>
              </p:cNvSpPr>
              <p:nvPr/>
            </p:nvSpPr>
            <p:spPr bwMode="auto">
              <a:xfrm>
                <a:off x="748" y="2432"/>
                <a:ext cx="9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85" name="Line 51">
                <a:extLst>
                  <a:ext uri="{FF2B5EF4-FFF2-40B4-BE49-F238E27FC236}">
                    <a16:creationId xmlns:a16="http://schemas.microsoft.com/office/drawing/2014/main" id="{DEDB232A-9293-EBDF-F9AA-16439B2FA7A8}"/>
                  </a:ext>
                </a:extLst>
              </p:cNvPr>
              <p:cNvSpPr>
                <a:spLocks noChangeShapeType="1"/>
              </p:cNvSpPr>
              <p:nvPr/>
            </p:nvSpPr>
            <p:spPr bwMode="auto">
              <a:xfrm>
                <a:off x="2155" y="2478"/>
                <a:ext cx="10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86" name="Text Box 52">
                <a:extLst>
                  <a:ext uri="{FF2B5EF4-FFF2-40B4-BE49-F238E27FC236}">
                    <a16:creationId xmlns:a16="http://schemas.microsoft.com/office/drawing/2014/main" id="{624F0827-0962-2AE6-BD1D-035104BBEEF4}"/>
                  </a:ext>
                </a:extLst>
              </p:cNvPr>
              <p:cNvSpPr txBox="1">
                <a:spLocks noChangeArrowheads="1"/>
              </p:cNvSpPr>
              <p:nvPr/>
            </p:nvSpPr>
            <p:spPr bwMode="auto">
              <a:xfrm>
                <a:off x="2517" y="256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a:solidFill>
                      <a:srgbClr val="003399"/>
                    </a:solidFill>
                    <a:latin typeface="宋体" panose="02010600030101010101" pitchFamily="2" charset="-122"/>
                  </a:rPr>
                  <a:t>*</a:t>
                </a:r>
              </a:p>
            </p:txBody>
          </p:sp>
          <p:sp>
            <p:nvSpPr>
              <p:cNvPr id="70687" name="Line 53">
                <a:extLst>
                  <a:ext uri="{FF2B5EF4-FFF2-40B4-BE49-F238E27FC236}">
                    <a16:creationId xmlns:a16="http://schemas.microsoft.com/office/drawing/2014/main" id="{C21B6AE7-D560-C549-7442-3BB9A6B33F06}"/>
                  </a:ext>
                </a:extLst>
              </p:cNvPr>
              <p:cNvSpPr>
                <a:spLocks noChangeShapeType="1"/>
              </p:cNvSpPr>
              <p:nvPr/>
            </p:nvSpPr>
            <p:spPr bwMode="auto">
              <a:xfrm>
                <a:off x="1927" y="2795"/>
                <a:ext cx="13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88" name="Text Box 54">
                <a:extLst>
                  <a:ext uri="{FF2B5EF4-FFF2-40B4-BE49-F238E27FC236}">
                    <a16:creationId xmlns:a16="http://schemas.microsoft.com/office/drawing/2014/main" id="{C39C3C82-65DF-47E2-74DE-5657374D524C}"/>
                  </a:ext>
                </a:extLst>
              </p:cNvPr>
              <p:cNvSpPr txBox="1">
                <a:spLocks noChangeArrowheads="1"/>
              </p:cNvSpPr>
              <p:nvPr/>
            </p:nvSpPr>
            <p:spPr bwMode="auto">
              <a:xfrm>
                <a:off x="2426" y="2206"/>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a:solidFill>
                      <a:srgbClr val="003399"/>
                    </a:solidFill>
                    <a:latin typeface="宋体" panose="02010600030101010101" pitchFamily="2" charset="-122"/>
                  </a:rPr>
                  <a:t>非*</a:t>
                </a:r>
              </a:p>
            </p:txBody>
          </p:sp>
          <p:sp>
            <p:nvSpPr>
              <p:cNvPr id="70689" name="Line 55">
                <a:extLst>
                  <a:ext uri="{FF2B5EF4-FFF2-40B4-BE49-F238E27FC236}">
                    <a16:creationId xmlns:a16="http://schemas.microsoft.com/office/drawing/2014/main" id="{E07AF84E-DBCB-66FD-3DA4-37F30F50DB0F}"/>
                  </a:ext>
                </a:extLst>
              </p:cNvPr>
              <p:cNvSpPr>
                <a:spLocks noChangeShapeType="1"/>
              </p:cNvSpPr>
              <p:nvPr/>
            </p:nvSpPr>
            <p:spPr bwMode="auto">
              <a:xfrm>
                <a:off x="748" y="2115"/>
                <a:ext cx="9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90" name="Line 56">
                <a:extLst>
                  <a:ext uri="{FF2B5EF4-FFF2-40B4-BE49-F238E27FC236}">
                    <a16:creationId xmlns:a16="http://schemas.microsoft.com/office/drawing/2014/main" id="{57FEED65-D5F0-9525-1EBC-8CA2297CEC30}"/>
                  </a:ext>
                </a:extLst>
              </p:cNvPr>
              <p:cNvSpPr>
                <a:spLocks noChangeShapeType="1"/>
              </p:cNvSpPr>
              <p:nvPr/>
            </p:nvSpPr>
            <p:spPr bwMode="auto">
              <a:xfrm>
                <a:off x="748" y="3657"/>
                <a:ext cx="10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91" name="Line 57">
                <a:extLst>
                  <a:ext uri="{FF2B5EF4-FFF2-40B4-BE49-F238E27FC236}">
                    <a16:creationId xmlns:a16="http://schemas.microsoft.com/office/drawing/2014/main" id="{9C9693CF-1BD2-F8EE-67F6-F119BDF3DF07}"/>
                  </a:ext>
                </a:extLst>
              </p:cNvPr>
              <p:cNvSpPr>
                <a:spLocks noChangeShapeType="1"/>
              </p:cNvSpPr>
              <p:nvPr/>
            </p:nvSpPr>
            <p:spPr bwMode="auto">
              <a:xfrm>
                <a:off x="748" y="3975"/>
                <a:ext cx="10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0692" name="Text Box 58">
                <a:extLst>
                  <a:ext uri="{FF2B5EF4-FFF2-40B4-BE49-F238E27FC236}">
                    <a16:creationId xmlns:a16="http://schemas.microsoft.com/office/drawing/2014/main" id="{07843A4D-3A7F-1C08-FF95-EEF345F98103}"/>
                  </a:ext>
                </a:extLst>
              </p:cNvPr>
              <p:cNvSpPr txBox="1">
                <a:spLocks noChangeArrowheads="1"/>
              </p:cNvSpPr>
              <p:nvPr/>
            </p:nvSpPr>
            <p:spPr bwMode="auto">
              <a:xfrm>
                <a:off x="1066" y="2750"/>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latin typeface="宋体" panose="02010600030101010101" pitchFamily="2" charset="-122"/>
                  </a:rPr>
                  <a:t>，</a:t>
                </a:r>
              </a:p>
            </p:txBody>
          </p:sp>
          <p:sp>
            <p:nvSpPr>
              <p:cNvPr id="70693" name="Text Box 59">
                <a:extLst>
                  <a:ext uri="{FF2B5EF4-FFF2-40B4-BE49-F238E27FC236}">
                    <a16:creationId xmlns:a16="http://schemas.microsoft.com/office/drawing/2014/main" id="{89290EFA-7F66-FD1E-8D1D-7ED7AFECEA86}"/>
                  </a:ext>
                </a:extLst>
              </p:cNvPr>
              <p:cNvSpPr txBox="1">
                <a:spLocks noChangeArrowheads="1"/>
              </p:cNvSpPr>
              <p:nvPr/>
            </p:nvSpPr>
            <p:spPr bwMode="auto">
              <a:xfrm>
                <a:off x="1066" y="3113"/>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p>
            </p:txBody>
          </p:sp>
          <p:sp>
            <p:nvSpPr>
              <p:cNvPr id="70694" name="Text Box 60">
                <a:extLst>
                  <a:ext uri="{FF2B5EF4-FFF2-40B4-BE49-F238E27FC236}">
                    <a16:creationId xmlns:a16="http://schemas.microsoft.com/office/drawing/2014/main" id="{CFA22CD5-AC9F-4FA9-FFA0-9091763149B4}"/>
                  </a:ext>
                </a:extLst>
              </p:cNvPr>
              <p:cNvSpPr txBox="1">
                <a:spLocks noChangeArrowheads="1"/>
              </p:cNvSpPr>
              <p:nvPr/>
            </p:nvSpPr>
            <p:spPr bwMode="auto">
              <a:xfrm>
                <a:off x="1020" y="3430"/>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p>
            </p:txBody>
          </p:sp>
          <p:sp>
            <p:nvSpPr>
              <p:cNvPr id="70695" name="Text Box 61">
                <a:extLst>
                  <a:ext uri="{FF2B5EF4-FFF2-40B4-BE49-F238E27FC236}">
                    <a16:creationId xmlns:a16="http://schemas.microsoft.com/office/drawing/2014/main" id="{6E763AF8-7A1E-D51D-D8D1-71A0C61E64CE}"/>
                  </a:ext>
                </a:extLst>
              </p:cNvPr>
              <p:cNvSpPr txBox="1">
                <a:spLocks noChangeArrowheads="1"/>
              </p:cNvSpPr>
              <p:nvPr/>
            </p:nvSpPr>
            <p:spPr bwMode="auto">
              <a:xfrm>
                <a:off x="975" y="3748"/>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70696" name="Text Box 62">
                <a:extLst>
                  <a:ext uri="{FF2B5EF4-FFF2-40B4-BE49-F238E27FC236}">
                    <a16:creationId xmlns:a16="http://schemas.microsoft.com/office/drawing/2014/main" id="{FB53E1C2-FFEF-34B2-49B4-4B38F4E5614A}"/>
                  </a:ext>
                </a:extLst>
              </p:cNvPr>
              <p:cNvSpPr txBox="1">
                <a:spLocks noChangeArrowheads="1"/>
              </p:cNvSpPr>
              <p:nvPr/>
            </p:nvSpPr>
            <p:spPr bwMode="auto">
              <a:xfrm>
                <a:off x="1020" y="1525"/>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p>
            </p:txBody>
          </p:sp>
          <p:sp>
            <p:nvSpPr>
              <p:cNvPr id="70697" name="Text Box 63">
                <a:extLst>
                  <a:ext uri="{FF2B5EF4-FFF2-40B4-BE49-F238E27FC236}">
                    <a16:creationId xmlns:a16="http://schemas.microsoft.com/office/drawing/2014/main" id="{7EF57776-6DF8-B389-BD6B-658C89742555}"/>
                  </a:ext>
                </a:extLst>
              </p:cNvPr>
              <p:cNvSpPr txBox="1">
                <a:spLocks noChangeArrowheads="1"/>
              </p:cNvSpPr>
              <p:nvPr/>
            </p:nvSpPr>
            <p:spPr bwMode="auto">
              <a:xfrm>
                <a:off x="1066" y="1888"/>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a:t>
                </a:r>
              </a:p>
            </p:txBody>
          </p:sp>
          <p:sp>
            <p:nvSpPr>
              <p:cNvPr id="70698" name="Text Box 64">
                <a:extLst>
                  <a:ext uri="{FF2B5EF4-FFF2-40B4-BE49-F238E27FC236}">
                    <a16:creationId xmlns:a16="http://schemas.microsoft.com/office/drawing/2014/main" id="{BAFB8786-E324-CB09-C14B-EE0DF6CAA66E}"/>
                  </a:ext>
                </a:extLst>
              </p:cNvPr>
              <p:cNvSpPr txBox="1">
                <a:spLocks noChangeArrowheads="1"/>
              </p:cNvSpPr>
              <p:nvPr/>
            </p:nvSpPr>
            <p:spPr bwMode="auto">
              <a:xfrm>
                <a:off x="1001" y="2569"/>
                <a:ext cx="29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1800">
                    <a:solidFill>
                      <a:srgbClr val="003399"/>
                    </a:solidFill>
                    <a:latin typeface="宋体" panose="02010600030101010101" pitchFamily="2" charset="-122"/>
                  </a:rPr>
                  <a:t>。。</a:t>
                </a:r>
              </a:p>
            </p:txBody>
          </p:sp>
        </p:grpSp>
      </p:grpSp>
      <p:grpSp>
        <p:nvGrpSpPr>
          <p:cNvPr id="10" name="Group 65">
            <a:extLst>
              <a:ext uri="{FF2B5EF4-FFF2-40B4-BE49-F238E27FC236}">
                <a16:creationId xmlns:a16="http://schemas.microsoft.com/office/drawing/2014/main" id="{294850B8-6A5C-2EDC-901E-AF88183A699D}"/>
              </a:ext>
            </a:extLst>
          </p:cNvPr>
          <p:cNvGrpSpPr>
            <a:grpSpLocks/>
          </p:cNvGrpSpPr>
          <p:nvPr/>
        </p:nvGrpSpPr>
        <p:grpSpPr bwMode="auto">
          <a:xfrm>
            <a:off x="2135189" y="188914"/>
            <a:ext cx="2808287" cy="1368425"/>
            <a:chOff x="204" y="572"/>
            <a:chExt cx="1769" cy="862"/>
          </a:xfrm>
        </p:grpSpPr>
        <p:grpSp>
          <p:nvGrpSpPr>
            <p:cNvPr id="70661" name="Group 66">
              <a:extLst>
                <a:ext uri="{FF2B5EF4-FFF2-40B4-BE49-F238E27FC236}">
                  <a16:creationId xmlns:a16="http://schemas.microsoft.com/office/drawing/2014/main" id="{AF953A93-FCBB-556A-0D8E-82B1209F4372}"/>
                </a:ext>
              </a:extLst>
            </p:cNvPr>
            <p:cNvGrpSpPr>
              <a:grpSpLocks/>
            </p:cNvGrpSpPr>
            <p:nvPr/>
          </p:nvGrpSpPr>
          <p:grpSpPr bwMode="auto">
            <a:xfrm>
              <a:off x="204" y="572"/>
              <a:ext cx="1769" cy="862"/>
              <a:chOff x="720" y="480"/>
              <a:chExt cx="4224" cy="1390"/>
            </a:xfrm>
          </p:grpSpPr>
          <p:graphicFrame>
            <p:nvGraphicFramePr>
              <p:cNvPr id="70663" name="Object 67">
                <a:extLst>
                  <a:ext uri="{FF2B5EF4-FFF2-40B4-BE49-F238E27FC236}">
                    <a16:creationId xmlns:a16="http://schemas.microsoft.com/office/drawing/2014/main" id="{371BBC16-EFD2-943C-E281-6ED6058D48E0}"/>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70663" name="Object 67">
                            <a:extLst>
                              <a:ext uri="{FF2B5EF4-FFF2-40B4-BE49-F238E27FC236}">
                                <a16:creationId xmlns:a16="http://schemas.microsoft.com/office/drawing/2014/main" id="{371BBC16-EFD2-943C-E281-6ED6058D48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64" name="Object 68">
                <a:extLst>
                  <a:ext uri="{FF2B5EF4-FFF2-40B4-BE49-F238E27FC236}">
                    <a16:creationId xmlns:a16="http://schemas.microsoft.com/office/drawing/2014/main" id="{A1F4D4AB-5FD2-C8D1-AE19-EA34E8621800}"/>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70664" name="Object 68">
                            <a:extLst>
                              <a:ext uri="{FF2B5EF4-FFF2-40B4-BE49-F238E27FC236}">
                                <a16:creationId xmlns:a16="http://schemas.microsoft.com/office/drawing/2014/main" id="{A1F4D4AB-5FD2-C8D1-AE19-EA34E86218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2" name="Text Box 69">
              <a:extLst>
                <a:ext uri="{FF2B5EF4-FFF2-40B4-BE49-F238E27FC236}">
                  <a16:creationId xmlns:a16="http://schemas.microsoft.com/office/drawing/2014/main" id="{6CC42238-0C85-9431-AEC2-EA529062A4BC}"/>
                </a:ext>
              </a:extLst>
            </p:cNvPr>
            <p:cNvSpPr txBox="1">
              <a:spLocks noChangeArrowheads="1"/>
            </p:cNvSpPr>
            <p:nvPr/>
          </p:nvSpPr>
          <p:spPr bwMode="auto">
            <a:xfrm>
              <a:off x="262" y="663"/>
              <a:ext cx="162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右图即为对上页所示的简单语言进行</a:t>
              </a:r>
              <a:r>
                <a:rPr lang="zh-CN" altLang="en-US" sz="2000" b="1">
                  <a:solidFill>
                    <a:srgbClr val="FF0000"/>
                  </a:solidFill>
                  <a:latin typeface="宋体" panose="02010600030101010101" pitchFamily="2" charset="-122"/>
                </a:rPr>
                <a:t>词法分析</a:t>
              </a:r>
              <a:r>
                <a:rPr lang="zh-CN" altLang="en-US" sz="2000" b="1">
                  <a:solidFill>
                    <a:srgbClr val="003399"/>
                  </a:solidFill>
                  <a:latin typeface="宋体" panose="02010600030101010101" pitchFamily="2" charset="-122"/>
                </a:rPr>
                <a:t>的状态转换图。</a:t>
              </a:r>
            </a:p>
          </p:txBody>
        </p:sp>
      </p:grpSp>
      <p:pic>
        <p:nvPicPr>
          <p:cNvPr id="5" name="图片 4">
            <a:extLst>
              <a:ext uri="{FF2B5EF4-FFF2-40B4-BE49-F238E27FC236}">
                <a16:creationId xmlns:a16="http://schemas.microsoft.com/office/drawing/2014/main" id="{3F9DCE25-41A7-F81C-4C76-541C8809EA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5738" y="1685926"/>
            <a:ext cx="11430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WordArt 2">
            <a:extLst>
              <a:ext uri="{FF2B5EF4-FFF2-40B4-BE49-F238E27FC236}">
                <a16:creationId xmlns:a16="http://schemas.microsoft.com/office/drawing/2014/main" id="{BB87E229-763D-F020-7864-FCABAB27C44F}"/>
              </a:ext>
            </a:extLst>
          </p:cNvPr>
          <p:cNvSpPr>
            <a:spLocks noChangeArrowheads="1" noChangeShapeType="1" noTextEdit="1"/>
          </p:cNvSpPr>
          <p:nvPr/>
        </p:nvSpPr>
        <p:spPr bwMode="auto">
          <a:xfrm>
            <a:off x="3575050" y="523875"/>
            <a:ext cx="4800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3.2.4</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状态转换图的实现</a:t>
            </a:r>
            <a:endParaRPr 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grpSp>
        <p:nvGrpSpPr>
          <p:cNvPr id="2" name="Group 3">
            <a:extLst>
              <a:ext uri="{FF2B5EF4-FFF2-40B4-BE49-F238E27FC236}">
                <a16:creationId xmlns:a16="http://schemas.microsoft.com/office/drawing/2014/main" id="{68CBDF04-6152-CBE0-F95C-BEAE49838ACD}"/>
              </a:ext>
            </a:extLst>
          </p:cNvPr>
          <p:cNvGrpSpPr>
            <a:grpSpLocks/>
          </p:cNvGrpSpPr>
          <p:nvPr/>
        </p:nvGrpSpPr>
        <p:grpSpPr bwMode="auto">
          <a:xfrm>
            <a:off x="1631950" y="1295400"/>
            <a:ext cx="9036050" cy="5302250"/>
            <a:chOff x="68" y="663"/>
            <a:chExt cx="5692" cy="3340"/>
          </a:xfrm>
        </p:grpSpPr>
        <p:grpSp>
          <p:nvGrpSpPr>
            <p:cNvPr id="72708" name="Group 4">
              <a:extLst>
                <a:ext uri="{FF2B5EF4-FFF2-40B4-BE49-F238E27FC236}">
                  <a16:creationId xmlns:a16="http://schemas.microsoft.com/office/drawing/2014/main" id="{40B92978-7AB8-500E-9E26-682892AEA908}"/>
                </a:ext>
              </a:extLst>
            </p:cNvPr>
            <p:cNvGrpSpPr>
              <a:grpSpLocks/>
            </p:cNvGrpSpPr>
            <p:nvPr/>
          </p:nvGrpSpPr>
          <p:grpSpPr bwMode="auto">
            <a:xfrm>
              <a:off x="68" y="663"/>
              <a:ext cx="5624" cy="3340"/>
              <a:chOff x="720" y="480"/>
              <a:chExt cx="4224" cy="1390"/>
            </a:xfrm>
          </p:grpSpPr>
          <p:graphicFrame>
            <p:nvGraphicFramePr>
              <p:cNvPr id="72710" name="Object 5">
                <a:extLst>
                  <a:ext uri="{FF2B5EF4-FFF2-40B4-BE49-F238E27FC236}">
                    <a16:creationId xmlns:a16="http://schemas.microsoft.com/office/drawing/2014/main" id="{D10E210C-C04B-5C69-29E1-90010F47ECAD}"/>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72710" name="Object 5">
                            <a:extLst>
                              <a:ext uri="{FF2B5EF4-FFF2-40B4-BE49-F238E27FC236}">
                                <a16:creationId xmlns:a16="http://schemas.microsoft.com/office/drawing/2014/main" id="{D10E210C-C04B-5C69-29E1-90010F47EC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11" name="Object 6">
                <a:extLst>
                  <a:ext uri="{FF2B5EF4-FFF2-40B4-BE49-F238E27FC236}">
                    <a16:creationId xmlns:a16="http://schemas.microsoft.com/office/drawing/2014/main" id="{318F985E-29C3-F59C-1476-780257F2F6D0}"/>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72711" name="Object 6">
                            <a:extLst>
                              <a:ext uri="{FF2B5EF4-FFF2-40B4-BE49-F238E27FC236}">
                                <a16:creationId xmlns:a16="http://schemas.microsoft.com/office/drawing/2014/main" id="{318F985E-29C3-F59C-1476-780257F2F6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2709" name="Text Box 7">
              <a:extLst>
                <a:ext uri="{FF2B5EF4-FFF2-40B4-BE49-F238E27FC236}">
                  <a16:creationId xmlns:a16="http://schemas.microsoft.com/office/drawing/2014/main" id="{42F906C0-3943-4B20-0F92-B11526F6B649}"/>
                </a:ext>
              </a:extLst>
            </p:cNvPr>
            <p:cNvSpPr txBox="1">
              <a:spLocks noChangeArrowheads="1"/>
            </p:cNvSpPr>
            <p:nvPr/>
          </p:nvSpPr>
          <p:spPr bwMode="auto">
            <a:xfrm>
              <a:off x="158" y="754"/>
              <a:ext cx="5602" cy="3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tabLst>
                  <a:tab pos="1517650" algn="l"/>
                  <a:tab pos="178752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1517650" algn="l"/>
                  <a:tab pos="178752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1517650" algn="l"/>
                  <a:tab pos="178752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1517650" algn="l"/>
                  <a:tab pos="178752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1517650" algn="l"/>
                  <a:tab pos="178752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1517650" algn="l"/>
                  <a:tab pos="178752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1517650" algn="l"/>
                  <a:tab pos="178752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1517650" algn="l"/>
                  <a:tab pos="178752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1517650" algn="l"/>
                  <a:tab pos="1787525" algn="l"/>
                </a:tabLst>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a:solidFill>
                    <a:srgbClr val="003399"/>
                  </a:solidFill>
                  <a:latin typeface="宋体" panose="02010600030101010101" pitchFamily="2" charset="-122"/>
                </a:rPr>
                <a:t>1</a:t>
              </a:r>
              <a:r>
                <a:rPr lang="zh-CN" altLang="en-US" sz="2000">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CHAR</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字符变量，存放最新读进的源程序字符。</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2</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TOKEN</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字符数组，存放构成单词的字符串。</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3</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GETCHAR</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过程，将下一输入字符读入</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，搜索指示器前移一个字符。</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4</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GETBC</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过程，检查</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中的字符是否为空白。若是，则调用</a:t>
              </a:r>
              <a:r>
                <a:rPr lang="en-US" altLang="zh-CN" sz="2000" b="1">
                  <a:solidFill>
                    <a:srgbClr val="DC5900"/>
                  </a:solidFill>
                  <a:latin typeface="宋体" panose="02010600030101010101" pitchFamily="2" charset="-122"/>
                </a:rPr>
                <a:t>GETCHAR</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直至</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中进入一个非空白字符。</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5</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CONTACT </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过程，把</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中的字符连接到</a:t>
              </a:r>
              <a:r>
                <a:rPr lang="en-US" altLang="zh-CN" sz="2000" b="1">
                  <a:solidFill>
                    <a:srgbClr val="DC5900"/>
                  </a:solidFill>
                  <a:latin typeface="宋体" panose="02010600030101010101" pitchFamily="2" charset="-122"/>
                </a:rPr>
                <a:t>TOKEN</a:t>
              </a:r>
              <a:r>
                <a:rPr lang="zh-CN" altLang="en-US" sz="2000" b="1">
                  <a:solidFill>
                    <a:srgbClr val="003399"/>
                  </a:solidFill>
                  <a:latin typeface="宋体" panose="02010600030101010101" pitchFamily="2" charset="-122"/>
                </a:rPr>
                <a:t>之后。</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6</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LETTER</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布尔函数过程，它们分别判断</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中的字符是数字或是字母，</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DC5900"/>
                  </a:solidFill>
                  <a:latin typeface="宋体" panose="02010600030101010101" pitchFamily="2" charset="-122"/>
                </a:rPr>
                <a:t>DIGIT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从而给出真假值</a:t>
              </a:r>
              <a:r>
                <a:rPr lang="en-US" altLang="zh-CN" sz="2000" b="1">
                  <a:solidFill>
                    <a:srgbClr val="DC5900"/>
                  </a:solidFill>
                  <a:latin typeface="宋体" panose="02010600030101010101" pitchFamily="2" charset="-122"/>
                </a:rPr>
                <a:t>TRUE</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FALSE</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7</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RESERVE</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整型函数过程，用</a:t>
              </a:r>
              <a:r>
                <a:rPr lang="en-US" altLang="zh-CN" sz="2000" b="1">
                  <a:solidFill>
                    <a:srgbClr val="DC5900"/>
                  </a:solidFill>
                  <a:latin typeface="宋体" panose="02010600030101010101" pitchFamily="2" charset="-122"/>
                </a:rPr>
                <a:t>TOKEN</a:t>
              </a:r>
              <a:r>
                <a:rPr lang="zh-CN" altLang="en-US" sz="2000" b="1">
                  <a:solidFill>
                    <a:srgbClr val="003399"/>
                  </a:solidFill>
                  <a:latin typeface="宋体" panose="02010600030101010101" pitchFamily="2" charset="-122"/>
                </a:rPr>
                <a:t>中的字符串查保留字表，若是一个保留</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字则给予编码，否则回送</a:t>
              </a:r>
              <a:r>
                <a:rPr lang="en-US" altLang="zh-CN" sz="2000" b="1">
                  <a:solidFill>
                    <a:srgbClr val="003399"/>
                  </a:solidFill>
                  <a:latin typeface="宋体" panose="02010600030101010101" pitchFamily="2" charset="-122"/>
                </a:rPr>
                <a:t>0</a:t>
              </a:r>
              <a:r>
                <a:rPr lang="zh-CN" altLang="en-US" sz="2000" b="1">
                  <a:solidFill>
                    <a:srgbClr val="003399"/>
                  </a:solidFill>
                  <a:latin typeface="宋体" panose="02010600030101010101" pitchFamily="2" charset="-122"/>
                </a:rPr>
                <a:t>值（假定</a:t>
              </a:r>
              <a:r>
                <a:rPr lang="en-US" altLang="zh-CN" sz="2000" b="1">
                  <a:solidFill>
                    <a:srgbClr val="003399"/>
                  </a:solidFill>
                  <a:latin typeface="宋体" panose="02010600030101010101" pitchFamily="2" charset="-122"/>
                </a:rPr>
                <a:t>0</a:t>
              </a:r>
              <a:r>
                <a:rPr lang="zh-CN" altLang="en-US" sz="2000" b="1">
                  <a:solidFill>
                    <a:srgbClr val="003399"/>
                  </a:solidFill>
                  <a:latin typeface="宋体" panose="02010600030101010101" pitchFamily="2" charset="-122"/>
                </a:rPr>
                <a:t>不是保留字的编码）。</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8</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RETRACT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过程，把搜索指示器回调一个字节，把</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中的字符置为空白。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fade">
                                      <p:cBhvr>
                                        <p:cTn id="7" dur="2000"/>
                                        <p:tgtEl>
                                          <p:spTgt spid="104450"/>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F9A4A40-5196-91E7-DB22-3846ECD4D24C}"/>
              </a:ext>
            </a:extLst>
          </p:cNvPr>
          <p:cNvGrpSpPr>
            <a:grpSpLocks/>
          </p:cNvGrpSpPr>
          <p:nvPr/>
        </p:nvGrpSpPr>
        <p:grpSpPr bwMode="auto">
          <a:xfrm>
            <a:off x="1774826" y="765176"/>
            <a:ext cx="8569325" cy="5472113"/>
            <a:chOff x="295" y="663"/>
            <a:chExt cx="5125" cy="2450"/>
          </a:xfrm>
        </p:grpSpPr>
        <p:grpSp>
          <p:nvGrpSpPr>
            <p:cNvPr id="74755" name="Group 3">
              <a:extLst>
                <a:ext uri="{FF2B5EF4-FFF2-40B4-BE49-F238E27FC236}">
                  <a16:creationId xmlns:a16="http://schemas.microsoft.com/office/drawing/2014/main" id="{282C32F1-708D-E9E9-6742-072F0BE0B6D0}"/>
                </a:ext>
              </a:extLst>
            </p:cNvPr>
            <p:cNvGrpSpPr>
              <a:grpSpLocks/>
            </p:cNvGrpSpPr>
            <p:nvPr/>
          </p:nvGrpSpPr>
          <p:grpSpPr bwMode="auto">
            <a:xfrm>
              <a:off x="295" y="663"/>
              <a:ext cx="5125" cy="2450"/>
              <a:chOff x="720" y="480"/>
              <a:chExt cx="4224" cy="1390"/>
            </a:xfrm>
          </p:grpSpPr>
          <p:graphicFrame>
            <p:nvGraphicFramePr>
              <p:cNvPr id="74757" name="Object 4">
                <a:extLst>
                  <a:ext uri="{FF2B5EF4-FFF2-40B4-BE49-F238E27FC236}">
                    <a16:creationId xmlns:a16="http://schemas.microsoft.com/office/drawing/2014/main" id="{C822FE9B-0D6E-B33B-76B8-9D76C706B478}"/>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74757" name="Object 4">
                            <a:extLst>
                              <a:ext uri="{FF2B5EF4-FFF2-40B4-BE49-F238E27FC236}">
                                <a16:creationId xmlns:a16="http://schemas.microsoft.com/office/drawing/2014/main" id="{C822FE9B-0D6E-B33B-76B8-9D76C706B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758" name="Object 5">
                <a:extLst>
                  <a:ext uri="{FF2B5EF4-FFF2-40B4-BE49-F238E27FC236}">
                    <a16:creationId xmlns:a16="http://schemas.microsoft.com/office/drawing/2014/main" id="{A5652EB6-1997-7538-D589-39BA8E6C8C9E}"/>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74758" name="Object 5">
                            <a:extLst>
                              <a:ext uri="{FF2B5EF4-FFF2-40B4-BE49-F238E27FC236}">
                                <a16:creationId xmlns:a16="http://schemas.microsoft.com/office/drawing/2014/main" id="{A5652EB6-1997-7538-D589-39BA8E6C8C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4756" name="Text Box 6">
              <a:extLst>
                <a:ext uri="{FF2B5EF4-FFF2-40B4-BE49-F238E27FC236}">
                  <a16:creationId xmlns:a16="http://schemas.microsoft.com/office/drawing/2014/main" id="{7AA8EF45-2CFC-9532-199F-ED892D2D6D54}"/>
                </a:ext>
              </a:extLst>
            </p:cNvPr>
            <p:cNvSpPr txBox="1">
              <a:spLocks noChangeArrowheads="1"/>
            </p:cNvSpPr>
            <p:nvPr/>
          </p:nvSpPr>
          <p:spPr bwMode="auto">
            <a:xfrm>
              <a:off x="385" y="799"/>
              <a:ext cx="4944" cy="2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以上函数和子程序过程都不难编制，使用它们能够方便的构造状态转换图的对应程序。一般，我们可以让每</a:t>
              </a:r>
              <a:r>
                <a:rPr lang="zh-CN" altLang="en-US" sz="2400" b="1">
                  <a:solidFill>
                    <a:srgbClr val="DC5900"/>
                  </a:solidFill>
                  <a:latin typeface="宋体" panose="02010600030101010101" pitchFamily="2" charset="-122"/>
                </a:rPr>
                <a:t>一个状态结</a:t>
              </a:r>
              <a:r>
                <a:rPr lang="zh-CN" altLang="en-US" sz="2400" b="1">
                  <a:solidFill>
                    <a:srgbClr val="003399"/>
                  </a:solidFill>
                  <a:latin typeface="宋体" panose="02010600030101010101" pitchFamily="2" charset="-122"/>
                </a:rPr>
                <a:t>对应</a:t>
              </a:r>
              <a:r>
                <a:rPr lang="zh-CN" altLang="en-US" sz="2400" b="1">
                  <a:solidFill>
                    <a:srgbClr val="DC5900"/>
                  </a:solidFill>
                  <a:latin typeface="宋体" panose="02010600030101010101" pitchFamily="2" charset="-122"/>
                </a:rPr>
                <a:t>一个程序段</a:t>
              </a:r>
              <a:r>
                <a:rPr lang="zh-CN" altLang="en-US" sz="2400" b="1">
                  <a:solidFill>
                    <a:srgbClr val="003399"/>
                  </a:solidFill>
                  <a:latin typeface="宋体" panose="02010600030101010101" pitchFamily="2" charset="-122"/>
                </a:rPr>
                <a:t>。</a:t>
              </a:r>
            </a:p>
            <a:p>
              <a:pPr fontAlgn="base">
                <a:lnSpc>
                  <a:spcPct val="150000"/>
                </a:lnSpc>
                <a:spcBef>
                  <a:spcPct val="50000"/>
                </a:spcBef>
                <a:spcAft>
                  <a:spcPct val="0"/>
                </a:spcAft>
                <a:buClrTx/>
                <a:buSzTx/>
                <a:buNone/>
              </a:pPr>
              <a:r>
                <a:rPr lang="zh-CN" altLang="en-US" sz="2400" b="1">
                  <a:solidFill>
                    <a:srgbClr val="003399"/>
                  </a:solidFill>
                  <a:latin typeface="宋体" panose="02010600030101010101" pitchFamily="2" charset="-122"/>
                </a:rPr>
                <a:t>    例如：我们可以让不含回路的分叉结，对应一个</a:t>
              </a:r>
              <a:r>
                <a:rPr lang="en-US" altLang="zh-CN" sz="2400" b="1">
                  <a:solidFill>
                    <a:srgbClr val="003399"/>
                  </a:solidFill>
                  <a:latin typeface="宋体" panose="02010600030101010101" pitchFamily="2" charset="-122"/>
                </a:rPr>
                <a:t>CASE </a:t>
              </a:r>
              <a:r>
                <a:rPr lang="zh-CN" altLang="en-US" sz="2400" b="1">
                  <a:solidFill>
                    <a:srgbClr val="003399"/>
                  </a:solidFill>
                  <a:latin typeface="宋体" panose="02010600030101010101" pitchFamily="2" charset="-122"/>
                </a:rPr>
                <a:t>语句，或者是一组</a:t>
              </a:r>
              <a:r>
                <a:rPr lang="en-US" altLang="zh-CN" sz="2400" b="1">
                  <a:solidFill>
                    <a:srgbClr val="003399"/>
                  </a:solidFill>
                  <a:latin typeface="宋体" panose="02010600030101010101" pitchFamily="2" charset="-122"/>
                </a:rPr>
                <a:t>IF…THEN…ELSE</a:t>
              </a:r>
              <a:r>
                <a:rPr lang="zh-CN" altLang="en-US" sz="2400" b="1">
                  <a:solidFill>
                    <a:srgbClr val="003399"/>
                  </a:solidFill>
                  <a:latin typeface="宋体" panose="02010600030101010101" pitchFamily="2" charset="-122"/>
                </a:rPr>
                <a:t>语句。具体见后面实例。</a:t>
              </a:r>
            </a:p>
            <a:p>
              <a:pPr fontAlgn="base">
                <a:lnSpc>
                  <a:spcPct val="150000"/>
                </a:lnSpc>
                <a:spcBef>
                  <a:spcPct val="50000"/>
                </a:spcBef>
                <a:spcAft>
                  <a:spcPct val="0"/>
                </a:spcAft>
                <a:buClrTx/>
                <a:buSzTx/>
                <a:buNone/>
              </a:pPr>
              <a:r>
                <a:rPr lang="zh-CN" altLang="en-US" sz="2400" b="1">
                  <a:solidFill>
                    <a:srgbClr val="003399"/>
                  </a:solidFill>
                  <a:latin typeface="宋体" panose="02010600030101010101" pitchFamily="2" charset="-122"/>
                </a:rPr>
                <a:t>    </a:t>
              </a:r>
              <a:r>
                <a:rPr lang="zh-CN" altLang="en-US" sz="2400" b="1">
                  <a:solidFill>
                    <a:srgbClr val="DC5900"/>
                  </a:solidFill>
                  <a:latin typeface="宋体" panose="02010600030101010101" pitchFamily="2" charset="-122"/>
                </a:rPr>
                <a:t>终态结</a:t>
              </a:r>
              <a:r>
                <a:rPr lang="zh-CN" altLang="en-US" sz="2400" b="1">
                  <a:solidFill>
                    <a:srgbClr val="003399"/>
                  </a:solidFill>
                  <a:latin typeface="宋体" panose="02010600030101010101" pitchFamily="2" charset="-122"/>
                </a:rPr>
                <a:t>一般对应一个</a:t>
              </a:r>
              <a:r>
                <a:rPr lang="en-US" altLang="zh-CN" sz="2400" b="1">
                  <a:solidFill>
                    <a:srgbClr val="DC5900"/>
                  </a:solidFill>
                  <a:latin typeface="宋体" panose="02010600030101010101" pitchFamily="2" charset="-122"/>
                </a:rPr>
                <a:t>RETURN(C,VAL)</a:t>
              </a:r>
              <a:r>
                <a:rPr lang="zh-CN" altLang="en-US" sz="2400" b="1">
                  <a:solidFill>
                    <a:srgbClr val="003399"/>
                  </a:solidFill>
                  <a:latin typeface="宋体" panose="02010600030101010101" pitchFamily="2" charset="-122"/>
                </a:rPr>
                <a:t>语句。其中</a:t>
              </a:r>
              <a:r>
                <a:rPr lang="en-US" altLang="zh-CN" sz="2400" b="1">
                  <a:solidFill>
                    <a:srgbClr val="DC5900"/>
                  </a:solidFill>
                  <a:latin typeface="宋体" panose="02010600030101010101" pitchFamily="2" charset="-122"/>
                </a:rPr>
                <a:t>C</a:t>
              </a:r>
              <a:r>
                <a:rPr lang="zh-CN" altLang="en-US" sz="2400" b="1">
                  <a:solidFill>
                    <a:srgbClr val="003399"/>
                  </a:solidFill>
                  <a:latin typeface="宋体" panose="02010600030101010101" pitchFamily="2" charset="-122"/>
                </a:rPr>
                <a:t>为单词种别编码；</a:t>
              </a:r>
              <a:r>
                <a:rPr lang="en-US" altLang="zh-CN" sz="2400" b="1">
                  <a:solidFill>
                    <a:srgbClr val="DC5900"/>
                  </a:solidFill>
                  <a:latin typeface="宋体" panose="02010600030101010101" pitchFamily="2" charset="-122"/>
                </a:rPr>
                <a:t>VAL</a:t>
              </a:r>
              <a:r>
                <a:rPr lang="zh-CN" altLang="en-US" sz="2400" b="1">
                  <a:solidFill>
                    <a:srgbClr val="003399"/>
                  </a:solidFill>
                  <a:latin typeface="宋体" panose="02010600030101010101" pitchFamily="2" charset="-122"/>
                </a:rPr>
                <a:t>是字符数组的</a:t>
              </a:r>
              <a:r>
                <a:rPr lang="en-US" altLang="zh-CN" sz="2400" b="1">
                  <a:solidFill>
                    <a:srgbClr val="003399"/>
                  </a:solidFill>
                  <a:latin typeface="宋体" panose="02010600030101010101" pitchFamily="2" charset="-122"/>
                </a:rPr>
                <a:t>TOKEN </a:t>
              </a:r>
              <a:r>
                <a:rPr lang="zh-CN" altLang="en-US" sz="2400" b="1">
                  <a:solidFill>
                    <a:srgbClr val="003399"/>
                  </a:solidFill>
                  <a:latin typeface="宋体" panose="02010600030101010101" pitchFamily="2" charset="-122"/>
                </a:rPr>
                <a:t>，或者是一个整数值，或者无定义。具体见后面实例。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58B196B-6D57-5C4C-3946-BDC8ED0A688A}"/>
              </a:ext>
            </a:extLst>
          </p:cNvPr>
          <p:cNvGrpSpPr>
            <a:grpSpLocks/>
          </p:cNvGrpSpPr>
          <p:nvPr/>
        </p:nvGrpSpPr>
        <p:grpSpPr bwMode="auto">
          <a:xfrm>
            <a:off x="1847851" y="404813"/>
            <a:ext cx="8424863" cy="6164262"/>
            <a:chOff x="204" y="255"/>
            <a:chExt cx="5307" cy="3883"/>
          </a:xfrm>
        </p:grpSpPr>
        <p:grpSp>
          <p:nvGrpSpPr>
            <p:cNvPr id="76804" name="Group 3">
              <a:extLst>
                <a:ext uri="{FF2B5EF4-FFF2-40B4-BE49-F238E27FC236}">
                  <a16:creationId xmlns:a16="http://schemas.microsoft.com/office/drawing/2014/main" id="{DB727B50-90FD-5178-F2D5-C688D7770FAC}"/>
                </a:ext>
              </a:extLst>
            </p:cNvPr>
            <p:cNvGrpSpPr>
              <a:grpSpLocks/>
            </p:cNvGrpSpPr>
            <p:nvPr/>
          </p:nvGrpSpPr>
          <p:grpSpPr bwMode="auto">
            <a:xfrm>
              <a:off x="204" y="255"/>
              <a:ext cx="5307" cy="3883"/>
              <a:chOff x="720" y="480"/>
              <a:chExt cx="4224" cy="1390"/>
            </a:xfrm>
          </p:grpSpPr>
          <p:graphicFrame>
            <p:nvGraphicFramePr>
              <p:cNvPr id="76806" name="Object 4">
                <a:extLst>
                  <a:ext uri="{FF2B5EF4-FFF2-40B4-BE49-F238E27FC236}">
                    <a16:creationId xmlns:a16="http://schemas.microsoft.com/office/drawing/2014/main" id="{254E3F0E-79F2-AC10-3527-69FF44284909}"/>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76806" name="Object 4">
                            <a:extLst>
                              <a:ext uri="{FF2B5EF4-FFF2-40B4-BE49-F238E27FC236}">
                                <a16:creationId xmlns:a16="http://schemas.microsoft.com/office/drawing/2014/main" id="{254E3F0E-79F2-AC10-3527-69FF44284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07" name="Object 5">
                <a:extLst>
                  <a:ext uri="{FF2B5EF4-FFF2-40B4-BE49-F238E27FC236}">
                    <a16:creationId xmlns:a16="http://schemas.microsoft.com/office/drawing/2014/main" id="{875226BE-58EF-1CFD-E42D-9982B3E29B9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76807" name="Object 5">
                            <a:extLst>
                              <a:ext uri="{FF2B5EF4-FFF2-40B4-BE49-F238E27FC236}">
                                <a16:creationId xmlns:a16="http://schemas.microsoft.com/office/drawing/2014/main" id="{875226BE-58EF-1CFD-E42D-9982B3E29B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6805" name="Text Box 6">
              <a:extLst>
                <a:ext uri="{FF2B5EF4-FFF2-40B4-BE49-F238E27FC236}">
                  <a16:creationId xmlns:a16="http://schemas.microsoft.com/office/drawing/2014/main" id="{79FB801E-367A-0384-D5E2-49460333563E}"/>
                </a:ext>
              </a:extLst>
            </p:cNvPr>
            <p:cNvSpPr txBox="1">
              <a:spLocks noChangeArrowheads="1"/>
            </p:cNvSpPr>
            <p:nvPr/>
          </p:nvSpPr>
          <p:spPr bwMode="auto">
            <a:xfrm>
              <a:off x="340" y="421"/>
              <a:ext cx="5080" cy="3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46188" indent="-1246188">
                <a:spcBef>
                  <a:spcPct val="20000"/>
                </a:spcBef>
                <a:buClr>
                  <a:schemeClr val="hlink"/>
                </a:buClr>
                <a:buSzPct val="75000"/>
                <a:buFont typeface="Wingdings" panose="05000000000000000000" pitchFamily="2" charset="2"/>
                <a:buChar char="v"/>
                <a:tabLst>
                  <a:tab pos="1246188"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1246188"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1246188"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1246188"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124618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124618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124618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124618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1246188" algn="l"/>
                </a:tabLst>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为了把</a:t>
              </a:r>
              <a:r>
                <a:rPr lang="zh-CN" altLang="en-US" sz="2400" b="1">
                  <a:solidFill>
                    <a:srgbClr val="FF0000"/>
                  </a:solidFill>
                  <a:latin typeface="宋体" panose="02010600030101010101" pitchFamily="2" charset="-122"/>
                </a:rPr>
                <a:t>状态转换图</a:t>
              </a:r>
              <a:r>
                <a:rPr lang="zh-CN" altLang="en-US" sz="2400" b="1">
                  <a:solidFill>
                    <a:srgbClr val="003399"/>
                  </a:solidFill>
                  <a:latin typeface="宋体" panose="02010600030101010101" pitchFamily="2" charset="-122"/>
                </a:rPr>
                <a:t>转化成</a:t>
              </a:r>
              <a:r>
                <a:rPr lang="zh-CN" altLang="en-US" sz="2400" b="1">
                  <a:solidFill>
                    <a:srgbClr val="FF0000"/>
                  </a:solidFill>
                  <a:latin typeface="宋体" panose="02010600030101010101" pitchFamily="2" charset="-122"/>
                </a:rPr>
                <a:t>程序</a:t>
              </a:r>
              <a:r>
                <a:rPr lang="zh-CN" altLang="en-US" sz="2400" b="1">
                  <a:solidFill>
                    <a:srgbClr val="003399"/>
                  </a:solidFill>
                  <a:latin typeface="宋体" panose="02010600030101010101" pitchFamily="2" charset="-122"/>
                </a:rPr>
                <a:t>，每个</a:t>
              </a:r>
              <a:r>
                <a:rPr lang="zh-CN" altLang="en-US" sz="2400" b="1">
                  <a:solidFill>
                    <a:srgbClr val="FF0000"/>
                  </a:solidFill>
                  <a:latin typeface="宋体" panose="02010600030101010101" pitchFamily="2" charset="-122"/>
                </a:rPr>
                <a:t>状态</a:t>
              </a:r>
              <a:r>
                <a:rPr lang="zh-CN" altLang="en-US" sz="2400" b="1">
                  <a:solidFill>
                    <a:srgbClr val="003399"/>
                  </a:solidFill>
                  <a:latin typeface="宋体" panose="02010600030101010101" pitchFamily="2" charset="-122"/>
                </a:rPr>
                <a:t>要建立一段</a:t>
              </a:r>
            </a:p>
            <a:p>
              <a:pPr fontAlgn="base">
                <a:spcBef>
                  <a:spcPct val="50000"/>
                </a:spcBef>
                <a:spcAft>
                  <a:spcPct val="0"/>
                </a:spcAft>
                <a:buClrTx/>
                <a:buSzTx/>
                <a:buNone/>
              </a:pPr>
              <a:r>
                <a:rPr lang="zh-CN" altLang="en-US" sz="2400" b="1">
                  <a:solidFill>
                    <a:srgbClr val="FF0000"/>
                  </a:solidFill>
                  <a:latin typeface="宋体" panose="02010600030101010101" pitchFamily="2" charset="-122"/>
                </a:rPr>
                <a:t>程序</a:t>
              </a:r>
              <a:r>
                <a:rPr lang="zh-CN" altLang="en-US" sz="2400" b="1">
                  <a:solidFill>
                    <a:srgbClr val="003399"/>
                  </a:solidFill>
                  <a:latin typeface="宋体" panose="02010600030101010101" pitchFamily="2" charset="-122"/>
                </a:rPr>
                <a:t>，它要做的工作如下：</a:t>
              </a:r>
            </a:p>
            <a:p>
              <a:pPr fontAlgn="base">
                <a:spcBef>
                  <a:spcPct val="50000"/>
                </a:spcBef>
                <a:spcAft>
                  <a:spcPct val="0"/>
                </a:spcAft>
                <a:buClrTx/>
                <a:buSzTx/>
                <a:buNone/>
              </a:pPr>
              <a:r>
                <a:rPr lang="zh-CN" altLang="en-US" sz="2400" b="1">
                  <a:solidFill>
                    <a:srgbClr val="009900"/>
                  </a:solidFill>
                  <a:latin typeface="宋体" panose="02010600030101010101" pitchFamily="2" charset="-122"/>
                </a:rPr>
                <a:t>第一步</a:t>
              </a:r>
              <a:r>
                <a:rPr lang="zh-CN" altLang="en-US" sz="2400" b="1">
                  <a:solidFill>
                    <a:srgbClr val="003399"/>
                  </a:solidFill>
                  <a:latin typeface="宋体" panose="02010600030101010101" pitchFamily="2" charset="-122"/>
                </a:rPr>
                <a:t>：从输入缓冲区中取一个字符。为此，我们使用函数</a:t>
              </a:r>
              <a:r>
                <a:rPr lang="en-US" altLang="zh-CN" sz="2400" b="1">
                  <a:solidFill>
                    <a:srgbClr val="FF0000"/>
                  </a:solidFill>
                  <a:latin typeface="宋体" panose="02010600030101010101" pitchFamily="2" charset="-122"/>
                </a:rPr>
                <a:t>GETCHAR</a:t>
              </a:r>
              <a:r>
                <a:rPr lang="zh-CN" altLang="en-US" sz="2400" b="1">
                  <a:solidFill>
                    <a:srgbClr val="003399"/>
                  </a:solidFill>
                  <a:latin typeface="宋体" panose="02010600030101010101" pitchFamily="2" charset="-122"/>
                </a:rPr>
                <a:t>，每次调用它，推进先行指针，送回一个字符。</a:t>
              </a:r>
            </a:p>
            <a:p>
              <a:pPr fontAlgn="base">
                <a:spcBef>
                  <a:spcPct val="50000"/>
                </a:spcBef>
                <a:spcAft>
                  <a:spcPct val="0"/>
                </a:spcAft>
                <a:buClrTx/>
                <a:buSzTx/>
                <a:buNone/>
              </a:pPr>
              <a:r>
                <a:rPr lang="zh-CN" altLang="en-US" sz="2400" b="1">
                  <a:solidFill>
                    <a:srgbClr val="009900"/>
                  </a:solidFill>
                  <a:latin typeface="宋体" panose="02010600030101010101" pitchFamily="2" charset="-122"/>
                </a:rPr>
                <a:t>第二步</a:t>
              </a:r>
              <a:r>
                <a:rPr lang="zh-CN" altLang="en-US" sz="2400" b="1">
                  <a:solidFill>
                    <a:srgbClr val="003399"/>
                  </a:solidFill>
                  <a:latin typeface="宋体" panose="02010600030101010101" pitchFamily="2" charset="-122"/>
                </a:rPr>
                <a:t>：确定在本状态下，哪一条箭弧是用刚刚来的输入字符标识的。如果找到，控制就转到该弧所指向的状态；若找不到，那么寻找该单词的企图就失败了。</a:t>
              </a:r>
            </a:p>
            <a:p>
              <a:pPr fontAlgn="base">
                <a:spcBef>
                  <a:spcPct val="50000"/>
                </a:spcBef>
                <a:spcAft>
                  <a:spcPct val="0"/>
                </a:spcAft>
                <a:buClrTx/>
                <a:buSzTx/>
                <a:buNone/>
              </a:pPr>
              <a:r>
                <a:rPr lang="zh-CN" altLang="en-US" sz="2400" b="1">
                  <a:solidFill>
                    <a:srgbClr val="009900"/>
                  </a:solidFill>
                  <a:latin typeface="宋体" panose="02010600030101010101" pitchFamily="2" charset="-122"/>
                </a:rPr>
                <a:t>失  败</a:t>
              </a:r>
              <a:r>
                <a:rPr lang="zh-CN" altLang="en-US" sz="2400" b="1">
                  <a:solidFill>
                    <a:srgbClr val="003399"/>
                  </a:solidFill>
                  <a:latin typeface="宋体" panose="02010600030101010101" pitchFamily="2" charset="-122"/>
                </a:rPr>
                <a:t>：先行指针必须</a:t>
              </a:r>
              <a:r>
                <a:rPr lang="zh-CN" altLang="en-US" sz="2400" b="1">
                  <a:solidFill>
                    <a:srgbClr val="FF0000"/>
                  </a:solidFill>
                  <a:latin typeface="宋体" panose="02010600030101010101" pitchFamily="2" charset="-122"/>
                </a:rPr>
                <a:t>重新回到</a:t>
              </a:r>
              <a:r>
                <a:rPr lang="zh-CN" altLang="en-US" sz="2400" b="1">
                  <a:solidFill>
                    <a:srgbClr val="003399"/>
                  </a:solidFill>
                  <a:latin typeface="宋体" panose="02010600030101010101" pitchFamily="2" charset="-122"/>
                </a:rPr>
                <a:t>开始指针处，并用另一状态图来搜索</a:t>
              </a:r>
              <a:r>
                <a:rPr lang="zh-CN" altLang="en-US" sz="2400" b="1">
                  <a:solidFill>
                    <a:srgbClr val="FF0000"/>
                  </a:solidFill>
                  <a:latin typeface="宋体" panose="02010600030101010101" pitchFamily="2" charset="-122"/>
                </a:rPr>
                <a:t>另一</a:t>
              </a:r>
              <a:r>
                <a:rPr lang="zh-CN" altLang="en-US" sz="2400" b="1">
                  <a:solidFill>
                    <a:srgbClr val="003399"/>
                  </a:solidFill>
                  <a:latin typeface="宋体" panose="02010600030101010101" pitchFamily="2" charset="-122"/>
                </a:rPr>
                <a:t>单词。如果所有的状态转换图都试过之后，还没有匹配的，就表明这是一个词法错误，此时，调用错误校正程序。</a:t>
              </a:r>
            </a:p>
          </p:txBody>
        </p:sp>
      </p:grpSp>
      <p:sp>
        <p:nvSpPr>
          <p:cNvPr id="106503" name="AutoShape 7">
            <a:extLst>
              <a:ext uri="{FF2B5EF4-FFF2-40B4-BE49-F238E27FC236}">
                <a16:creationId xmlns:a16="http://schemas.microsoft.com/office/drawing/2014/main" id="{6AB90D18-C68F-3969-B7D2-B1DD8F2D6172}"/>
              </a:ext>
            </a:extLst>
          </p:cNvPr>
          <p:cNvSpPr>
            <a:spLocks noChangeArrowheads="1"/>
          </p:cNvSpPr>
          <p:nvPr/>
        </p:nvSpPr>
        <p:spPr bwMode="auto">
          <a:xfrm>
            <a:off x="6167438" y="1"/>
            <a:ext cx="3816350" cy="1844675"/>
          </a:xfrm>
          <a:prstGeom prst="cloudCallout">
            <a:avLst>
              <a:gd name="adj1" fmla="val -101125"/>
              <a:gd name="adj2" fmla="val 75042"/>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en-US" altLang="zh-CN" sz="1800" b="1">
                <a:solidFill>
                  <a:srgbClr val="FF0000"/>
                </a:solidFill>
              </a:rPr>
              <a:t>GETCHAR</a:t>
            </a:r>
            <a:r>
              <a:rPr lang="zh-CN" altLang="en-US" sz="2000" b="1">
                <a:solidFill>
                  <a:srgbClr val="003399"/>
                </a:solidFill>
              </a:rPr>
              <a:t>是过程，将下一输入字符读入</a:t>
            </a:r>
            <a:r>
              <a:rPr lang="en-US" altLang="zh-CN" sz="2000" b="1">
                <a:solidFill>
                  <a:srgbClr val="DC5900"/>
                </a:solidFill>
              </a:rPr>
              <a:t>CHAR</a:t>
            </a:r>
            <a:r>
              <a:rPr lang="zh-CN" altLang="en-US" sz="2000" b="1">
                <a:solidFill>
                  <a:srgbClr val="003399"/>
                </a:solidFill>
              </a:rPr>
              <a:t>，搜索指示器前移一个字符。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06503"/>
                                        </p:tgtEl>
                                        <p:attrNameLst>
                                          <p:attrName>style.visibility</p:attrName>
                                        </p:attrNameLst>
                                      </p:cBhvr>
                                      <p:to>
                                        <p:strVal val="visible"/>
                                      </p:to>
                                    </p:set>
                                    <p:anim calcmode="lin" valueType="num">
                                      <p:cBhvr additive="base">
                                        <p:cTn id="12" dur="1000" fill="hold"/>
                                        <p:tgtEl>
                                          <p:spTgt spid="106503"/>
                                        </p:tgtEl>
                                        <p:attrNameLst>
                                          <p:attrName>ppt_x</p:attrName>
                                        </p:attrNameLst>
                                      </p:cBhvr>
                                      <p:tavLst>
                                        <p:tav tm="0">
                                          <p:val>
                                            <p:strVal val="1+#ppt_w/2"/>
                                          </p:val>
                                        </p:tav>
                                        <p:tav tm="100000">
                                          <p:val>
                                            <p:strVal val="#ppt_x"/>
                                          </p:val>
                                        </p:tav>
                                      </p:tavLst>
                                    </p:anim>
                                    <p:anim calcmode="lin" valueType="num">
                                      <p:cBhvr additive="base">
                                        <p:cTn id="13" dur="1000" fill="hold"/>
                                        <p:tgtEl>
                                          <p:spTgt spid="106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88982CB-3C13-AF93-A109-D6FA80817A4C}"/>
              </a:ext>
            </a:extLst>
          </p:cNvPr>
          <p:cNvGrpSpPr>
            <a:grpSpLocks/>
          </p:cNvGrpSpPr>
          <p:nvPr/>
        </p:nvGrpSpPr>
        <p:grpSpPr bwMode="auto">
          <a:xfrm>
            <a:off x="1631950" y="1408113"/>
            <a:ext cx="5689600" cy="4037012"/>
            <a:chOff x="385" y="391"/>
            <a:chExt cx="3674" cy="2449"/>
          </a:xfrm>
        </p:grpSpPr>
        <p:grpSp>
          <p:nvGrpSpPr>
            <p:cNvPr id="77845" name="Group 3">
              <a:extLst>
                <a:ext uri="{FF2B5EF4-FFF2-40B4-BE49-F238E27FC236}">
                  <a16:creationId xmlns:a16="http://schemas.microsoft.com/office/drawing/2014/main" id="{707AC7FB-CA4A-3EF6-64E3-F9D85FE24663}"/>
                </a:ext>
              </a:extLst>
            </p:cNvPr>
            <p:cNvGrpSpPr>
              <a:grpSpLocks/>
            </p:cNvGrpSpPr>
            <p:nvPr/>
          </p:nvGrpSpPr>
          <p:grpSpPr bwMode="auto">
            <a:xfrm>
              <a:off x="385" y="391"/>
              <a:ext cx="3674" cy="2449"/>
              <a:chOff x="720" y="480"/>
              <a:chExt cx="4224" cy="1390"/>
            </a:xfrm>
          </p:grpSpPr>
          <p:graphicFrame>
            <p:nvGraphicFramePr>
              <p:cNvPr id="77847" name="Object 4">
                <a:extLst>
                  <a:ext uri="{FF2B5EF4-FFF2-40B4-BE49-F238E27FC236}">
                    <a16:creationId xmlns:a16="http://schemas.microsoft.com/office/drawing/2014/main" id="{C90D5A02-A592-172A-4713-629518E40F4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77847" name="Object 4">
                            <a:extLst>
                              <a:ext uri="{FF2B5EF4-FFF2-40B4-BE49-F238E27FC236}">
                                <a16:creationId xmlns:a16="http://schemas.microsoft.com/office/drawing/2014/main" id="{C90D5A02-A592-172A-4713-629518E40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48" name="Object 5">
                <a:extLst>
                  <a:ext uri="{FF2B5EF4-FFF2-40B4-BE49-F238E27FC236}">
                    <a16:creationId xmlns:a16="http://schemas.microsoft.com/office/drawing/2014/main" id="{4F79F08B-54FF-0EEF-0C35-274A74F71D4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公式" r:id="rId4" imgW="114151" imgH="215619" progId="Equation.3">
                      <p:embed/>
                    </p:oleObj>
                  </mc:Choice>
                  <mc:Fallback>
                    <p:oleObj name="公式" r:id="rId4" imgW="114151" imgH="215619" progId="Equation.3">
                      <p:embed/>
                      <p:pic>
                        <p:nvPicPr>
                          <p:cNvPr id="77848" name="Object 5">
                            <a:extLst>
                              <a:ext uri="{FF2B5EF4-FFF2-40B4-BE49-F238E27FC236}">
                                <a16:creationId xmlns:a16="http://schemas.microsoft.com/office/drawing/2014/main" id="{4F79F08B-54FF-0EEF-0C35-274A74F71D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7846" name="Text Box 6">
              <a:extLst>
                <a:ext uri="{FF2B5EF4-FFF2-40B4-BE49-F238E27FC236}">
                  <a16:creationId xmlns:a16="http://schemas.microsoft.com/office/drawing/2014/main" id="{7B834749-7940-E7C0-2C22-8FC768D80DA1}"/>
                </a:ext>
              </a:extLst>
            </p:cNvPr>
            <p:cNvSpPr txBox="1">
              <a:spLocks noChangeArrowheads="1"/>
            </p:cNvSpPr>
            <p:nvPr/>
          </p:nvSpPr>
          <p:spPr bwMode="auto">
            <a:xfrm>
              <a:off x="431" y="436"/>
              <a:ext cx="3538" cy="2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例</a:t>
              </a:r>
              <a:r>
                <a:rPr lang="en-US" altLang="zh-CN" sz="2400" b="1">
                  <a:solidFill>
                    <a:srgbClr val="003399"/>
                  </a:solidFill>
                  <a:latin typeface="宋体" panose="02010600030101010101" pitchFamily="2" charset="-122"/>
                </a:rPr>
                <a:t>3</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6</a:t>
              </a:r>
              <a:r>
                <a:rPr lang="zh-CN" altLang="en-US" sz="2400" b="1">
                  <a:solidFill>
                    <a:srgbClr val="003399"/>
                  </a:solidFill>
                  <a:latin typeface="宋体" panose="02010600030101010101" pitchFamily="2" charset="-122"/>
                </a:rPr>
                <a:t>：以下</a:t>
              </a:r>
              <a:r>
                <a:rPr lang="en-US" altLang="zh-CN" sz="2400" b="1">
                  <a:solidFill>
                    <a:srgbClr val="003399"/>
                  </a:solidFill>
                  <a:latin typeface="宋体" panose="02010600030101010101" pitchFamily="2" charset="-122"/>
                </a:rPr>
                <a:t>CASE</a:t>
              </a:r>
              <a:r>
                <a:rPr lang="zh-CN" altLang="en-US" sz="2400" b="1">
                  <a:solidFill>
                    <a:srgbClr val="003399"/>
                  </a:solidFill>
                  <a:latin typeface="宋体" panose="02010600030101010101" pitchFamily="2" charset="-122"/>
                </a:rPr>
                <a:t>语句段对应的状态图</a:t>
              </a:r>
              <a:r>
                <a:rPr lang="en-US" altLang="zh-CN" sz="2400" b="1">
                  <a:solidFill>
                    <a:srgbClr val="003399"/>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state i</a:t>
              </a:r>
              <a:r>
                <a:rPr lang="zh-CN" altLang="en-US" sz="2000" b="1">
                  <a:solidFill>
                    <a:srgbClr val="003399"/>
                  </a:solidFill>
                  <a:latin typeface="宋体" panose="02010600030101010101" pitchFamily="2" charset="-122"/>
                </a:rPr>
                <a:t>： </a:t>
              </a:r>
              <a:r>
                <a:rPr lang="en-US" altLang="zh-CN" sz="2000" b="1">
                  <a:solidFill>
                    <a:srgbClr val="DC5900"/>
                  </a:solidFill>
                  <a:latin typeface="宋体" panose="02010600030101010101" pitchFamily="2" charset="-122"/>
                </a:rPr>
                <a:t>GETCHAR</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CASE </a:t>
              </a:r>
              <a:r>
                <a:rPr lang="en-US" altLang="zh-CN" sz="2000" b="1">
                  <a:solidFill>
                    <a:srgbClr val="DC5900"/>
                  </a:solidFill>
                  <a:latin typeface="宋体" panose="02010600030101010101" pitchFamily="2" charset="-122"/>
                </a:rPr>
                <a:t>CHAR</a:t>
              </a:r>
              <a:r>
                <a:rPr lang="en-US" altLang="zh-CN" sz="2000" b="1">
                  <a:solidFill>
                    <a:srgbClr val="003399"/>
                  </a:solidFill>
                  <a:latin typeface="宋体" panose="02010600030101010101" pitchFamily="2" charset="-122"/>
                </a:rPr>
                <a:t> OF</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‘A’..‘Z’</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state  j … </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0’..‘9’</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state  k … </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state  l … </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END</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FAIL</a:t>
              </a:r>
            </a:p>
          </p:txBody>
        </p:sp>
      </p:grpSp>
      <p:grpSp>
        <p:nvGrpSpPr>
          <p:cNvPr id="4" name="Group 7">
            <a:extLst>
              <a:ext uri="{FF2B5EF4-FFF2-40B4-BE49-F238E27FC236}">
                <a16:creationId xmlns:a16="http://schemas.microsoft.com/office/drawing/2014/main" id="{E58960B6-4AB4-2B7F-C004-4475B93C3FCC}"/>
              </a:ext>
            </a:extLst>
          </p:cNvPr>
          <p:cNvGrpSpPr>
            <a:grpSpLocks/>
          </p:cNvGrpSpPr>
          <p:nvPr/>
        </p:nvGrpSpPr>
        <p:grpSpPr bwMode="auto">
          <a:xfrm>
            <a:off x="7391400" y="2349501"/>
            <a:ext cx="2808288" cy="2582863"/>
            <a:chOff x="385" y="1616"/>
            <a:chExt cx="1769" cy="1627"/>
          </a:xfrm>
        </p:grpSpPr>
        <p:sp>
          <p:nvSpPr>
            <p:cNvPr id="77830" name="Text Box 8">
              <a:extLst>
                <a:ext uri="{FF2B5EF4-FFF2-40B4-BE49-F238E27FC236}">
                  <a16:creationId xmlns:a16="http://schemas.microsoft.com/office/drawing/2014/main" id="{F80267FA-82F8-1E3F-79D7-EC26E2E02DB5}"/>
                </a:ext>
              </a:extLst>
            </p:cNvPr>
            <p:cNvSpPr txBox="1">
              <a:spLocks noChangeArrowheads="1"/>
            </p:cNvSpPr>
            <p:nvPr/>
          </p:nvSpPr>
          <p:spPr bwMode="auto">
            <a:xfrm>
              <a:off x="1020" y="216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grpSp>
          <p:nvGrpSpPr>
            <p:cNvPr id="77831" name="Group 9">
              <a:extLst>
                <a:ext uri="{FF2B5EF4-FFF2-40B4-BE49-F238E27FC236}">
                  <a16:creationId xmlns:a16="http://schemas.microsoft.com/office/drawing/2014/main" id="{3FF2CB47-D570-4393-9E37-9871905ACC54}"/>
                </a:ext>
              </a:extLst>
            </p:cNvPr>
            <p:cNvGrpSpPr>
              <a:grpSpLocks/>
            </p:cNvGrpSpPr>
            <p:nvPr/>
          </p:nvGrpSpPr>
          <p:grpSpPr bwMode="auto">
            <a:xfrm>
              <a:off x="385" y="1616"/>
              <a:ext cx="1769" cy="1627"/>
              <a:chOff x="385" y="1616"/>
              <a:chExt cx="1769" cy="1495"/>
            </a:xfrm>
          </p:grpSpPr>
          <p:sp>
            <p:nvSpPr>
              <p:cNvPr id="77832" name="AutoShape 10">
                <a:extLst>
                  <a:ext uri="{FF2B5EF4-FFF2-40B4-BE49-F238E27FC236}">
                    <a16:creationId xmlns:a16="http://schemas.microsoft.com/office/drawing/2014/main" id="{4F528286-CD41-F587-4D47-222E62A250E5}"/>
                  </a:ext>
                </a:extLst>
              </p:cNvPr>
              <p:cNvSpPr>
                <a:spLocks noChangeArrowheads="1"/>
              </p:cNvSpPr>
              <p:nvPr/>
            </p:nvSpPr>
            <p:spPr bwMode="auto">
              <a:xfrm>
                <a:off x="385" y="2190"/>
                <a:ext cx="387" cy="376"/>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i</a:t>
                </a:r>
              </a:p>
            </p:txBody>
          </p:sp>
          <p:sp>
            <p:nvSpPr>
              <p:cNvPr id="77833" name="AutoShape 11">
                <a:extLst>
                  <a:ext uri="{FF2B5EF4-FFF2-40B4-BE49-F238E27FC236}">
                    <a16:creationId xmlns:a16="http://schemas.microsoft.com/office/drawing/2014/main" id="{F5EABEDA-EC65-1AE2-0DA0-D4FE94C64829}"/>
                  </a:ext>
                </a:extLst>
              </p:cNvPr>
              <p:cNvSpPr>
                <a:spLocks noChangeArrowheads="1"/>
              </p:cNvSpPr>
              <p:nvPr/>
            </p:nvSpPr>
            <p:spPr bwMode="auto">
              <a:xfrm>
                <a:off x="1746" y="1623"/>
                <a:ext cx="408" cy="376"/>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j</a:t>
                </a:r>
              </a:p>
            </p:txBody>
          </p:sp>
          <p:sp>
            <p:nvSpPr>
              <p:cNvPr id="77834" name="AutoShape 12">
                <a:extLst>
                  <a:ext uri="{FF2B5EF4-FFF2-40B4-BE49-F238E27FC236}">
                    <a16:creationId xmlns:a16="http://schemas.microsoft.com/office/drawing/2014/main" id="{606EB392-C5E7-8498-F6E4-567B1D88C0F2}"/>
                  </a:ext>
                </a:extLst>
              </p:cNvPr>
              <p:cNvSpPr>
                <a:spLocks noChangeArrowheads="1"/>
              </p:cNvSpPr>
              <p:nvPr/>
            </p:nvSpPr>
            <p:spPr bwMode="auto">
              <a:xfrm>
                <a:off x="1746" y="2212"/>
                <a:ext cx="408" cy="376"/>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k</a:t>
                </a:r>
              </a:p>
            </p:txBody>
          </p:sp>
          <p:sp>
            <p:nvSpPr>
              <p:cNvPr id="77835" name="AutoShape 13">
                <a:extLst>
                  <a:ext uri="{FF2B5EF4-FFF2-40B4-BE49-F238E27FC236}">
                    <a16:creationId xmlns:a16="http://schemas.microsoft.com/office/drawing/2014/main" id="{9FC2149C-11D5-D5B2-1E3E-776F062AAC70}"/>
                  </a:ext>
                </a:extLst>
              </p:cNvPr>
              <p:cNvSpPr>
                <a:spLocks noChangeArrowheads="1"/>
              </p:cNvSpPr>
              <p:nvPr/>
            </p:nvSpPr>
            <p:spPr bwMode="auto">
              <a:xfrm>
                <a:off x="1746" y="2735"/>
                <a:ext cx="408" cy="376"/>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l</a:t>
                </a:r>
              </a:p>
            </p:txBody>
          </p:sp>
          <p:sp>
            <p:nvSpPr>
              <p:cNvPr id="77836" name="Line 14">
                <a:extLst>
                  <a:ext uri="{FF2B5EF4-FFF2-40B4-BE49-F238E27FC236}">
                    <a16:creationId xmlns:a16="http://schemas.microsoft.com/office/drawing/2014/main" id="{10FFB021-57AF-7F02-3D28-2CCB7CE6199E}"/>
                  </a:ext>
                </a:extLst>
              </p:cNvPr>
              <p:cNvSpPr>
                <a:spLocks noChangeShapeType="1"/>
              </p:cNvSpPr>
              <p:nvPr/>
            </p:nvSpPr>
            <p:spPr bwMode="auto">
              <a:xfrm>
                <a:off x="793" y="2365"/>
                <a:ext cx="95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77837" name="Group 15">
                <a:extLst>
                  <a:ext uri="{FF2B5EF4-FFF2-40B4-BE49-F238E27FC236}">
                    <a16:creationId xmlns:a16="http://schemas.microsoft.com/office/drawing/2014/main" id="{32493DD9-AF32-487F-57A8-D3C32F7D0204}"/>
                  </a:ext>
                </a:extLst>
              </p:cNvPr>
              <p:cNvGrpSpPr>
                <a:grpSpLocks/>
              </p:cNvGrpSpPr>
              <p:nvPr/>
            </p:nvGrpSpPr>
            <p:grpSpPr bwMode="auto">
              <a:xfrm>
                <a:off x="651" y="2586"/>
                <a:ext cx="1095" cy="327"/>
                <a:chOff x="651" y="2603"/>
                <a:chExt cx="1095" cy="373"/>
              </a:xfrm>
            </p:grpSpPr>
            <p:sp>
              <p:nvSpPr>
                <p:cNvPr id="77843" name="Arc 16">
                  <a:extLst>
                    <a:ext uri="{FF2B5EF4-FFF2-40B4-BE49-F238E27FC236}">
                      <a16:creationId xmlns:a16="http://schemas.microsoft.com/office/drawing/2014/main" id="{10FDE1F1-EA05-CEB7-6303-EC9EFAEDBF0F}"/>
                    </a:ext>
                  </a:extLst>
                </p:cNvPr>
                <p:cNvSpPr>
                  <a:spLocks/>
                </p:cNvSpPr>
                <p:nvPr/>
              </p:nvSpPr>
              <p:spPr bwMode="auto">
                <a:xfrm rot="10800000">
                  <a:off x="651" y="2603"/>
                  <a:ext cx="224" cy="323"/>
                </a:xfrm>
                <a:custGeom>
                  <a:avLst/>
                  <a:gdLst>
                    <a:gd name="T0" fmla="*/ 0 w 21600"/>
                    <a:gd name="T1" fmla="*/ 0 h 21250"/>
                    <a:gd name="T2" fmla="*/ 0 w 21600"/>
                    <a:gd name="T3" fmla="*/ 0 h 21250"/>
                    <a:gd name="T4" fmla="*/ 0 w 21600"/>
                    <a:gd name="T5" fmla="*/ 0 h 21250"/>
                    <a:gd name="T6" fmla="*/ 0 60000 65536"/>
                    <a:gd name="T7" fmla="*/ 0 60000 65536"/>
                    <a:gd name="T8" fmla="*/ 0 60000 65536"/>
                    <a:gd name="T9" fmla="*/ 0 w 21600"/>
                    <a:gd name="T10" fmla="*/ 0 h 21250"/>
                    <a:gd name="T11" fmla="*/ 21600 w 21600"/>
                    <a:gd name="T12" fmla="*/ 21250 h 21250"/>
                  </a:gdLst>
                  <a:ahLst/>
                  <a:cxnLst>
                    <a:cxn ang="T6">
                      <a:pos x="T0" y="T1"/>
                    </a:cxn>
                    <a:cxn ang="T7">
                      <a:pos x="T2" y="T3"/>
                    </a:cxn>
                    <a:cxn ang="T8">
                      <a:pos x="T4" y="T5"/>
                    </a:cxn>
                  </a:cxnLst>
                  <a:rect l="T9" t="T10" r="T11" b="T12"/>
                  <a:pathLst>
                    <a:path w="21600" h="21250" fill="none" extrusionOk="0">
                      <a:moveTo>
                        <a:pt x="3872" y="-1"/>
                      </a:moveTo>
                      <a:cubicBezTo>
                        <a:pt x="14138" y="1870"/>
                        <a:pt x="21600" y="10814"/>
                        <a:pt x="21600" y="21250"/>
                      </a:cubicBezTo>
                    </a:path>
                    <a:path w="21600" h="21250" stroke="0" extrusionOk="0">
                      <a:moveTo>
                        <a:pt x="3872" y="-1"/>
                      </a:moveTo>
                      <a:cubicBezTo>
                        <a:pt x="14138" y="1870"/>
                        <a:pt x="21600" y="10814"/>
                        <a:pt x="21600" y="21250"/>
                      </a:cubicBezTo>
                      <a:lnTo>
                        <a:pt x="0" y="21250"/>
                      </a:lnTo>
                      <a:lnTo>
                        <a:pt x="3872" y="-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7844" name="Line 17">
                  <a:extLst>
                    <a:ext uri="{FF2B5EF4-FFF2-40B4-BE49-F238E27FC236}">
                      <a16:creationId xmlns:a16="http://schemas.microsoft.com/office/drawing/2014/main" id="{AA477F2A-8C8D-7886-4D87-171CDFC7BE1F}"/>
                    </a:ext>
                  </a:extLst>
                </p:cNvPr>
                <p:cNvSpPr>
                  <a:spLocks noChangeShapeType="1"/>
                </p:cNvSpPr>
                <p:nvPr/>
              </p:nvSpPr>
              <p:spPr bwMode="auto">
                <a:xfrm>
                  <a:off x="975" y="2976"/>
                  <a:ext cx="77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77838" name="Group 18">
                <a:extLst>
                  <a:ext uri="{FF2B5EF4-FFF2-40B4-BE49-F238E27FC236}">
                    <a16:creationId xmlns:a16="http://schemas.microsoft.com/office/drawing/2014/main" id="{2E78B8E0-00B0-ECF1-EA26-4359D616CC83}"/>
                  </a:ext>
                </a:extLst>
              </p:cNvPr>
              <p:cNvGrpSpPr>
                <a:grpSpLocks/>
              </p:cNvGrpSpPr>
              <p:nvPr/>
            </p:nvGrpSpPr>
            <p:grpSpPr bwMode="auto">
              <a:xfrm>
                <a:off x="567" y="1842"/>
                <a:ext cx="1179" cy="300"/>
                <a:chOff x="567" y="1706"/>
                <a:chExt cx="1179" cy="412"/>
              </a:xfrm>
            </p:grpSpPr>
            <p:sp>
              <p:nvSpPr>
                <p:cNvPr id="77841" name="Arc 19">
                  <a:extLst>
                    <a:ext uri="{FF2B5EF4-FFF2-40B4-BE49-F238E27FC236}">
                      <a16:creationId xmlns:a16="http://schemas.microsoft.com/office/drawing/2014/main" id="{223C7B7D-E69A-770D-42E6-1A060400DE59}"/>
                    </a:ext>
                  </a:extLst>
                </p:cNvPr>
                <p:cNvSpPr>
                  <a:spLocks/>
                </p:cNvSpPr>
                <p:nvPr/>
              </p:nvSpPr>
              <p:spPr bwMode="auto">
                <a:xfrm flipH="1">
                  <a:off x="567" y="1800"/>
                  <a:ext cx="409" cy="318"/>
                </a:xfrm>
                <a:custGeom>
                  <a:avLst/>
                  <a:gdLst>
                    <a:gd name="T0" fmla="*/ 0 w 21600"/>
                    <a:gd name="T1" fmla="*/ 0 h 21388"/>
                    <a:gd name="T2" fmla="*/ 0 w 21600"/>
                    <a:gd name="T3" fmla="*/ 0 h 21388"/>
                    <a:gd name="T4" fmla="*/ 0 w 21600"/>
                    <a:gd name="T5" fmla="*/ 0 h 21388"/>
                    <a:gd name="T6" fmla="*/ 0 60000 65536"/>
                    <a:gd name="T7" fmla="*/ 0 60000 65536"/>
                    <a:gd name="T8" fmla="*/ 0 60000 65536"/>
                    <a:gd name="T9" fmla="*/ 0 w 21600"/>
                    <a:gd name="T10" fmla="*/ 0 h 21388"/>
                    <a:gd name="T11" fmla="*/ 21600 w 21600"/>
                    <a:gd name="T12" fmla="*/ 21388 h 21388"/>
                  </a:gdLst>
                  <a:ahLst/>
                  <a:cxnLst>
                    <a:cxn ang="T6">
                      <a:pos x="T0" y="T1"/>
                    </a:cxn>
                    <a:cxn ang="T7">
                      <a:pos x="T2" y="T3"/>
                    </a:cxn>
                    <a:cxn ang="T8">
                      <a:pos x="T4" y="T5"/>
                    </a:cxn>
                  </a:cxnLst>
                  <a:rect l="T9" t="T10" r="T11" b="T12"/>
                  <a:pathLst>
                    <a:path w="21600" h="21388" fill="none" extrusionOk="0">
                      <a:moveTo>
                        <a:pt x="3018" y="-1"/>
                      </a:moveTo>
                      <a:cubicBezTo>
                        <a:pt x="13675" y="1503"/>
                        <a:pt x="21600" y="10624"/>
                        <a:pt x="21600" y="21388"/>
                      </a:cubicBezTo>
                    </a:path>
                    <a:path w="21600" h="21388" stroke="0" extrusionOk="0">
                      <a:moveTo>
                        <a:pt x="3018" y="-1"/>
                      </a:moveTo>
                      <a:cubicBezTo>
                        <a:pt x="13675" y="1503"/>
                        <a:pt x="21600" y="10624"/>
                        <a:pt x="21600" y="21388"/>
                      </a:cubicBezTo>
                      <a:lnTo>
                        <a:pt x="0" y="21388"/>
                      </a:lnTo>
                      <a:lnTo>
                        <a:pt x="3018" y="-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7842" name="Line 20">
                  <a:extLst>
                    <a:ext uri="{FF2B5EF4-FFF2-40B4-BE49-F238E27FC236}">
                      <a16:creationId xmlns:a16="http://schemas.microsoft.com/office/drawing/2014/main" id="{D80AAE0E-530A-CB33-3686-AA8BF8654224}"/>
                    </a:ext>
                  </a:extLst>
                </p:cNvPr>
                <p:cNvSpPr>
                  <a:spLocks noChangeShapeType="1"/>
                </p:cNvSpPr>
                <p:nvPr/>
              </p:nvSpPr>
              <p:spPr bwMode="auto">
                <a:xfrm>
                  <a:off x="930" y="1706"/>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77839" name="Text Box 21">
                <a:extLst>
                  <a:ext uri="{FF2B5EF4-FFF2-40B4-BE49-F238E27FC236}">
                    <a16:creationId xmlns:a16="http://schemas.microsoft.com/office/drawing/2014/main" id="{5A79990C-FE9D-B2B5-36A0-51093A7D8EED}"/>
                  </a:ext>
                </a:extLst>
              </p:cNvPr>
              <p:cNvSpPr txBox="1">
                <a:spLocks noChangeArrowheads="1"/>
              </p:cNvSpPr>
              <p:nvPr/>
            </p:nvSpPr>
            <p:spPr bwMode="auto">
              <a:xfrm>
                <a:off x="930" y="1616"/>
                <a:ext cx="68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 </a:t>
                </a:r>
              </a:p>
            </p:txBody>
          </p:sp>
          <p:sp>
            <p:nvSpPr>
              <p:cNvPr id="77840" name="Text Box 22">
                <a:extLst>
                  <a:ext uri="{FF2B5EF4-FFF2-40B4-BE49-F238E27FC236}">
                    <a16:creationId xmlns:a16="http://schemas.microsoft.com/office/drawing/2014/main" id="{8DAB1C93-28DC-B7CE-772E-43A55789122E}"/>
                  </a:ext>
                </a:extLst>
              </p:cNvPr>
              <p:cNvSpPr txBox="1">
                <a:spLocks noChangeArrowheads="1"/>
              </p:cNvSpPr>
              <p:nvPr/>
            </p:nvSpPr>
            <p:spPr bwMode="auto">
              <a:xfrm>
                <a:off x="975" y="2659"/>
                <a:ext cx="63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t>
                </a:r>
              </a:p>
            </p:txBody>
          </p:sp>
        </p:grpSp>
      </p:grpSp>
      <p:sp>
        <p:nvSpPr>
          <p:cNvPr id="110615" name="AutoShape 23">
            <a:extLst>
              <a:ext uri="{FF2B5EF4-FFF2-40B4-BE49-F238E27FC236}">
                <a16:creationId xmlns:a16="http://schemas.microsoft.com/office/drawing/2014/main" id="{72C47F18-6867-966B-391B-2B4E341FDEA1}"/>
              </a:ext>
            </a:extLst>
          </p:cNvPr>
          <p:cNvSpPr>
            <a:spLocks noChangeArrowheads="1"/>
          </p:cNvSpPr>
          <p:nvPr/>
        </p:nvSpPr>
        <p:spPr bwMode="auto">
          <a:xfrm>
            <a:off x="3648075" y="5516563"/>
            <a:ext cx="3024188" cy="1008062"/>
          </a:xfrm>
          <a:prstGeom prst="wedgeRectCallout">
            <a:avLst>
              <a:gd name="adj1" fmla="val -37926"/>
              <a:gd name="adj2" fmla="val -331102"/>
            </a:avLst>
          </a:prstGeom>
          <a:solidFill>
            <a:srgbClr val="CCFFCC"/>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latin typeface="宋体" panose="02010600030101010101" pitchFamily="2" charset="-122"/>
              </a:rPr>
              <a:t>字符变量，存放最新读进的源程序字符。</a:t>
            </a:r>
          </a:p>
        </p:txBody>
      </p:sp>
      <p:sp>
        <p:nvSpPr>
          <p:cNvPr id="110616" name="AutoShape 24">
            <a:extLst>
              <a:ext uri="{FF2B5EF4-FFF2-40B4-BE49-F238E27FC236}">
                <a16:creationId xmlns:a16="http://schemas.microsoft.com/office/drawing/2014/main" id="{4E190645-7F02-AE2E-DE27-9563AB0B8A25}"/>
              </a:ext>
            </a:extLst>
          </p:cNvPr>
          <p:cNvSpPr>
            <a:spLocks noChangeArrowheads="1"/>
          </p:cNvSpPr>
          <p:nvPr/>
        </p:nvSpPr>
        <p:spPr bwMode="auto">
          <a:xfrm>
            <a:off x="7175501" y="476251"/>
            <a:ext cx="3097213" cy="1223963"/>
          </a:xfrm>
          <a:prstGeom prst="wedgeRectCallout">
            <a:avLst>
              <a:gd name="adj1" fmla="val -159894"/>
              <a:gd name="adj2" fmla="val 78273"/>
            </a:avLst>
          </a:prstGeom>
          <a:solidFill>
            <a:srgbClr val="CCFFCC"/>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latin typeface="宋体" panose="02010600030101010101" pitchFamily="2" charset="-122"/>
              </a:rPr>
              <a:t>过程，将下一输入字符读入</a:t>
            </a:r>
            <a:r>
              <a:rPr lang="en-US" altLang="zh-CN" sz="2400" b="1">
                <a:solidFill>
                  <a:srgbClr val="DC5900"/>
                </a:solidFill>
                <a:latin typeface="宋体" panose="02010600030101010101" pitchFamily="2" charset="-122"/>
              </a:rPr>
              <a:t>CHAR</a:t>
            </a:r>
            <a:r>
              <a:rPr lang="zh-CN" altLang="en-US" sz="2400" b="1">
                <a:solidFill>
                  <a:srgbClr val="003399"/>
                </a:solidFill>
                <a:latin typeface="宋体" panose="02010600030101010101" pitchFamily="2" charset="-122"/>
              </a:rPr>
              <a:t>，搜索指示器前移一个字符。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0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10616"/>
                                        </p:tgtEl>
                                        <p:attrNameLst>
                                          <p:attrName>style.visibility</p:attrName>
                                        </p:attrNameLst>
                                      </p:cBhvr>
                                      <p:to>
                                        <p:strVal val="visible"/>
                                      </p:to>
                                    </p:set>
                                    <p:anim calcmode="lin" valueType="num">
                                      <p:cBhvr additive="base">
                                        <p:cTn id="19" dur="1000" fill="hold"/>
                                        <p:tgtEl>
                                          <p:spTgt spid="110616"/>
                                        </p:tgtEl>
                                        <p:attrNameLst>
                                          <p:attrName>ppt_x</p:attrName>
                                        </p:attrNameLst>
                                      </p:cBhvr>
                                      <p:tavLst>
                                        <p:tav tm="0">
                                          <p:val>
                                            <p:strVal val="1+#ppt_w/2"/>
                                          </p:val>
                                        </p:tav>
                                        <p:tav tm="100000">
                                          <p:val>
                                            <p:strVal val="#ppt_x"/>
                                          </p:val>
                                        </p:tav>
                                      </p:tavLst>
                                    </p:anim>
                                    <p:anim calcmode="lin" valueType="num">
                                      <p:cBhvr additive="base">
                                        <p:cTn id="20" dur="1000" fill="hold"/>
                                        <p:tgtEl>
                                          <p:spTgt spid="110616"/>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1000"/>
                            </p:stCondLst>
                            <p:childTnLst>
                              <p:par>
                                <p:cTn id="22" presetID="2" presetClass="exit" presetSubtype="2" fill="hold" nodeType="afterEffect">
                                  <p:stCondLst>
                                    <p:cond delay="20000"/>
                                  </p:stCondLst>
                                  <p:childTnLst>
                                    <p:anim calcmode="lin" valueType="num">
                                      <p:cBhvr additive="base">
                                        <p:cTn id="23" dur="1000"/>
                                        <p:tgtEl>
                                          <p:spTgt spid="110616"/>
                                        </p:tgtEl>
                                        <p:attrNameLst>
                                          <p:attrName>ppt_x</p:attrName>
                                        </p:attrNameLst>
                                      </p:cBhvr>
                                      <p:tavLst>
                                        <p:tav tm="0">
                                          <p:val>
                                            <p:strVal val="ppt_x"/>
                                          </p:val>
                                        </p:tav>
                                        <p:tav tm="100000">
                                          <p:val>
                                            <p:strVal val="1+ppt_w/2"/>
                                          </p:val>
                                        </p:tav>
                                      </p:tavLst>
                                    </p:anim>
                                    <p:anim calcmode="lin" valueType="num">
                                      <p:cBhvr additive="base">
                                        <p:cTn id="24" dur="1000"/>
                                        <p:tgtEl>
                                          <p:spTgt spid="110616"/>
                                        </p:tgtEl>
                                        <p:attrNameLst>
                                          <p:attrName>ppt_y</p:attrName>
                                        </p:attrNameLst>
                                      </p:cBhvr>
                                      <p:tavLst>
                                        <p:tav tm="0">
                                          <p:val>
                                            <p:strVal val="ppt_y"/>
                                          </p:val>
                                        </p:tav>
                                        <p:tav tm="100000">
                                          <p:val>
                                            <p:strVal val="ppt_y"/>
                                          </p:val>
                                        </p:tav>
                                      </p:tavLst>
                                    </p:anim>
                                    <p:set>
                                      <p:cBhvr>
                                        <p:cTn id="25" dur="1" fill="hold">
                                          <p:stCondLst>
                                            <p:cond delay="999"/>
                                          </p:stCondLst>
                                        </p:cTn>
                                        <p:tgtEl>
                                          <p:spTgt spid="110616"/>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10615"/>
                                        </p:tgtEl>
                                        <p:attrNameLst>
                                          <p:attrName>style.visibility</p:attrName>
                                        </p:attrNameLst>
                                      </p:cBhvr>
                                      <p:to>
                                        <p:strVal val="visible"/>
                                      </p:to>
                                    </p:set>
                                    <p:anim calcmode="lin" valueType="num">
                                      <p:cBhvr additive="base">
                                        <p:cTn id="30" dur="1000" fill="hold"/>
                                        <p:tgtEl>
                                          <p:spTgt spid="110615"/>
                                        </p:tgtEl>
                                        <p:attrNameLst>
                                          <p:attrName>ppt_x</p:attrName>
                                        </p:attrNameLst>
                                      </p:cBhvr>
                                      <p:tavLst>
                                        <p:tav tm="0">
                                          <p:val>
                                            <p:strVal val="#ppt_x"/>
                                          </p:val>
                                        </p:tav>
                                        <p:tav tm="100000">
                                          <p:val>
                                            <p:strVal val="#ppt_x"/>
                                          </p:val>
                                        </p:tav>
                                      </p:tavLst>
                                    </p:anim>
                                    <p:anim calcmode="lin" valueType="num">
                                      <p:cBhvr additive="base">
                                        <p:cTn id="31" dur="1000" fill="hold"/>
                                        <p:tgtEl>
                                          <p:spTgt spid="110615"/>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000"/>
                            </p:stCondLst>
                            <p:childTnLst>
                              <p:par>
                                <p:cTn id="33" presetID="2" presetClass="exit" presetSubtype="4" fill="hold" nodeType="afterEffect">
                                  <p:stCondLst>
                                    <p:cond delay="20000"/>
                                  </p:stCondLst>
                                  <p:childTnLst>
                                    <p:anim calcmode="lin" valueType="num">
                                      <p:cBhvr additive="base">
                                        <p:cTn id="34" dur="1000"/>
                                        <p:tgtEl>
                                          <p:spTgt spid="110615"/>
                                        </p:tgtEl>
                                        <p:attrNameLst>
                                          <p:attrName>ppt_x</p:attrName>
                                        </p:attrNameLst>
                                      </p:cBhvr>
                                      <p:tavLst>
                                        <p:tav tm="0">
                                          <p:val>
                                            <p:strVal val="ppt_x"/>
                                          </p:val>
                                        </p:tav>
                                        <p:tav tm="100000">
                                          <p:val>
                                            <p:strVal val="ppt_x"/>
                                          </p:val>
                                        </p:tav>
                                      </p:tavLst>
                                    </p:anim>
                                    <p:anim calcmode="lin" valueType="num">
                                      <p:cBhvr additive="base">
                                        <p:cTn id="35" dur="1000"/>
                                        <p:tgtEl>
                                          <p:spTgt spid="110615"/>
                                        </p:tgtEl>
                                        <p:attrNameLst>
                                          <p:attrName>ppt_y</p:attrName>
                                        </p:attrNameLst>
                                      </p:cBhvr>
                                      <p:tavLst>
                                        <p:tav tm="0">
                                          <p:val>
                                            <p:strVal val="ppt_y"/>
                                          </p:val>
                                        </p:tav>
                                        <p:tav tm="100000">
                                          <p:val>
                                            <p:strVal val="1+ppt_h/2"/>
                                          </p:val>
                                        </p:tav>
                                      </p:tavLst>
                                    </p:anim>
                                    <p:set>
                                      <p:cBhvr>
                                        <p:cTn id="36" dur="1" fill="hold">
                                          <p:stCondLst>
                                            <p:cond delay="999"/>
                                          </p:stCondLst>
                                        </p:cTn>
                                        <p:tgtEl>
                                          <p:spTgt spid="1106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15" grpId="0" animBg="1"/>
      <p:bldP spid="110615" grpId="1" animBg="1"/>
      <p:bldP spid="110616" grpId="0" animBg="1"/>
      <p:bldP spid="110616"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AD87289-6347-90D5-D5D4-3FF92A7A609B}"/>
              </a:ext>
            </a:extLst>
          </p:cNvPr>
          <p:cNvGrpSpPr>
            <a:grpSpLocks/>
          </p:cNvGrpSpPr>
          <p:nvPr/>
        </p:nvGrpSpPr>
        <p:grpSpPr bwMode="auto">
          <a:xfrm>
            <a:off x="1558925" y="2276476"/>
            <a:ext cx="7056438" cy="2447925"/>
            <a:chOff x="204" y="1480"/>
            <a:chExt cx="4445" cy="1542"/>
          </a:xfrm>
        </p:grpSpPr>
        <p:grpSp>
          <p:nvGrpSpPr>
            <p:cNvPr id="78871" name="Group 3">
              <a:extLst>
                <a:ext uri="{FF2B5EF4-FFF2-40B4-BE49-F238E27FC236}">
                  <a16:creationId xmlns:a16="http://schemas.microsoft.com/office/drawing/2014/main" id="{724EDF59-092A-A07D-ABEB-9CE3C1C93042}"/>
                </a:ext>
              </a:extLst>
            </p:cNvPr>
            <p:cNvGrpSpPr>
              <a:grpSpLocks/>
            </p:cNvGrpSpPr>
            <p:nvPr/>
          </p:nvGrpSpPr>
          <p:grpSpPr bwMode="auto">
            <a:xfrm>
              <a:off x="204" y="1480"/>
              <a:ext cx="4264" cy="1542"/>
              <a:chOff x="720" y="480"/>
              <a:chExt cx="4224" cy="1390"/>
            </a:xfrm>
          </p:grpSpPr>
          <p:graphicFrame>
            <p:nvGraphicFramePr>
              <p:cNvPr id="78873" name="Object 4">
                <a:extLst>
                  <a:ext uri="{FF2B5EF4-FFF2-40B4-BE49-F238E27FC236}">
                    <a16:creationId xmlns:a16="http://schemas.microsoft.com/office/drawing/2014/main" id="{7F35BA3C-41F0-5C7F-7565-B7827B3D8363}"/>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78873" name="Object 4">
                            <a:extLst>
                              <a:ext uri="{FF2B5EF4-FFF2-40B4-BE49-F238E27FC236}">
                                <a16:creationId xmlns:a16="http://schemas.microsoft.com/office/drawing/2014/main" id="{7F35BA3C-41F0-5C7F-7565-B7827B3D83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74" name="Object 5">
                <a:extLst>
                  <a:ext uri="{FF2B5EF4-FFF2-40B4-BE49-F238E27FC236}">
                    <a16:creationId xmlns:a16="http://schemas.microsoft.com/office/drawing/2014/main" id="{A5F95D6E-1B46-F31E-642B-EF9796795B8D}"/>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78874" name="Object 5">
                            <a:extLst>
                              <a:ext uri="{FF2B5EF4-FFF2-40B4-BE49-F238E27FC236}">
                                <a16:creationId xmlns:a16="http://schemas.microsoft.com/office/drawing/2014/main" id="{A5F95D6E-1B46-F31E-642B-EF9796795B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8872" name="Text Box 6">
              <a:extLst>
                <a:ext uri="{FF2B5EF4-FFF2-40B4-BE49-F238E27FC236}">
                  <a16:creationId xmlns:a16="http://schemas.microsoft.com/office/drawing/2014/main" id="{D0FA975C-9C34-3A12-4979-ED09BEBC225D}"/>
                </a:ext>
              </a:extLst>
            </p:cNvPr>
            <p:cNvSpPr txBox="1">
              <a:spLocks noChangeArrowheads="1"/>
            </p:cNvSpPr>
            <p:nvPr/>
          </p:nvSpPr>
          <p:spPr bwMode="auto">
            <a:xfrm>
              <a:off x="251" y="1604"/>
              <a:ext cx="4398"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对于如上的状态转换图，</a:t>
              </a:r>
              <a:r>
                <a:rPr lang="zh-CN" altLang="en-US" sz="2400" b="1">
                  <a:solidFill>
                    <a:srgbClr val="FF0000"/>
                  </a:solidFill>
                  <a:latin typeface="宋体" panose="02010600030101010101" pitchFamily="2" charset="-122"/>
                </a:rPr>
                <a:t>状态</a:t>
              </a:r>
              <a:r>
                <a:rPr lang="en-US" altLang="zh-CN" sz="2400" b="1">
                  <a:solidFill>
                    <a:srgbClr val="FF0000"/>
                  </a:solidFill>
                  <a:latin typeface="宋体" panose="02010600030101010101" pitchFamily="2" charset="-122"/>
                </a:rPr>
                <a:t>0</a:t>
              </a:r>
              <a:r>
                <a:rPr lang="zh-CN" altLang="en-US" sz="2400" b="1">
                  <a:solidFill>
                    <a:srgbClr val="003399"/>
                  </a:solidFill>
                  <a:latin typeface="宋体" panose="02010600030101010101" pitchFamily="2" charset="-122"/>
                </a:rPr>
                <a:t>的代码如下所示：</a:t>
              </a:r>
            </a:p>
            <a:p>
              <a:pPr fontAlgn="base">
                <a:spcBef>
                  <a:spcPct val="50000"/>
                </a:spcBef>
                <a:spcAft>
                  <a:spcPct val="0"/>
                </a:spcAft>
                <a:buClrTx/>
                <a:buSzTx/>
                <a:buNone/>
              </a:pPr>
              <a:r>
                <a:rPr lang="zh-CN" altLang="en-US" sz="2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0</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C := </a:t>
              </a:r>
              <a:r>
                <a:rPr lang="en-US" altLang="zh-CN" sz="2000" b="1">
                  <a:solidFill>
                    <a:srgbClr val="FF0000"/>
                  </a:solidFill>
                  <a:latin typeface="宋体" panose="02010600030101010101" pitchFamily="2" charset="-122"/>
                </a:rPr>
                <a:t>GETCHAR </a:t>
              </a:r>
              <a:r>
                <a:rPr lang="en-US" altLang="zh-CN" sz="2000" b="1">
                  <a:solidFill>
                    <a:srgbClr val="000808"/>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if  </a:t>
              </a:r>
              <a:r>
                <a:rPr lang="en-US" altLang="zh-CN" sz="2000" b="1">
                  <a:solidFill>
                    <a:srgbClr val="FF0000"/>
                  </a:solidFill>
                  <a:latin typeface="宋体" panose="02010600030101010101" pitchFamily="2" charset="-122"/>
                </a:rPr>
                <a:t>LETTER(C)</a:t>
              </a:r>
              <a:r>
                <a:rPr lang="en-US" altLang="zh-CN" sz="2000" b="1">
                  <a:solidFill>
                    <a:srgbClr val="003399"/>
                  </a:solidFill>
                  <a:latin typeface="宋体" panose="02010600030101010101" pitchFamily="2" charset="-122"/>
                </a:rPr>
                <a:t> then goto state 1</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else </a:t>
              </a:r>
              <a:r>
                <a:rPr lang="en-US" altLang="zh-CN" sz="2000" b="1">
                  <a:solidFill>
                    <a:srgbClr val="FF0000"/>
                  </a:solidFill>
                  <a:latin typeface="宋体" panose="02010600030101010101" pitchFamily="2" charset="-122"/>
                </a:rPr>
                <a:t>FAIL( )</a:t>
              </a:r>
            </a:p>
          </p:txBody>
        </p:sp>
      </p:grpSp>
      <p:grpSp>
        <p:nvGrpSpPr>
          <p:cNvPr id="4" name="Group 7">
            <a:extLst>
              <a:ext uri="{FF2B5EF4-FFF2-40B4-BE49-F238E27FC236}">
                <a16:creationId xmlns:a16="http://schemas.microsoft.com/office/drawing/2014/main" id="{001828FF-7B29-52D4-8815-517403BB1930}"/>
              </a:ext>
            </a:extLst>
          </p:cNvPr>
          <p:cNvGrpSpPr>
            <a:grpSpLocks/>
          </p:cNvGrpSpPr>
          <p:nvPr/>
        </p:nvGrpSpPr>
        <p:grpSpPr bwMode="auto">
          <a:xfrm>
            <a:off x="1925638" y="692151"/>
            <a:ext cx="4025900" cy="1520825"/>
            <a:chOff x="92" y="2432"/>
            <a:chExt cx="2536" cy="958"/>
          </a:xfrm>
        </p:grpSpPr>
        <p:sp>
          <p:nvSpPr>
            <p:cNvPr id="78861" name="AutoShape 8">
              <a:extLst>
                <a:ext uri="{FF2B5EF4-FFF2-40B4-BE49-F238E27FC236}">
                  <a16:creationId xmlns:a16="http://schemas.microsoft.com/office/drawing/2014/main" id="{043EDB25-802D-F0BD-99BE-CB6D957722E4}"/>
                </a:ext>
              </a:extLst>
            </p:cNvPr>
            <p:cNvSpPr>
              <a:spLocks noChangeArrowheads="1"/>
            </p:cNvSpPr>
            <p:nvPr/>
          </p:nvSpPr>
          <p:spPr bwMode="auto">
            <a:xfrm>
              <a:off x="2322" y="3036"/>
              <a:ext cx="306"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6 w 21600"/>
                <a:gd name="T25" fmla="*/ 3169 h 21600"/>
                <a:gd name="T26" fmla="*/ 18424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78862" name="AutoShape 9">
              <a:extLst>
                <a:ext uri="{FF2B5EF4-FFF2-40B4-BE49-F238E27FC236}">
                  <a16:creationId xmlns:a16="http://schemas.microsoft.com/office/drawing/2014/main" id="{E4E8BFF5-4D21-AE2F-0A7D-AAE2AE99FF5B}"/>
                </a:ext>
              </a:extLst>
            </p:cNvPr>
            <p:cNvSpPr>
              <a:spLocks noChangeArrowheads="1"/>
            </p:cNvSpPr>
            <p:nvPr/>
          </p:nvSpPr>
          <p:spPr bwMode="auto">
            <a:xfrm>
              <a:off x="92" y="3036"/>
              <a:ext cx="310"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78863" name="AutoShape 10">
              <a:extLst>
                <a:ext uri="{FF2B5EF4-FFF2-40B4-BE49-F238E27FC236}">
                  <a16:creationId xmlns:a16="http://schemas.microsoft.com/office/drawing/2014/main" id="{35AA792C-763D-813F-EE6A-A97B0703913A}"/>
                </a:ext>
              </a:extLst>
            </p:cNvPr>
            <p:cNvSpPr>
              <a:spLocks noChangeArrowheads="1"/>
            </p:cNvSpPr>
            <p:nvPr/>
          </p:nvSpPr>
          <p:spPr bwMode="auto">
            <a:xfrm>
              <a:off x="1226" y="3036"/>
              <a:ext cx="309"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78864" name="Line 11">
              <a:extLst>
                <a:ext uri="{FF2B5EF4-FFF2-40B4-BE49-F238E27FC236}">
                  <a16:creationId xmlns:a16="http://schemas.microsoft.com/office/drawing/2014/main" id="{4DB4FA32-69B2-3CFF-D680-681652AFEDB8}"/>
                </a:ext>
              </a:extLst>
            </p:cNvPr>
            <p:cNvSpPr>
              <a:spLocks noChangeShapeType="1"/>
            </p:cNvSpPr>
            <p:nvPr/>
          </p:nvSpPr>
          <p:spPr bwMode="auto">
            <a:xfrm>
              <a:off x="404" y="3222"/>
              <a:ext cx="8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8865" name="Line 12">
              <a:extLst>
                <a:ext uri="{FF2B5EF4-FFF2-40B4-BE49-F238E27FC236}">
                  <a16:creationId xmlns:a16="http://schemas.microsoft.com/office/drawing/2014/main" id="{EEF9CB13-CE47-82D1-5564-491DF2347B51}"/>
                </a:ext>
              </a:extLst>
            </p:cNvPr>
            <p:cNvSpPr>
              <a:spLocks noChangeShapeType="1"/>
            </p:cNvSpPr>
            <p:nvPr/>
          </p:nvSpPr>
          <p:spPr bwMode="auto">
            <a:xfrm>
              <a:off x="1538" y="3222"/>
              <a:ext cx="7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8866" name="Arc 13">
              <a:extLst>
                <a:ext uri="{FF2B5EF4-FFF2-40B4-BE49-F238E27FC236}">
                  <a16:creationId xmlns:a16="http://schemas.microsoft.com/office/drawing/2014/main" id="{08793CD0-9B65-16DF-CA86-A0CD99DEF6D6}"/>
                </a:ext>
              </a:extLst>
            </p:cNvPr>
            <p:cNvSpPr>
              <a:spLocks/>
            </p:cNvSpPr>
            <p:nvPr/>
          </p:nvSpPr>
          <p:spPr bwMode="auto">
            <a:xfrm rot="5271687" flipH="1" flipV="1">
              <a:off x="1187" y="2724"/>
              <a:ext cx="382"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8867" name="Line 14">
              <a:extLst>
                <a:ext uri="{FF2B5EF4-FFF2-40B4-BE49-F238E27FC236}">
                  <a16:creationId xmlns:a16="http://schemas.microsoft.com/office/drawing/2014/main" id="{569A234A-396E-DAF4-8EAA-13E52460C579}"/>
                </a:ext>
              </a:extLst>
            </p:cNvPr>
            <p:cNvSpPr>
              <a:spLocks noChangeShapeType="1"/>
            </p:cNvSpPr>
            <p:nvPr/>
          </p:nvSpPr>
          <p:spPr bwMode="auto">
            <a:xfrm>
              <a:off x="1265" y="2907"/>
              <a:ext cx="38"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8868" name="Text Box 15">
              <a:extLst>
                <a:ext uri="{FF2B5EF4-FFF2-40B4-BE49-F238E27FC236}">
                  <a16:creationId xmlns:a16="http://schemas.microsoft.com/office/drawing/2014/main" id="{09A0B9CB-1593-6983-7D81-35AF84E07136}"/>
                </a:ext>
              </a:extLst>
            </p:cNvPr>
            <p:cNvSpPr txBox="1">
              <a:spLocks noChangeArrowheads="1"/>
            </p:cNvSpPr>
            <p:nvPr/>
          </p:nvSpPr>
          <p:spPr bwMode="auto">
            <a:xfrm>
              <a:off x="521" y="2976"/>
              <a:ext cx="5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78869" name="Text Box 16">
              <a:extLst>
                <a:ext uri="{FF2B5EF4-FFF2-40B4-BE49-F238E27FC236}">
                  <a16:creationId xmlns:a16="http://schemas.microsoft.com/office/drawing/2014/main" id="{495BEB66-DE73-CBF1-0FD7-69386006D43B}"/>
                </a:ext>
              </a:extLst>
            </p:cNvPr>
            <p:cNvSpPr txBox="1">
              <a:spLocks noChangeArrowheads="1"/>
            </p:cNvSpPr>
            <p:nvPr/>
          </p:nvSpPr>
          <p:spPr bwMode="auto">
            <a:xfrm>
              <a:off x="1655" y="2976"/>
              <a:ext cx="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78870" name="Text Box 17">
              <a:extLst>
                <a:ext uri="{FF2B5EF4-FFF2-40B4-BE49-F238E27FC236}">
                  <a16:creationId xmlns:a16="http://schemas.microsoft.com/office/drawing/2014/main" id="{2890D379-F40A-D6EB-25EC-3A2D6E3463D2}"/>
                </a:ext>
              </a:extLst>
            </p:cNvPr>
            <p:cNvSpPr txBox="1">
              <a:spLocks noChangeArrowheads="1"/>
            </p:cNvSpPr>
            <p:nvPr/>
          </p:nvSpPr>
          <p:spPr bwMode="auto">
            <a:xfrm>
              <a:off x="873" y="2432"/>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
        <p:nvSpPr>
          <p:cNvPr id="107538" name="AutoShape 18">
            <a:extLst>
              <a:ext uri="{FF2B5EF4-FFF2-40B4-BE49-F238E27FC236}">
                <a16:creationId xmlns:a16="http://schemas.microsoft.com/office/drawing/2014/main" id="{9C5C6123-4C3C-D8F6-309B-32085E6469AD}"/>
              </a:ext>
            </a:extLst>
          </p:cNvPr>
          <p:cNvSpPr>
            <a:spLocks noChangeArrowheads="1"/>
          </p:cNvSpPr>
          <p:nvPr/>
        </p:nvSpPr>
        <p:spPr bwMode="auto">
          <a:xfrm>
            <a:off x="6710364" y="419101"/>
            <a:ext cx="3635375" cy="2233613"/>
          </a:xfrm>
          <a:prstGeom prst="cloudCallout">
            <a:avLst>
              <a:gd name="adj1" fmla="val -78185"/>
              <a:gd name="adj2" fmla="val 89727"/>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FF0000"/>
                </a:solidFill>
              </a:rPr>
              <a:t>LETTER( )</a:t>
            </a:r>
            <a:r>
              <a:rPr lang="zh-CN" altLang="en-US" sz="2000" b="1">
                <a:solidFill>
                  <a:srgbClr val="003399"/>
                </a:solidFill>
              </a:rPr>
              <a:t>是布尔函数过程，当且仅当</a:t>
            </a:r>
            <a:r>
              <a:rPr lang="en-US" altLang="zh-CN" sz="2000" b="1">
                <a:solidFill>
                  <a:srgbClr val="FF0000"/>
                </a:solidFill>
              </a:rPr>
              <a:t>C</a:t>
            </a:r>
            <a:r>
              <a:rPr lang="zh-CN" altLang="en-US" sz="2000" b="1">
                <a:solidFill>
                  <a:srgbClr val="003399"/>
                </a:solidFill>
              </a:rPr>
              <a:t>中的字符是字母，它返回真假值</a:t>
            </a:r>
            <a:r>
              <a:rPr lang="en-US" altLang="zh-CN" sz="2000" b="1">
                <a:solidFill>
                  <a:srgbClr val="DC5900"/>
                </a:solidFill>
              </a:rPr>
              <a:t>TRUE</a:t>
            </a:r>
            <a:r>
              <a:rPr lang="zh-CN" altLang="en-US" sz="2000" b="1">
                <a:solidFill>
                  <a:srgbClr val="003399"/>
                </a:solidFill>
              </a:rPr>
              <a:t>。</a:t>
            </a:r>
          </a:p>
          <a:p>
            <a:pPr fontAlgn="base">
              <a:spcBef>
                <a:spcPct val="0"/>
              </a:spcBef>
              <a:spcAft>
                <a:spcPct val="0"/>
              </a:spcAft>
              <a:buClrTx/>
              <a:buSzTx/>
              <a:buNone/>
            </a:pPr>
            <a:endParaRPr lang="zh-CN" altLang="en-US" sz="2000">
              <a:solidFill>
                <a:srgbClr val="007A77"/>
              </a:solidFill>
            </a:endParaRPr>
          </a:p>
        </p:txBody>
      </p:sp>
      <p:sp>
        <p:nvSpPr>
          <p:cNvPr id="107539" name="AutoShape 19">
            <a:extLst>
              <a:ext uri="{FF2B5EF4-FFF2-40B4-BE49-F238E27FC236}">
                <a16:creationId xmlns:a16="http://schemas.microsoft.com/office/drawing/2014/main" id="{C0D3DCC5-F24F-6990-EF17-15CD34D1C163}"/>
              </a:ext>
            </a:extLst>
          </p:cNvPr>
          <p:cNvSpPr>
            <a:spLocks noChangeArrowheads="1"/>
          </p:cNvSpPr>
          <p:nvPr/>
        </p:nvSpPr>
        <p:spPr bwMode="auto">
          <a:xfrm>
            <a:off x="6578600" y="317500"/>
            <a:ext cx="3995738" cy="2592388"/>
          </a:xfrm>
          <a:prstGeom prst="cloudCallout">
            <a:avLst>
              <a:gd name="adj1" fmla="val -75329"/>
              <a:gd name="adj2" fmla="val 93245"/>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FF0000"/>
                </a:solidFill>
              </a:rPr>
              <a:t>FAIL( )</a:t>
            </a:r>
            <a:r>
              <a:rPr lang="zh-CN" altLang="en-US" sz="2000" b="1">
                <a:solidFill>
                  <a:srgbClr val="003399"/>
                </a:solidFill>
              </a:rPr>
              <a:t>是例子程序，它移回</a:t>
            </a:r>
            <a:r>
              <a:rPr lang="zh-CN" altLang="en-US" sz="2000" b="1">
                <a:solidFill>
                  <a:srgbClr val="DC5900"/>
                </a:solidFill>
              </a:rPr>
              <a:t>先行指针</a:t>
            </a:r>
            <a:r>
              <a:rPr lang="zh-CN" altLang="en-US" sz="2000" b="1">
                <a:solidFill>
                  <a:srgbClr val="003399"/>
                </a:solidFill>
              </a:rPr>
              <a:t>（</a:t>
            </a:r>
            <a:r>
              <a:rPr lang="en-US" altLang="zh-CN" sz="2000" b="1">
                <a:solidFill>
                  <a:srgbClr val="003399"/>
                </a:solidFill>
              </a:rPr>
              <a:t>lookahead pointer</a:t>
            </a:r>
            <a:r>
              <a:rPr lang="zh-CN" altLang="en-US" sz="2000" b="1">
                <a:solidFill>
                  <a:srgbClr val="003399"/>
                </a:solidFill>
              </a:rPr>
              <a:t>）</a:t>
            </a:r>
            <a:r>
              <a:rPr lang="en-US" altLang="zh-CN" sz="2000" b="1">
                <a:solidFill>
                  <a:srgbClr val="003399"/>
                </a:solidFill>
              </a:rPr>
              <a:t>, </a:t>
            </a:r>
            <a:r>
              <a:rPr lang="zh-CN" altLang="en-US" sz="2000" b="1">
                <a:solidFill>
                  <a:srgbClr val="003399"/>
                </a:solidFill>
              </a:rPr>
              <a:t>开始下一状态转换图，或调用出错程序。</a:t>
            </a:r>
          </a:p>
          <a:p>
            <a:pPr fontAlgn="base">
              <a:spcBef>
                <a:spcPct val="0"/>
              </a:spcBef>
              <a:spcAft>
                <a:spcPct val="0"/>
              </a:spcAft>
              <a:buClrTx/>
              <a:buSzTx/>
              <a:buNone/>
            </a:pPr>
            <a:endParaRPr lang="zh-CN" altLang="en-US" sz="2000">
              <a:solidFill>
                <a:srgbClr val="007A77"/>
              </a:solidFill>
            </a:endParaRPr>
          </a:p>
        </p:txBody>
      </p:sp>
      <p:grpSp>
        <p:nvGrpSpPr>
          <p:cNvPr id="5" name="Group 20">
            <a:extLst>
              <a:ext uri="{FF2B5EF4-FFF2-40B4-BE49-F238E27FC236}">
                <a16:creationId xmlns:a16="http://schemas.microsoft.com/office/drawing/2014/main" id="{11F962C1-68C5-8297-03B7-0E31D253BAAF}"/>
              </a:ext>
            </a:extLst>
          </p:cNvPr>
          <p:cNvGrpSpPr>
            <a:grpSpLocks/>
          </p:cNvGrpSpPr>
          <p:nvPr/>
        </p:nvGrpSpPr>
        <p:grpSpPr bwMode="auto">
          <a:xfrm>
            <a:off x="1558925" y="115888"/>
            <a:ext cx="5976938" cy="576262"/>
            <a:chOff x="249" y="890"/>
            <a:chExt cx="2812" cy="408"/>
          </a:xfrm>
        </p:grpSpPr>
        <p:grpSp>
          <p:nvGrpSpPr>
            <p:cNvPr id="78857" name="Group 21">
              <a:extLst>
                <a:ext uri="{FF2B5EF4-FFF2-40B4-BE49-F238E27FC236}">
                  <a16:creationId xmlns:a16="http://schemas.microsoft.com/office/drawing/2014/main" id="{0A796F94-9CAF-EEB2-0DC9-E4B1D09C5C0C}"/>
                </a:ext>
              </a:extLst>
            </p:cNvPr>
            <p:cNvGrpSpPr>
              <a:grpSpLocks/>
            </p:cNvGrpSpPr>
            <p:nvPr/>
          </p:nvGrpSpPr>
          <p:grpSpPr bwMode="auto">
            <a:xfrm>
              <a:off x="249" y="890"/>
              <a:ext cx="2812" cy="408"/>
              <a:chOff x="720" y="480"/>
              <a:chExt cx="4224" cy="1390"/>
            </a:xfrm>
          </p:grpSpPr>
          <p:graphicFrame>
            <p:nvGraphicFramePr>
              <p:cNvPr id="78859" name="Object 22">
                <a:extLst>
                  <a:ext uri="{FF2B5EF4-FFF2-40B4-BE49-F238E27FC236}">
                    <a16:creationId xmlns:a16="http://schemas.microsoft.com/office/drawing/2014/main" id="{DA541859-0FB9-65D8-6D9A-F22F8B01604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78859" name="Object 22">
                            <a:extLst>
                              <a:ext uri="{FF2B5EF4-FFF2-40B4-BE49-F238E27FC236}">
                                <a16:creationId xmlns:a16="http://schemas.microsoft.com/office/drawing/2014/main" id="{DA541859-0FB9-65D8-6D9A-F22F8B0160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60" name="Object 23">
                <a:extLst>
                  <a:ext uri="{FF2B5EF4-FFF2-40B4-BE49-F238E27FC236}">
                    <a16:creationId xmlns:a16="http://schemas.microsoft.com/office/drawing/2014/main" id="{2E02F19A-7CB2-B354-40DC-F8449AF4AC8A}"/>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78860" name="Object 23">
                            <a:extLst>
                              <a:ext uri="{FF2B5EF4-FFF2-40B4-BE49-F238E27FC236}">
                                <a16:creationId xmlns:a16="http://schemas.microsoft.com/office/drawing/2014/main" id="{2E02F19A-7CB2-B354-40DC-F8449AF4AC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8858" name="Text Box 24">
              <a:extLst>
                <a:ext uri="{FF2B5EF4-FFF2-40B4-BE49-F238E27FC236}">
                  <a16:creationId xmlns:a16="http://schemas.microsoft.com/office/drawing/2014/main" id="{BAD88F4F-A4A0-175A-BCBF-0134F170F36A}"/>
                </a:ext>
              </a:extLst>
            </p:cNvPr>
            <p:cNvSpPr txBox="1">
              <a:spLocks noChangeArrowheads="1"/>
            </p:cNvSpPr>
            <p:nvPr/>
          </p:nvSpPr>
          <p:spPr bwMode="auto">
            <a:xfrm>
              <a:off x="340" y="936"/>
              <a:ext cx="267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3-7</a:t>
              </a:r>
              <a:r>
                <a:rPr lang="zh-CN" altLang="en-US" sz="2000" b="1">
                  <a:solidFill>
                    <a:srgbClr val="003399"/>
                  </a:solidFill>
                  <a:latin typeface="宋体" panose="02010600030101010101" pitchFamily="2" charset="-122"/>
                </a:rPr>
                <a:t>：示例</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如何把</a:t>
              </a:r>
              <a:r>
                <a:rPr lang="zh-CN" altLang="en-US" sz="2000" b="1">
                  <a:solidFill>
                    <a:srgbClr val="DC5900"/>
                  </a:solidFill>
                  <a:latin typeface="宋体" panose="02010600030101010101" pitchFamily="2" charset="-122"/>
                </a:rPr>
                <a:t>状态结</a:t>
              </a:r>
              <a:r>
                <a:rPr lang="zh-CN" altLang="en-US" sz="2000" b="1">
                  <a:solidFill>
                    <a:srgbClr val="003399"/>
                  </a:solidFill>
                  <a:latin typeface="宋体" panose="02010600030101010101" pitchFamily="2" charset="-122"/>
                </a:rPr>
                <a:t>对应于一段</a:t>
              </a:r>
              <a:r>
                <a:rPr lang="zh-CN" altLang="en-US" sz="2000" b="1">
                  <a:solidFill>
                    <a:srgbClr val="DC5900"/>
                  </a:solidFill>
                  <a:latin typeface="宋体" panose="02010600030101010101" pitchFamily="2" charset="-122"/>
                </a:rPr>
                <a:t>程序</a:t>
              </a:r>
              <a:r>
                <a:rPr lang="zh-CN" altLang="en-US" sz="2000" b="1">
                  <a:solidFill>
                    <a:srgbClr val="003399"/>
                  </a:solidFill>
                  <a:latin typeface="宋体" panose="02010600030101010101" pitchFamily="2" charset="-122"/>
                </a:rPr>
                <a:t>：</a:t>
              </a:r>
            </a:p>
          </p:txBody>
        </p:sp>
      </p:grpSp>
      <p:sp>
        <p:nvSpPr>
          <p:cNvPr id="107545" name="Text Box 25">
            <a:extLst>
              <a:ext uri="{FF2B5EF4-FFF2-40B4-BE49-F238E27FC236}">
                <a16:creationId xmlns:a16="http://schemas.microsoft.com/office/drawing/2014/main" id="{2EB6F657-2977-716B-1F7D-4FE1833B32B4}"/>
              </a:ext>
            </a:extLst>
          </p:cNvPr>
          <p:cNvSpPr txBox="1">
            <a:spLocks noChangeArrowheads="1"/>
          </p:cNvSpPr>
          <p:nvPr/>
        </p:nvSpPr>
        <p:spPr bwMode="auto">
          <a:xfrm>
            <a:off x="5880101" y="1484313"/>
            <a:ext cx="360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800" b="1">
                <a:solidFill>
                  <a:srgbClr val="003399"/>
                </a:solidFill>
              </a:rPr>
              <a:t>*</a:t>
            </a:r>
          </a:p>
        </p:txBody>
      </p:sp>
      <p:pic>
        <p:nvPicPr>
          <p:cNvPr id="78856" name="图片 5">
            <a:extLst>
              <a:ext uri="{FF2B5EF4-FFF2-40B4-BE49-F238E27FC236}">
                <a16:creationId xmlns:a16="http://schemas.microsoft.com/office/drawing/2014/main" id="{0AD2F13F-B052-F3AF-298C-272EB9A46EC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9789" y="2558074"/>
            <a:ext cx="3261359" cy="401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07545"/>
                                        </p:tgtEl>
                                        <p:attrNameLst>
                                          <p:attrName>style.visibility</p:attrName>
                                        </p:attrNameLst>
                                      </p:cBhvr>
                                      <p:to>
                                        <p:strVal val="visible"/>
                                      </p:to>
                                    </p:set>
                                    <p:animEffect transition="in" filter="fade">
                                      <p:cBhvr>
                                        <p:cTn id="13" dur="2000"/>
                                        <p:tgtEl>
                                          <p:spTgt spid="10754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2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107538"/>
                                        </p:tgtEl>
                                        <p:attrNameLst>
                                          <p:attrName>style.visibility</p:attrName>
                                        </p:attrNameLst>
                                      </p:cBhvr>
                                      <p:to>
                                        <p:strVal val="visible"/>
                                      </p:to>
                                    </p:set>
                                    <p:anim calcmode="lin" valueType="num">
                                      <p:cBhvr additive="base">
                                        <p:cTn id="23" dur="1000" fill="hold"/>
                                        <p:tgtEl>
                                          <p:spTgt spid="107538"/>
                                        </p:tgtEl>
                                        <p:attrNameLst>
                                          <p:attrName>ppt_x</p:attrName>
                                        </p:attrNameLst>
                                      </p:cBhvr>
                                      <p:tavLst>
                                        <p:tav tm="0">
                                          <p:val>
                                            <p:strVal val="1+#ppt_w/2"/>
                                          </p:val>
                                        </p:tav>
                                        <p:tav tm="100000">
                                          <p:val>
                                            <p:strVal val="#ppt_x"/>
                                          </p:val>
                                        </p:tav>
                                      </p:tavLst>
                                    </p:anim>
                                    <p:anim calcmode="lin" valueType="num">
                                      <p:cBhvr additive="base">
                                        <p:cTn id="24" dur="1000" fill="hold"/>
                                        <p:tgtEl>
                                          <p:spTgt spid="107538"/>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000"/>
                            </p:stCondLst>
                            <p:childTnLst>
                              <p:par>
                                <p:cTn id="26" presetID="7" presetClass="emph" presetSubtype="2" fill="hold" nodeType="afterEffect">
                                  <p:stCondLst>
                                    <p:cond delay="0"/>
                                  </p:stCondLst>
                                  <p:childTnLst>
                                    <p:animClr clrSpc="rgb" dir="cw">
                                      <p:cBhvr>
                                        <p:cTn id="27" dur="2000" fill="hold"/>
                                        <p:tgtEl>
                                          <p:spTgt spid="107538"/>
                                        </p:tgtEl>
                                        <p:attrNameLst>
                                          <p:attrName>stroke.color</p:attrName>
                                        </p:attrNameLst>
                                      </p:cBhvr>
                                      <p:to>
                                        <a:schemeClr val="hlink"/>
                                      </p:to>
                                    </p:animClr>
                                    <p:set>
                                      <p:cBhvr>
                                        <p:cTn id="28" dur="2000" fill="hold"/>
                                        <p:tgtEl>
                                          <p:spTgt spid="107538"/>
                                        </p:tgtEl>
                                        <p:attrNameLst>
                                          <p:attrName>stroke.on</p:attrName>
                                        </p:attrNameLst>
                                      </p:cBhvr>
                                      <p:to>
                                        <p:strVal val="tru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xit" presetSubtype="2" fill="hold" nodeType="clickEffect">
                                  <p:stCondLst>
                                    <p:cond delay="0"/>
                                  </p:stCondLst>
                                  <p:childTnLst>
                                    <p:anim calcmode="lin" valueType="num">
                                      <p:cBhvr additive="base">
                                        <p:cTn id="32" dur="1000"/>
                                        <p:tgtEl>
                                          <p:spTgt spid="107538"/>
                                        </p:tgtEl>
                                        <p:attrNameLst>
                                          <p:attrName>ppt_x</p:attrName>
                                        </p:attrNameLst>
                                      </p:cBhvr>
                                      <p:tavLst>
                                        <p:tav tm="0">
                                          <p:val>
                                            <p:strVal val="ppt_x"/>
                                          </p:val>
                                        </p:tav>
                                        <p:tav tm="100000">
                                          <p:val>
                                            <p:strVal val="1+ppt_w/2"/>
                                          </p:val>
                                        </p:tav>
                                      </p:tavLst>
                                    </p:anim>
                                    <p:anim calcmode="lin" valueType="num">
                                      <p:cBhvr additive="base">
                                        <p:cTn id="33" dur="1000"/>
                                        <p:tgtEl>
                                          <p:spTgt spid="107538"/>
                                        </p:tgtEl>
                                        <p:attrNameLst>
                                          <p:attrName>ppt_y</p:attrName>
                                        </p:attrNameLst>
                                      </p:cBhvr>
                                      <p:tavLst>
                                        <p:tav tm="0">
                                          <p:val>
                                            <p:strVal val="ppt_y"/>
                                          </p:val>
                                        </p:tav>
                                        <p:tav tm="100000">
                                          <p:val>
                                            <p:strVal val="ppt_y"/>
                                          </p:val>
                                        </p:tav>
                                      </p:tavLst>
                                    </p:anim>
                                    <p:set>
                                      <p:cBhvr>
                                        <p:cTn id="34" dur="1" fill="hold">
                                          <p:stCondLst>
                                            <p:cond delay="999"/>
                                          </p:stCondLst>
                                        </p:cTn>
                                        <p:tgtEl>
                                          <p:spTgt spid="107538"/>
                                        </p:tgtEl>
                                        <p:attrNameLst>
                                          <p:attrName>style.visibility</p:attrName>
                                        </p:attrNameLst>
                                      </p:cBhvr>
                                      <p:to>
                                        <p:strVal val="hidden"/>
                                      </p:to>
                                    </p:set>
                                  </p:childTnLst>
                                </p:cTn>
                              </p:par>
                            </p:childTnLst>
                          </p:cTn>
                        </p:par>
                        <p:par>
                          <p:cTn id="35" fill="hold" nodeType="afterGroup">
                            <p:stCondLst>
                              <p:cond delay="1000"/>
                            </p:stCondLst>
                            <p:childTnLst>
                              <p:par>
                                <p:cTn id="36" presetID="2" presetClass="entr" presetSubtype="2" fill="hold" nodeType="afterEffect">
                                  <p:stCondLst>
                                    <p:cond delay="0"/>
                                  </p:stCondLst>
                                  <p:childTnLst>
                                    <p:set>
                                      <p:cBhvr>
                                        <p:cTn id="37" dur="1" fill="hold">
                                          <p:stCondLst>
                                            <p:cond delay="0"/>
                                          </p:stCondLst>
                                        </p:cTn>
                                        <p:tgtEl>
                                          <p:spTgt spid="107539"/>
                                        </p:tgtEl>
                                        <p:attrNameLst>
                                          <p:attrName>style.visibility</p:attrName>
                                        </p:attrNameLst>
                                      </p:cBhvr>
                                      <p:to>
                                        <p:strVal val="visible"/>
                                      </p:to>
                                    </p:set>
                                    <p:anim calcmode="lin" valueType="num">
                                      <p:cBhvr additive="base">
                                        <p:cTn id="38" dur="1000" fill="hold"/>
                                        <p:tgtEl>
                                          <p:spTgt spid="107539"/>
                                        </p:tgtEl>
                                        <p:attrNameLst>
                                          <p:attrName>ppt_x</p:attrName>
                                        </p:attrNameLst>
                                      </p:cBhvr>
                                      <p:tavLst>
                                        <p:tav tm="0">
                                          <p:val>
                                            <p:strVal val="1+#ppt_w/2"/>
                                          </p:val>
                                        </p:tav>
                                        <p:tav tm="100000">
                                          <p:val>
                                            <p:strVal val="#ppt_x"/>
                                          </p:val>
                                        </p:tav>
                                      </p:tavLst>
                                    </p:anim>
                                    <p:anim calcmode="lin" valueType="num">
                                      <p:cBhvr additive="base">
                                        <p:cTn id="39" dur="1000" fill="hold"/>
                                        <p:tgtEl>
                                          <p:spTgt spid="107539"/>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2000"/>
                            </p:stCondLst>
                            <p:childTnLst>
                              <p:par>
                                <p:cTn id="41" presetID="7" presetClass="emph" presetSubtype="2" fill="hold" nodeType="afterEffect">
                                  <p:stCondLst>
                                    <p:cond delay="0"/>
                                  </p:stCondLst>
                                  <p:childTnLst>
                                    <p:animClr clrSpc="rgb" dir="cw">
                                      <p:cBhvr>
                                        <p:cTn id="42" dur="2000" fill="hold"/>
                                        <p:tgtEl>
                                          <p:spTgt spid="107539"/>
                                        </p:tgtEl>
                                        <p:attrNameLst>
                                          <p:attrName>stroke.color</p:attrName>
                                        </p:attrNameLst>
                                      </p:cBhvr>
                                      <p:to>
                                        <a:schemeClr val="hlink"/>
                                      </p:to>
                                    </p:animClr>
                                    <p:set>
                                      <p:cBhvr>
                                        <p:cTn id="43" dur="2000" fill="hold"/>
                                        <p:tgtEl>
                                          <p:spTgt spid="107539"/>
                                        </p:tgtEl>
                                        <p:attrNameLst>
                                          <p:attrName>stroke.on</p:attrName>
                                        </p:attrNameLst>
                                      </p:cBhvr>
                                      <p:to>
                                        <p:strVal val="tru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xit" presetSubtype="2" fill="hold" nodeType="clickEffect">
                                  <p:stCondLst>
                                    <p:cond delay="0"/>
                                  </p:stCondLst>
                                  <p:childTnLst>
                                    <p:anim calcmode="lin" valueType="num">
                                      <p:cBhvr additive="base">
                                        <p:cTn id="47" dur="1000"/>
                                        <p:tgtEl>
                                          <p:spTgt spid="107539"/>
                                        </p:tgtEl>
                                        <p:attrNameLst>
                                          <p:attrName>ppt_x</p:attrName>
                                        </p:attrNameLst>
                                      </p:cBhvr>
                                      <p:tavLst>
                                        <p:tav tm="0">
                                          <p:val>
                                            <p:strVal val="ppt_x"/>
                                          </p:val>
                                        </p:tav>
                                        <p:tav tm="100000">
                                          <p:val>
                                            <p:strVal val="1+ppt_w/2"/>
                                          </p:val>
                                        </p:tav>
                                      </p:tavLst>
                                    </p:anim>
                                    <p:anim calcmode="lin" valueType="num">
                                      <p:cBhvr additive="base">
                                        <p:cTn id="48" dur="1000"/>
                                        <p:tgtEl>
                                          <p:spTgt spid="107539"/>
                                        </p:tgtEl>
                                        <p:attrNameLst>
                                          <p:attrName>ppt_y</p:attrName>
                                        </p:attrNameLst>
                                      </p:cBhvr>
                                      <p:tavLst>
                                        <p:tav tm="0">
                                          <p:val>
                                            <p:strVal val="ppt_y"/>
                                          </p:val>
                                        </p:tav>
                                        <p:tav tm="100000">
                                          <p:val>
                                            <p:strVal val="ppt_y"/>
                                          </p:val>
                                        </p:tav>
                                      </p:tavLst>
                                    </p:anim>
                                    <p:set>
                                      <p:cBhvr>
                                        <p:cTn id="49" dur="1" fill="hold">
                                          <p:stCondLst>
                                            <p:cond delay="999"/>
                                          </p:stCondLst>
                                        </p:cTn>
                                        <p:tgtEl>
                                          <p:spTgt spid="1075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8" grpId="0" animBg="1"/>
      <p:bldP spid="107538" grpId="1" animBg="1"/>
      <p:bldP spid="107539" grpId="0" animBg="1"/>
      <p:bldP spid="107539" grpId="1" animBg="1"/>
      <p:bldP spid="10754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03B69B4-2ECB-86E0-7CDC-347B93DC78A1}"/>
              </a:ext>
            </a:extLst>
          </p:cNvPr>
          <p:cNvGrpSpPr>
            <a:grpSpLocks/>
          </p:cNvGrpSpPr>
          <p:nvPr/>
        </p:nvGrpSpPr>
        <p:grpSpPr bwMode="auto">
          <a:xfrm>
            <a:off x="1847851" y="2663826"/>
            <a:ext cx="7161213" cy="3789363"/>
            <a:chOff x="0" y="1835"/>
            <a:chExt cx="4511" cy="2387"/>
          </a:xfrm>
        </p:grpSpPr>
        <p:grpSp>
          <p:nvGrpSpPr>
            <p:cNvPr id="80914" name="Group 3">
              <a:extLst>
                <a:ext uri="{FF2B5EF4-FFF2-40B4-BE49-F238E27FC236}">
                  <a16:creationId xmlns:a16="http://schemas.microsoft.com/office/drawing/2014/main" id="{A29BFD4B-2EA0-FC97-9776-8D15CDB86B4F}"/>
                </a:ext>
              </a:extLst>
            </p:cNvPr>
            <p:cNvGrpSpPr>
              <a:grpSpLocks/>
            </p:cNvGrpSpPr>
            <p:nvPr/>
          </p:nvGrpSpPr>
          <p:grpSpPr bwMode="auto">
            <a:xfrm>
              <a:off x="0" y="1835"/>
              <a:ext cx="4422" cy="2387"/>
              <a:chOff x="720" y="480"/>
              <a:chExt cx="4224" cy="1390"/>
            </a:xfrm>
          </p:grpSpPr>
          <p:graphicFrame>
            <p:nvGraphicFramePr>
              <p:cNvPr id="80916" name="Object 4">
                <a:extLst>
                  <a:ext uri="{FF2B5EF4-FFF2-40B4-BE49-F238E27FC236}">
                    <a16:creationId xmlns:a16="http://schemas.microsoft.com/office/drawing/2014/main" id="{7D30B717-09F6-8E28-93C3-5035D2C14118}"/>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80916" name="Object 4">
                            <a:extLst>
                              <a:ext uri="{FF2B5EF4-FFF2-40B4-BE49-F238E27FC236}">
                                <a16:creationId xmlns:a16="http://schemas.microsoft.com/office/drawing/2014/main" id="{7D30B717-09F6-8E28-93C3-5035D2C14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17" name="Object 5">
                <a:extLst>
                  <a:ext uri="{FF2B5EF4-FFF2-40B4-BE49-F238E27FC236}">
                    <a16:creationId xmlns:a16="http://schemas.microsoft.com/office/drawing/2014/main" id="{C33DF7F3-B070-B798-5802-FECA8E062925}"/>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80917" name="Object 5">
                            <a:extLst>
                              <a:ext uri="{FF2B5EF4-FFF2-40B4-BE49-F238E27FC236}">
                                <a16:creationId xmlns:a16="http://schemas.microsoft.com/office/drawing/2014/main" id="{C33DF7F3-B070-B798-5802-FECA8E0629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0915" name="Text Box 6">
              <a:extLst>
                <a:ext uri="{FF2B5EF4-FFF2-40B4-BE49-F238E27FC236}">
                  <a16:creationId xmlns:a16="http://schemas.microsoft.com/office/drawing/2014/main" id="{AFA26BDC-B70A-C47F-7CF1-D6F419E549F5}"/>
                </a:ext>
              </a:extLst>
            </p:cNvPr>
            <p:cNvSpPr txBox="1">
              <a:spLocks noChangeArrowheads="1"/>
            </p:cNvSpPr>
            <p:nvPr/>
          </p:nvSpPr>
          <p:spPr bwMode="auto">
            <a:xfrm>
              <a:off x="113" y="2024"/>
              <a:ext cx="4398"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对于如上的状态转换图，</a:t>
              </a:r>
              <a:r>
                <a:rPr lang="zh-CN" altLang="en-US" sz="2400" b="1">
                  <a:solidFill>
                    <a:srgbClr val="FF0000"/>
                  </a:solidFill>
                  <a:latin typeface="宋体" panose="02010600030101010101" pitchFamily="2" charset="-122"/>
                </a:rPr>
                <a:t>状态</a:t>
              </a:r>
              <a:r>
                <a:rPr lang="en-US" altLang="zh-CN" sz="2400" b="1">
                  <a:solidFill>
                    <a:srgbClr val="FF0000"/>
                  </a:solidFill>
                  <a:latin typeface="宋体" panose="02010600030101010101" pitchFamily="2" charset="-122"/>
                </a:rPr>
                <a:t>1</a:t>
              </a:r>
              <a:r>
                <a:rPr lang="zh-CN" altLang="en-US" sz="2400" b="1">
                  <a:solidFill>
                    <a:srgbClr val="003399"/>
                  </a:solidFill>
                  <a:latin typeface="宋体" panose="02010600030101010101" pitchFamily="2" charset="-122"/>
                </a:rPr>
                <a:t>的代码如下所示：</a:t>
              </a:r>
            </a:p>
            <a:p>
              <a:pPr fontAlgn="base">
                <a:spcBef>
                  <a:spcPct val="50000"/>
                </a:spcBef>
                <a:spcAft>
                  <a:spcPct val="0"/>
                </a:spcAft>
                <a:buClrTx/>
                <a:buSzTx/>
                <a:buNone/>
              </a:pPr>
              <a:r>
                <a:rPr lang="zh-CN" altLang="en-US" sz="2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1</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C := </a:t>
              </a:r>
              <a:r>
                <a:rPr lang="en-US" altLang="zh-CN" sz="2000" b="1">
                  <a:solidFill>
                    <a:srgbClr val="FF0000"/>
                  </a:solidFill>
                  <a:latin typeface="宋体" panose="02010600030101010101" pitchFamily="2" charset="-122"/>
                </a:rPr>
                <a:t>GETCHAR </a:t>
              </a:r>
              <a:r>
                <a:rPr lang="en-US" altLang="zh-CN" sz="2000" b="1">
                  <a:solidFill>
                    <a:srgbClr val="000808"/>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if  </a:t>
              </a:r>
              <a:r>
                <a:rPr lang="en-US" altLang="zh-CN" sz="2000" b="1">
                  <a:solidFill>
                    <a:srgbClr val="FF0000"/>
                  </a:solidFill>
                  <a:latin typeface="宋体" panose="02010600030101010101" pitchFamily="2" charset="-122"/>
                </a:rPr>
                <a:t>LETTER( C)</a:t>
              </a:r>
              <a:r>
                <a:rPr lang="en-US" altLang="zh-CN" sz="2000" b="1">
                  <a:solidFill>
                    <a:srgbClr val="003399"/>
                  </a:solidFill>
                  <a:latin typeface="宋体" panose="02010600030101010101" pitchFamily="2" charset="-122"/>
                </a:rPr>
                <a:t> or </a:t>
              </a:r>
              <a:r>
                <a:rPr lang="en-US" altLang="zh-CN" sz="2000" b="1">
                  <a:solidFill>
                    <a:srgbClr val="FF0000"/>
                  </a:solidFill>
                  <a:latin typeface="宋体" panose="02010600030101010101" pitchFamily="2" charset="-122"/>
                </a:rPr>
                <a:t>DIGIT(C)</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then goto state </a:t>
              </a:r>
              <a:r>
                <a:rPr lang="en-US" altLang="zh-CN" sz="2000" b="1">
                  <a:solidFill>
                    <a:srgbClr val="000808"/>
                  </a:solidFill>
                  <a:latin typeface="宋体" panose="02010600030101010101" pitchFamily="2" charset="-122"/>
                </a:rPr>
                <a:t>1</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else if </a:t>
              </a:r>
              <a:r>
                <a:rPr lang="en-US" altLang="zh-CN" sz="2000" b="1">
                  <a:solidFill>
                    <a:srgbClr val="FF0000"/>
                  </a:solidFill>
                  <a:latin typeface="宋体" panose="02010600030101010101" pitchFamily="2" charset="-122"/>
                </a:rPr>
                <a:t>DELIMITER(C)</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r>
                <a:rPr lang="en-US" altLang="zh-CN" sz="1800" b="1">
                  <a:solidFill>
                    <a:srgbClr val="003399"/>
                  </a:solidFill>
                </a:rPr>
                <a:t>then goto state 2</a:t>
              </a:r>
              <a:endParaRPr lang="en-US" altLang="zh-CN" sz="2000" b="1">
                <a:solidFill>
                  <a:srgbClr val="003399"/>
                </a:solidFill>
                <a:latin typeface="宋体" panose="02010600030101010101" pitchFamily="2" charset="-122"/>
              </a:endParaRPr>
            </a:p>
            <a:p>
              <a:pPr fontAlgn="base">
                <a:spcBef>
                  <a:spcPct val="50000"/>
                </a:spcBef>
                <a:spcAft>
                  <a:spcPct val="0"/>
                </a:spcAft>
                <a:buClrTx/>
                <a:buSzTx/>
                <a:buNone/>
              </a:pPr>
              <a:r>
                <a:rPr lang="en-US" altLang="zh-CN" sz="2000" b="1">
                  <a:solidFill>
                    <a:srgbClr val="003399"/>
                  </a:solidFill>
                  <a:latin typeface="宋体" panose="02010600030101010101" pitchFamily="2" charset="-122"/>
                </a:rPr>
                <a:t>               else </a:t>
              </a:r>
              <a:r>
                <a:rPr lang="en-US" altLang="zh-CN" sz="2000" b="1">
                  <a:solidFill>
                    <a:srgbClr val="FF0000"/>
                  </a:solidFill>
                  <a:latin typeface="宋体" panose="02010600030101010101" pitchFamily="2" charset="-122"/>
                </a:rPr>
                <a:t>FAIL( )</a:t>
              </a:r>
            </a:p>
          </p:txBody>
        </p:sp>
      </p:grpSp>
      <p:grpSp>
        <p:nvGrpSpPr>
          <p:cNvPr id="4" name="Group 7">
            <a:extLst>
              <a:ext uri="{FF2B5EF4-FFF2-40B4-BE49-F238E27FC236}">
                <a16:creationId xmlns:a16="http://schemas.microsoft.com/office/drawing/2014/main" id="{322AEB30-FA2C-5F15-DCA8-E8D71641B480}"/>
              </a:ext>
            </a:extLst>
          </p:cNvPr>
          <p:cNvGrpSpPr>
            <a:grpSpLocks/>
          </p:cNvGrpSpPr>
          <p:nvPr/>
        </p:nvGrpSpPr>
        <p:grpSpPr bwMode="auto">
          <a:xfrm>
            <a:off x="2141538" y="908051"/>
            <a:ext cx="4025900" cy="1520825"/>
            <a:chOff x="92" y="2432"/>
            <a:chExt cx="2536" cy="958"/>
          </a:xfrm>
        </p:grpSpPr>
        <p:sp>
          <p:nvSpPr>
            <p:cNvPr id="80904" name="AutoShape 8">
              <a:extLst>
                <a:ext uri="{FF2B5EF4-FFF2-40B4-BE49-F238E27FC236}">
                  <a16:creationId xmlns:a16="http://schemas.microsoft.com/office/drawing/2014/main" id="{48CE3D56-CCAC-E735-1222-0200DE502524}"/>
                </a:ext>
              </a:extLst>
            </p:cNvPr>
            <p:cNvSpPr>
              <a:spLocks noChangeArrowheads="1"/>
            </p:cNvSpPr>
            <p:nvPr/>
          </p:nvSpPr>
          <p:spPr bwMode="auto">
            <a:xfrm>
              <a:off x="2322" y="3036"/>
              <a:ext cx="306"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6 w 21600"/>
                <a:gd name="T25" fmla="*/ 3169 h 21600"/>
                <a:gd name="T26" fmla="*/ 18424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80905" name="AutoShape 9">
              <a:extLst>
                <a:ext uri="{FF2B5EF4-FFF2-40B4-BE49-F238E27FC236}">
                  <a16:creationId xmlns:a16="http://schemas.microsoft.com/office/drawing/2014/main" id="{F5679576-BFCA-19F7-A60E-C80C84AA1B59}"/>
                </a:ext>
              </a:extLst>
            </p:cNvPr>
            <p:cNvSpPr>
              <a:spLocks noChangeArrowheads="1"/>
            </p:cNvSpPr>
            <p:nvPr/>
          </p:nvSpPr>
          <p:spPr bwMode="auto">
            <a:xfrm>
              <a:off x="92" y="3036"/>
              <a:ext cx="310"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80906" name="AutoShape 10">
              <a:extLst>
                <a:ext uri="{FF2B5EF4-FFF2-40B4-BE49-F238E27FC236}">
                  <a16:creationId xmlns:a16="http://schemas.microsoft.com/office/drawing/2014/main" id="{0E66CC18-2BD1-0853-DB16-CCCD8051A56A}"/>
                </a:ext>
              </a:extLst>
            </p:cNvPr>
            <p:cNvSpPr>
              <a:spLocks noChangeArrowheads="1"/>
            </p:cNvSpPr>
            <p:nvPr/>
          </p:nvSpPr>
          <p:spPr bwMode="auto">
            <a:xfrm>
              <a:off x="1226" y="3036"/>
              <a:ext cx="309"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80907" name="Line 11">
              <a:extLst>
                <a:ext uri="{FF2B5EF4-FFF2-40B4-BE49-F238E27FC236}">
                  <a16:creationId xmlns:a16="http://schemas.microsoft.com/office/drawing/2014/main" id="{321D6223-56C9-0686-58BC-27E97786ED9F}"/>
                </a:ext>
              </a:extLst>
            </p:cNvPr>
            <p:cNvSpPr>
              <a:spLocks noChangeShapeType="1"/>
            </p:cNvSpPr>
            <p:nvPr/>
          </p:nvSpPr>
          <p:spPr bwMode="auto">
            <a:xfrm>
              <a:off x="404" y="3222"/>
              <a:ext cx="8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0908" name="Line 12">
              <a:extLst>
                <a:ext uri="{FF2B5EF4-FFF2-40B4-BE49-F238E27FC236}">
                  <a16:creationId xmlns:a16="http://schemas.microsoft.com/office/drawing/2014/main" id="{82CA7870-E050-8234-0B57-E9B02EA0D0FD}"/>
                </a:ext>
              </a:extLst>
            </p:cNvPr>
            <p:cNvSpPr>
              <a:spLocks noChangeShapeType="1"/>
            </p:cNvSpPr>
            <p:nvPr/>
          </p:nvSpPr>
          <p:spPr bwMode="auto">
            <a:xfrm>
              <a:off x="1538" y="3222"/>
              <a:ext cx="7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0909" name="Arc 13">
              <a:extLst>
                <a:ext uri="{FF2B5EF4-FFF2-40B4-BE49-F238E27FC236}">
                  <a16:creationId xmlns:a16="http://schemas.microsoft.com/office/drawing/2014/main" id="{82D9F509-6A4A-AAFB-AABC-711C8EF8BD1D}"/>
                </a:ext>
              </a:extLst>
            </p:cNvPr>
            <p:cNvSpPr>
              <a:spLocks/>
            </p:cNvSpPr>
            <p:nvPr/>
          </p:nvSpPr>
          <p:spPr bwMode="auto">
            <a:xfrm rot="5271687" flipH="1" flipV="1">
              <a:off x="1187" y="2724"/>
              <a:ext cx="382"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0910" name="Line 14">
              <a:extLst>
                <a:ext uri="{FF2B5EF4-FFF2-40B4-BE49-F238E27FC236}">
                  <a16:creationId xmlns:a16="http://schemas.microsoft.com/office/drawing/2014/main" id="{92D95A2C-4541-E075-FAD8-C44F6F114A15}"/>
                </a:ext>
              </a:extLst>
            </p:cNvPr>
            <p:cNvSpPr>
              <a:spLocks noChangeShapeType="1"/>
            </p:cNvSpPr>
            <p:nvPr/>
          </p:nvSpPr>
          <p:spPr bwMode="auto">
            <a:xfrm>
              <a:off x="1265" y="2907"/>
              <a:ext cx="38"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0911" name="Text Box 15">
              <a:extLst>
                <a:ext uri="{FF2B5EF4-FFF2-40B4-BE49-F238E27FC236}">
                  <a16:creationId xmlns:a16="http://schemas.microsoft.com/office/drawing/2014/main" id="{14BB20E4-2AF2-D600-11DF-5C39FEA517ED}"/>
                </a:ext>
              </a:extLst>
            </p:cNvPr>
            <p:cNvSpPr txBox="1">
              <a:spLocks noChangeArrowheads="1"/>
            </p:cNvSpPr>
            <p:nvPr/>
          </p:nvSpPr>
          <p:spPr bwMode="auto">
            <a:xfrm>
              <a:off x="521" y="2976"/>
              <a:ext cx="5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80912" name="Text Box 16">
              <a:extLst>
                <a:ext uri="{FF2B5EF4-FFF2-40B4-BE49-F238E27FC236}">
                  <a16:creationId xmlns:a16="http://schemas.microsoft.com/office/drawing/2014/main" id="{94383386-0FF5-A0FD-23EB-A16DC5615A0F}"/>
                </a:ext>
              </a:extLst>
            </p:cNvPr>
            <p:cNvSpPr txBox="1">
              <a:spLocks noChangeArrowheads="1"/>
            </p:cNvSpPr>
            <p:nvPr/>
          </p:nvSpPr>
          <p:spPr bwMode="auto">
            <a:xfrm>
              <a:off x="1655" y="2976"/>
              <a:ext cx="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80913" name="Text Box 17">
              <a:extLst>
                <a:ext uri="{FF2B5EF4-FFF2-40B4-BE49-F238E27FC236}">
                  <a16:creationId xmlns:a16="http://schemas.microsoft.com/office/drawing/2014/main" id="{82B1C6BE-7F30-6647-4BDC-954B0C9522D9}"/>
                </a:ext>
              </a:extLst>
            </p:cNvPr>
            <p:cNvSpPr txBox="1">
              <a:spLocks noChangeArrowheads="1"/>
            </p:cNvSpPr>
            <p:nvPr/>
          </p:nvSpPr>
          <p:spPr bwMode="auto">
            <a:xfrm>
              <a:off x="873" y="2432"/>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
        <p:nvSpPr>
          <p:cNvPr id="108562" name="AutoShape 18">
            <a:extLst>
              <a:ext uri="{FF2B5EF4-FFF2-40B4-BE49-F238E27FC236}">
                <a16:creationId xmlns:a16="http://schemas.microsoft.com/office/drawing/2014/main" id="{3C8BEF16-42AD-FADF-7726-3D7F8BF3B5D2}"/>
              </a:ext>
            </a:extLst>
          </p:cNvPr>
          <p:cNvSpPr>
            <a:spLocks noChangeArrowheads="1"/>
          </p:cNvSpPr>
          <p:nvPr/>
        </p:nvSpPr>
        <p:spPr bwMode="auto">
          <a:xfrm>
            <a:off x="6600826" y="333376"/>
            <a:ext cx="3635375" cy="2233613"/>
          </a:xfrm>
          <a:prstGeom prst="cloudCallout">
            <a:avLst>
              <a:gd name="adj1" fmla="val -48296"/>
              <a:gd name="adj2" fmla="val 114606"/>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FF0000"/>
                </a:solidFill>
              </a:rPr>
              <a:t>DIGIT( )</a:t>
            </a:r>
            <a:r>
              <a:rPr lang="zh-CN" altLang="en-US" sz="2000" b="1">
                <a:solidFill>
                  <a:srgbClr val="003399"/>
                </a:solidFill>
              </a:rPr>
              <a:t>是布尔函数过程，当且仅当</a:t>
            </a:r>
            <a:r>
              <a:rPr lang="en-US" altLang="zh-CN" sz="2000" b="1">
                <a:solidFill>
                  <a:srgbClr val="FF0000"/>
                </a:solidFill>
              </a:rPr>
              <a:t>C</a:t>
            </a:r>
            <a:r>
              <a:rPr lang="zh-CN" altLang="en-US" sz="2000" b="1">
                <a:solidFill>
                  <a:srgbClr val="003399"/>
                </a:solidFill>
              </a:rPr>
              <a:t>中的字符是数字，它返回真假值</a:t>
            </a:r>
            <a:r>
              <a:rPr lang="en-US" altLang="zh-CN" sz="2000" b="1">
                <a:solidFill>
                  <a:srgbClr val="DC5900"/>
                </a:solidFill>
              </a:rPr>
              <a:t>TRUE</a:t>
            </a:r>
            <a:r>
              <a:rPr lang="zh-CN" altLang="en-US" sz="2000" b="1">
                <a:solidFill>
                  <a:srgbClr val="003399"/>
                </a:solidFill>
              </a:rPr>
              <a:t>。</a:t>
            </a:r>
          </a:p>
          <a:p>
            <a:pPr fontAlgn="base">
              <a:spcBef>
                <a:spcPct val="0"/>
              </a:spcBef>
              <a:spcAft>
                <a:spcPct val="0"/>
              </a:spcAft>
              <a:buClrTx/>
              <a:buSzTx/>
              <a:buNone/>
            </a:pPr>
            <a:endParaRPr lang="zh-CN" altLang="en-US" sz="2000">
              <a:solidFill>
                <a:srgbClr val="007A77"/>
              </a:solidFill>
            </a:endParaRPr>
          </a:p>
        </p:txBody>
      </p:sp>
      <p:sp>
        <p:nvSpPr>
          <p:cNvPr id="108563" name="AutoShape 19">
            <a:extLst>
              <a:ext uri="{FF2B5EF4-FFF2-40B4-BE49-F238E27FC236}">
                <a16:creationId xmlns:a16="http://schemas.microsoft.com/office/drawing/2014/main" id="{4FC806F0-C742-CE3D-AC89-B63926D692E7}"/>
              </a:ext>
            </a:extLst>
          </p:cNvPr>
          <p:cNvSpPr>
            <a:spLocks noChangeArrowheads="1"/>
          </p:cNvSpPr>
          <p:nvPr/>
        </p:nvSpPr>
        <p:spPr bwMode="auto">
          <a:xfrm>
            <a:off x="6383338" y="1"/>
            <a:ext cx="4284662" cy="3311525"/>
          </a:xfrm>
          <a:prstGeom prst="cloudCallout">
            <a:avLst>
              <a:gd name="adj1" fmla="val -62745"/>
              <a:gd name="adj2" fmla="val 98560"/>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FF0000"/>
                </a:solidFill>
              </a:rPr>
              <a:t>DELIMITER(C)</a:t>
            </a:r>
            <a:r>
              <a:rPr lang="zh-CN" altLang="en-US" sz="2000" b="1">
                <a:solidFill>
                  <a:srgbClr val="003399"/>
                </a:solidFill>
              </a:rPr>
              <a:t>是过程，只要碰到标识符后的合理分界符，它返回</a:t>
            </a:r>
            <a:r>
              <a:rPr lang="en-US" altLang="zh-CN" sz="2000" b="1">
                <a:solidFill>
                  <a:srgbClr val="FF0000"/>
                </a:solidFill>
              </a:rPr>
              <a:t>TRUE</a:t>
            </a:r>
            <a:r>
              <a:rPr lang="zh-CN" altLang="en-US" sz="2000" b="1">
                <a:solidFill>
                  <a:srgbClr val="003399"/>
                </a:solidFill>
              </a:rPr>
              <a:t>。</a:t>
            </a:r>
            <a:r>
              <a:rPr lang="zh-CN" altLang="en-US" sz="2000" b="1">
                <a:solidFill>
                  <a:srgbClr val="FF0000"/>
                </a:solidFill>
              </a:rPr>
              <a:t>分界符</a:t>
            </a:r>
            <a:r>
              <a:rPr lang="zh-CN" altLang="en-US" sz="2000" b="1">
                <a:solidFill>
                  <a:srgbClr val="003399"/>
                </a:solidFill>
              </a:rPr>
              <a:t>一般为：空格、算术、逻辑符号，括号、‘＝’、‘；’、‘</a:t>
            </a:r>
            <a:r>
              <a:rPr lang="en-US" altLang="zh-CN" sz="2000" b="1">
                <a:solidFill>
                  <a:srgbClr val="003399"/>
                </a:solidFill>
              </a:rPr>
              <a:t>.’ </a:t>
            </a:r>
            <a:r>
              <a:rPr lang="zh-CN" altLang="en-US" sz="2000" b="1">
                <a:solidFill>
                  <a:srgbClr val="003399"/>
                </a:solidFill>
              </a:rPr>
              <a:t>、‘，’。</a:t>
            </a:r>
          </a:p>
          <a:p>
            <a:pPr fontAlgn="base">
              <a:spcBef>
                <a:spcPct val="0"/>
              </a:spcBef>
              <a:spcAft>
                <a:spcPct val="0"/>
              </a:spcAft>
              <a:buClrTx/>
              <a:buSzTx/>
              <a:buNone/>
            </a:pPr>
            <a:endParaRPr lang="zh-CN" altLang="en-US" sz="2000">
              <a:solidFill>
                <a:srgbClr val="007A77"/>
              </a:solidFill>
            </a:endParaRPr>
          </a:p>
        </p:txBody>
      </p:sp>
      <p:sp>
        <p:nvSpPr>
          <p:cNvPr id="108564" name="Text Box 20">
            <a:extLst>
              <a:ext uri="{FF2B5EF4-FFF2-40B4-BE49-F238E27FC236}">
                <a16:creationId xmlns:a16="http://schemas.microsoft.com/office/drawing/2014/main" id="{7A138D11-B2B2-7CE2-D92E-146E2219E6CD}"/>
              </a:ext>
            </a:extLst>
          </p:cNvPr>
          <p:cNvSpPr txBox="1">
            <a:spLocks noChangeArrowheads="1"/>
          </p:cNvSpPr>
          <p:nvPr/>
        </p:nvSpPr>
        <p:spPr bwMode="auto">
          <a:xfrm>
            <a:off x="6024563" y="1628776"/>
            <a:ext cx="360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800" b="1">
                <a:solidFill>
                  <a:srgbClr val="003399"/>
                </a:solidFill>
              </a:rPr>
              <a:t>*</a:t>
            </a:r>
          </a:p>
        </p:txBody>
      </p:sp>
      <p:pic>
        <p:nvPicPr>
          <p:cNvPr id="80903" name="图片 3">
            <a:extLst>
              <a:ext uri="{FF2B5EF4-FFF2-40B4-BE49-F238E27FC236}">
                <a16:creationId xmlns:a16="http://schemas.microsoft.com/office/drawing/2014/main" id="{3419FDC3-8335-C805-B149-2B1C6B040B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6126" y="4691063"/>
            <a:ext cx="3452813"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8564"/>
                                        </p:tgtEl>
                                        <p:attrNameLst>
                                          <p:attrName>style.visibility</p:attrName>
                                        </p:attrNameLst>
                                      </p:cBhvr>
                                      <p:to>
                                        <p:strVal val="visible"/>
                                      </p:to>
                                    </p:set>
                                    <p:animEffect transition="in" filter="fade">
                                      <p:cBhvr>
                                        <p:cTn id="10" dur="2000"/>
                                        <p:tgtEl>
                                          <p:spTgt spid="10856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108562"/>
                                        </p:tgtEl>
                                        <p:attrNameLst>
                                          <p:attrName>style.visibility</p:attrName>
                                        </p:attrNameLst>
                                      </p:cBhvr>
                                      <p:to>
                                        <p:strVal val="visible"/>
                                      </p:to>
                                    </p:set>
                                    <p:anim calcmode="lin" valueType="num">
                                      <p:cBhvr additive="base">
                                        <p:cTn id="20" dur="1000" fill="hold"/>
                                        <p:tgtEl>
                                          <p:spTgt spid="108562"/>
                                        </p:tgtEl>
                                        <p:attrNameLst>
                                          <p:attrName>ppt_x</p:attrName>
                                        </p:attrNameLst>
                                      </p:cBhvr>
                                      <p:tavLst>
                                        <p:tav tm="0">
                                          <p:val>
                                            <p:strVal val="1+#ppt_w/2"/>
                                          </p:val>
                                        </p:tav>
                                        <p:tav tm="100000">
                                          <p:val>
                                            <p:strVal val="#ppt_x"/>
                                          </p:val>
                                        </p:tav>
                                      </p:tavLst>
                                    </p:anim>
                                    <p:anim calcmode="lin" valueType="num">
                                      <p:cBhvr additive="base">
                                        <p:cTn id="21" dur="1000" fill="hold"/>
                                        <p:tgtEl>
                                          <p:spTgt spid="108562"/>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1000"/>
                            </p:stCondLst>
                            <p:childTnLst>
                              <p:par>
                                <p:cTn id="23" presetID="7" presetClass="emph" presetSubtype="2" fill="hold" nodeType="afterEffect">
                                  <p:stCondLst>
                                    <p:cond delay="0"/>
                                  </p:stCondLst>
                                  <p:childTnLst>
                                    <p:animClr clrSpc="rgb" dir="cw">
                                      <p:cBhvr>
                                        <p:cTn id="24" dur="2000" fill="hold"/>
                                        <p:tgtEl>
                                          <p:spTgt spid="108562"/>
                                        </p:tgtEl>
                                        <p:attrNameLst>
                                          <p:attrName>stroke.color</p:attrName>
                                        </p:attrNameLst>
                                      </p:cBhvr>
                                      <p:to>
                                        <a:schemeClr val="hlink"/>
                                      </p:to>
                                    </p:animClr>
                                    <p:set>
                                      <p:cBhvr>
                                        <p:cTn id="25" dur="2000" fill="hold"/>
                                        <p:tgtEl>
                                          <p:spTgt spid="108562"/>
                                        </p:tgtEl>
                                        <p:attrNameLst>
                                          <p:attrName>stroke.on</p:attrName>
                                        </p:attrNameLst>
                                      </p:cBhvr>
                                      <p:to>
                                        <p:strVal val="tru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xit" presetSubtype="2" fill="hold" nodeType="clickEffect">
                                  <p:stCondLst>
                                    <p:cond delay="0"/>
                                  </p:stCondLst>
                                  <p:childTnLst>
                                    <p:anim calcmode="lin" valueType="num">
                                      <p:cBhvr additive="base">
                                        <p:cTn id="29" dur="1000"/>
                                        <p:tgtEl>
                                          <p:spTgt spid="108562"/>
                                        </p:tgtEl>
                                        <p:attrNameLst>
                                          <p:attrName>ppt_x</p:attrName>
                                        </p:attrNameLst>
                                      </p:cBhvr>
                                      <p:tavLst>
                                        <p:tav tm="0">
                                          <p:val>
                                            <p:strVal val="ppt_x"/>
                                          </p:val>
                                        </p:tav>
                                        <p:tav tm="100000">
                                          <p:val>
                                            <p:strVal val="1+ppt_w/2"/>
                                          </p:val>
                                        </p:tav>
                                      </p:tavLst>
                                    </p:anim>
                                    <p:anim calcmode="lin" valueType="num">
                                      <p:cBhvr additive="base">
                                        <p:cTn id="30" dur="1000"/>
                                        <p:tgtEl>
                                          <p:spTgt spid="108562"/>
                                        </p:tgtEl>
                                        <p:attrNameLst>
                                          <p:attrName>ppt_y</p:attrName>
                                        </p:attrNameLst>
                                      </p:cBhvr>
                                      <p:tavLst>
                                        <p:tav tm="0">
                                          <p:val>
                                            <p:strVal val="ppt_y"/>
                                          </p:val>
                                        </p:tav>
                                        <p:tav tm="100000">
                                          <p:val>
                                            <p:strVal val="ppt_y"/>
                                          </p:val>
                                        </p:tav>
                                      </p:tavLst>
                                    </p:anim>
                                    <p:set>
                                      <p:cBhvr>
                                        <p:cTn id="31" dur="1" fill="hold">
                                          <p:stCondLst>
                                            <p:cond delay="999"/>
                                          </p:stCondLst>
                                        </p:cTn>
                                        <p:tgtEl>
                                          <p:spTgt spid="108562"/>
                                        </p:tgtEl>
                                        <p:attrNameLst>
                                          <p:attrName>style.visibility</p:attrName>
                                        </p:attrNameLst>
                                      </p:cBhvr>
                                      <p:to>
                                        <p:strVal val="hidden"/>
                                      </p:to>
                                    </p:set>
                                  </p:childTnLst>
                                </p:cTn>
                              </p:par>
                            </p:childTnLst>
                          </p:cTn>
                        </p:par>
                        <p:par>
                          <p:cTn id="32" fill="hold" nodeType="afterGroup">
                            <p:stCondLst>
                              <p:cond delay="1000"/>
                            </p:stCondLst>
                            <p:childTnLst>
                              <p:par>
                                <p:cTn id="33" presetID="2" presetClass="entr" presetSubtype="2" fill="hold" nodeType="afterEffect">
                                  <p:stCondLst>
                                    <p:cond delay="0"/>
                                  </p:stCondLst>
                                  <p:childTnLst>
                                    <p:set>
                                      <p:cBhvr>
                                        <p:cTn id="34" dur="1" fill="hold">
                                          <p:stCondLst>
                                            <p:cond delay="0"/>
                                          </p:stCondLst>
                                        </p:cTn>
                                        <p:tgtEl>
                                          <p:spTgt spid="108563"/>
                                        </p:tgtEl>
                                        <p:attrNameLst>
                                          <p:attrName>style.visibility</p:attrName>
                                        </p:attrNameLst>
                                      </p:cBhvr>
                                      <p:to>
                                        <p:strVal val="visible"/>
                                      </p:to>
                                    </p:set>
                                    <p:anim calcmode="lin" valueType="num">
                                      <p:cBhvr additive="base">
                                        <p:cTn id="35" dur="1000" fill="hold"/>
                                        <p:tgtEl>
                                          <p:spTgt spid="108563"/>
                                        </p:tgtEl>
                                        <p:attrNameLst>
                                          <p:attrName>ppt_x</p:attrName>
                                        </p:attrNameLst>
                                      </p:cBhvr>
                                      <p:tavLst>
                                        <p:tav tm="0">
                                          <p:val>
                                            <p:strVal val="1+#ppt_w/2"/>
                                          </p:val>
                                        </p:tav>
                                        <p:tav tm="100000">
                                          <p:val>
                                            <p:strVal val="#ppt_x"/>
                                          </p:val>
                                        </p:tav>
                                      </p:tavLst>
                                    </p:anim>
                                    <p:anim calcmode="lin" valueType="num">
                                      <p:cBhvr additive="base">
                                        <p:cTn id="36" dur="1000" fill="hold"/>
                                        <p:tgtEl>
                                          <p:spTgt spid="108563"/>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2000"/>
                            </p:stCondLst>
                            <p:childTnLst>
                              <p:par>
                                <p:cTn id="38" presetID="7" presetClass="emph" presetSubtype="2" fill="hold" nodeType="afterEffect">
                                  <p:stCondLst>
                                    <p:cond delay="0"/>
                                  </p:stCondLst>
                                  <p:childTnLst>
                                    <p:animClr clrSpc="rgb" dir="cw">
                                      <p:cBhvr>
                                        <p:cTn id="39" dur="2000" fill="hold"/>
                                        <p:tgtEl>
                                          <p:spTgt spid="108563"/>
                                        </p:tgtEl>
                                        <p:attrNameLst>
                                          <p:attrName>stroke.color</p:attrName>
                                        </p:attrNameLst>
                                      </p:cBhvr>
                                      <p:to>
                                        <a:schemeClr val="hlink"/>
                                      </p:to>
                                    </p:animClr>
                                    <p:set>
                                      <p:cBhvr>
                                        <p:cTn id="40" dur="2000" fill="hold"/>
                                        <p:tgtEl>
                                          <p:spTgt spid="108563"/>
                                        </p:tgtEl>
                                        <p:attrNameLst>
                                          <p:attrName>stroke.on</p:attrName>
                                        </p:attrNameLst>
                                      </p:cBhvr>
                                      <p:to>
                                        <p:strVal val="tru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xit" presetSubtype="2" fill="hold" nodeType="clickEffect">
                                  <p:stCondLst>
                                    <p:cond delay="0"/>
                                  </p:stCondLst>
                                  <p:childTnLst>
                                    <p:anim calcmode="lin" valueType="num">
                                      <p:cBhvr additive="base">
                                        <p:cTn id="44" dur="1000"/>
                                        <p:tgtEl>
                                          <p:spTgt spid="108563"/>
                                        </p:tgtEl>
                                        <p:attrNameLst>
                                          <p:attrName>ppt_x</p:attrName>
                                        </p:attrNameLst>
                                      </p:cBhvr>
                                      <p:tavLst>
                                        <p:tav tm="0">
                                          <p:val>
                                            <p:strVal val="ppt_x"/>
                                          </p:val>
                                        </p:tav>
                                        <p:tav tm="100000">
                                          <p:val>
                                            <p:strVal val="1+ppt_w/2"/>
                                          </p:val>
                                        </p:tav>
                                      </p:tavLst>
                                    </p:anim>
                                    <p:anim calcmode="lin" valueType="num">
                                      <p:cBhvr additive="base">
                                        <p:cTn id="45" dur="1000"/>
                                        <p:tgtEl>
                                          <p:spTgt spid="108563"/>
                                        </p:tgtEl>
                                        <p:attrNameLst>
                                          <p:attrName>ppt_y</p:attrName>
                                        </p:attrNameLst>
                                      </p:cBhvr>
                                      <p:tavLst>
                                        <p:tav tm="0">
                                          <p:val>
                                            <p:strVal val="ppt_y"/>
                                          </p:val>
                                        </p:tav>
                                        <p:tav tm="100000">
                                          <p:val>
                                            <p:strVal val="ppt_y"/>
                                          </p:val>
                                        </p:tav>
                                      </p:tavLst>
                                    </p:anim>
                                    <p:set>
                                      <p:cBhvr>
                                        <p:cTn id="46" dur="1" fill="hold">
                                          <p:stCondLst>
                                            <p:cond delay="999"/>
                                          </p:stCondLst>
                                        </p:cTn>
                                        <p:tgtEl>
                                          <p:spTgt spid="1085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62" grpId="0" animBg="1"/>
      <p:bldP spid="108562" grpId="1" animBg="1"/>
      <p:bldP spid="108563" grpId="0" animBg="1"/>
      <p:bldP spid="108563" grpId="1" animBg="1"/>
      <p:bldP spid="1085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4857225-1730-2033-A111-4F44A8103A10}"/>
              </a:ext>
            </a:extLst>
          </p:cNvPr>
          <p:cNvGrpSpPr>
            <a:grpSpLocks/>
          </p:cNvGrpSpPr>
          <p:nvPr/>
        </p:nvGrpSpPr>
        <p:grpSpPr bwMode="auto">
          <a:xfrm>
            <a:off x="1774825" y="3213100"/>
            <a:ext cx="6192838" cy="2305050"/>
            <a:chOff x="158" y="1933"/>
            <a:chExt cx="3901" cy="1452"/>
          </a:xfrm>
        </p:grpSpPr>
        <p:grpSp>
          <p:nvGrpSpPr>
            <p:cNvPr id="81946" name="Group 3">
              <a:extLst>
                <a:ext uri="{FF2B5EF4-FFF2-40B4-BE49-F238E27FC236}">
                  <a16:creationId xmlns:a16="http://schemas.microsoft.com/office/drawing/2014/main" id="{EAAB99AC-4D2E-3183-4E8F-E275689D6AE3}"/>
                </a:ext>
              </a:extLst>
            </p:cNvPr>
            <p:cNvGrpSpPr>
              <a:grpSpLocks/>
            </p:cNvGrpSpPr>
            <p:nvPr/>
          </p:nvGrpSpPr>
          <p:grpSpPr bwMode="auto">
            <a:xfrm>
              <a:off x="158" y="1933"/>
              <a:ext cx="3901" cy="1452"/>
              <a:chOff x="720" y="480"/>
              <a:chExt cx="4224" cy="1390"/>
            </a:xfrm>
          </p:grpSpPr>
          <p:graphicFrame>
            <p:nvGraphicFramePr>
              <p:cNvPr id="81948" name="Object 4">
                <a:extLst>
                  <a:ext uri="{FF2B5EF4-FFF2-40B4-BE49-F238E27FC236}">
                    <a16:creationId xmlns:a16="http://schemas.microsoft.com/office/drawing/2014/main" id="{113D6C43-46DB-B5AD-0C94-DB5CA366FC94}"/>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81948" name="Object 4">
                            <a:extLst>
                              <a:ext uri="{FF2B5EF4-FFF2-40B4-BE49-F238E27FC236}">
                                <a16:creationId xmlns:a16="http://schemas.microsoft.com/office/drawing/2014/main" id="{113D6C43-46DB-B5AD-0C94-DB5CA366FC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9" name="Object 5">
                <a:extLst>
                  <a:ext uri="{FF2B5EF4-FFF2-40B4-BE49-F238E27FC236}">
                    <a16:creationId xmlns:a16="http://schemas.microsoft.com/office/drawing/2014/main" id="{D9BB5021-35D4-1395-F4CF-89AC57DC3540}"/>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81949" name="Object 5">
                            <a:extLst>
                              <a:ext uri="{FF2B5EF4-FFF2-40B4-BE49-F238E27FC236}">
                                <a16:creationId xmlns:a16="http://schemas.microsoft.com/office/drawing/2014/main" id="{D9BB5021-35D4-1395-F4CF-89AC57DC35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1947" name="Text Box 6">
              <a:extLst>
                <a:ext uri="{FF2B5EF4-FFF2-40B4-BE49-F238E27FC236}">
                  <a16:creationId xmlns:a16="http://schemas.microsoft.com/office/drawing/2014/main" id="{6DB71D1A-2039-F95A-8452-4ECEB044CE77}"/>
                </a:ext>
              </a:extLst>
            </p:cNvPr>
            <p:cNvSpPr txBox="1">
              <a:spLocks noChangeArrowheads="1"/>
            </p:cNvSpPr>
            <p:nvPr/>
          </p:nvSpPr>
          <p:spPr bwMode="auto">
            <a:xfrm>
              <a:off x="205" y="2057"/>
              <a:ext cx="367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对于如上的状态转换图，终态</a:t>
              </a:r>
              <a:r>
                <a:rPr lang="en-US" altLang="zh-CN" sz="2400" b="1">
                  <a:solidFill>
                    <a:srgbClr val="003399"/>
                  </a:solidFill>
                  <a:latin typeface="宋体" panose="02010600030101010101" pitchFamily="2" charset="-122"/>
                </a:rPr>
                <a:t>——</a:t>
              </a:r>
              <a:r>
                <a:rPr lang="zh-CN" altLang="en-US" sz="2400" b="1">
                  <a:solidFill>
                    <a:srgbClr val="FF0000"/>
                  </a:solidFill>
                  <a:latin typeface="宋体" panose="02010600030101010101" pitchFamily="2" charset="-122"/>
                </a:rPr>
                <a:t>状态</a:t>
              </a:r>
              <a:r>
                <a:rPr lang="en-US" altLang="zh-CN" sz="2400" b="1">
                  <a:solidFill>
                    <a:srgbClr val="FF0000"/>
                  </a:solidFill>
                  <a:latin typeface="宋体" panose="02010600030101010101" pitchFamily="2" charset="-122"/>
                </a:rPr>
                <a:t>2</a:t>
              </a:r>
              <a:r>
                <a:rPr lang="zh-CN" altLang="en-US" sz="2400" b="1">
                  <a:solidFill>
                    <a:srgbClr val="003399"/>
                  </a:solidFill>
                  <a:latin typeface="宋体" panose="02010600030101010101" pitchFamily="2" charset="-122"/>
                </a:rPr>
                <a:t>的代码如下所示：</a:t>
              </a:r>
            </a:p>
            <a:p>
              <a:pPr fontAlgn="base">
                <a:spcBef>
                  <a:spcPct val="50000"/>
                </a:spcBef>
                <a:spcAft>
                  <a:spcPct val="0"/>
                </a:spcAft>
                <a:buClrTx/>
                <a:buSzTx/>
                <a:buNone/>
              </a:pPr>
              <a:r>
                <a:rPr lang="zh-CN" altLang="en-US" sz="2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2</a:t>
              </a:r>
              <a:r>
                <a:rPr lang="zh-CN" altLang="en-US" sz="2000" b="1">
                  <a:solidFill>
                    <a:srgbClr val="003399"/>
                  </a:solidFill>
                  <a:latin typeface="宋体" panose="02010600030101010101" pitchFamily="2" charset="-122"/>
                </a:rPr>
                <a:t>：   </a:t>
              </a:r>
              <a:r>
                <a:rPr lang="en-US" altLang="zh-CN" sz="2000" b="1">
                  <a:solidFill>
                    <a:srgbClr val="FF0000"/>
                  </a:solidFill>
                  <a:latin typeface="宋体" panose="02010600030101010101" pitchFamily="2" charset="-122"/>
                </a:rPr>
                <a:t>RETRACT( )</a:t>
              </a:r>
              <a:r>
                <a:rPr lang="en-US" altLang="zh-CN" sz="2000" b="1">
                  <a:solidFill>
                    <a:srgbClr val="003399"/>
                  </a:solidFill>
                  <a:latin typeface="宋体" panose="02010600030101010101" pitchFamily="2" charset="-122"/>
                </a:rPr>
                <a:t> ;</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r>
                <a:rPr lang="en-US" altLang="zh-CN" sz="2000" b="1">
                  <a:solidFill>
                    <a:srgbClr val="FF0000"/>
                  </a:solidFill>
                  <a:latin typeface="宋体" panose="02010600030101010101" pitchFamily="2" charset="-122"/>
                </a:rPr>
                <a:t>PRINT($id </a:t>
              </a:r>
              <a:r>
                <a:rPr lang="zh-CN" altLang="en-US" sz="2000" b="1">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INSTALL( ) )</a:t>
              </a:r>
            </a:p>
          </p:txBody>
        </p:sp>
      </p:grpSp>
      <p:grpSp>
        <p:nvGrpSpPr>
          <p:cNvPr id="4" name="Group 7">
            <a:extLst>
              <a:ext uri="{FF2B5EF4-FFF2-40B4-BE49-F238E27FC236}">
                <a16:creationId xmlns:a16="http://schemas.microsoft.com/office/drawing/2014/main" id="{1E1B4DB6-4C68-5057-E534-D946F4872574}"/>
              </a:ext>
            </a:extLst>
          </p:cNvPr>
          <p:cNvGrpSpPr>
            <a:grpSpLocks/>
          </p:cNvGrpSpPr>
          <p:nvPr/>
        </p:nvGrpSpPr>
        <p:grpSpPr bwMode="auto">
          <a:xfrm>
            <a:off x="2141538" y="1060451"/>
            <a:ext cx="4025900" cy="1520825"/>
            <a:chOff x="92" y="2432"/>
            <a:chExt cx="2536" cy="958"/>
          </a:xfrm>
        </p:grpSpPr>
        <p:sp>
          <p:nvSpPr>
            <p:cNvPr id="81936" name="AutoShape 8">
              <a:extLst>
                <a:ext uri="{FF2B5EF4-FFF2-40B4-BE49-F238E27FC236}">
                  <a16:creationId xmlns:a16="http://schemas.microsoft.com/office/drawing/2014/main" id="{EB583D78-D4C6-BB70-FBE9-E61B81806101}"/>
                </a:ext>
              </a:extLst>
            </p:cNvPr>
            <p:cNvSpPr>
              <a:spLocks noChangeArrowheads="1"/>
            </p:cNvSpPr>
            <p:nvPr/>
          </p:nvSpPr>
          <p:spPr bwMode="auto">
            <a:xfrm>
              <a:off x="2322" y="3036"/>
              <a:ext cx="306"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6 w 21600"/>
                <a:gd name="T25" fmla="*/ 3169 h 21600"/>
                <a:gd name="T26" fmla="*/ 18424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81937" name="AutoShape 9">
              <a:extLst>
                <a:ext uri="{FF2B5EF4-FFF2-40B4-BE49-F238E27FC236}">
                  <a16:creationId xmlns:a16="http://schemas.microsoft.com/office/drawing/2014/main" id="{75707AB7-4E07-B8CA-856C-327C8FD837FF}"/>
                </a:ext>
              </a:extLst>
            </p:cNvPr>
            <p:cNvSpPr>
              <a:spLocks noChangeArrowheads="1"/>
            </p:cNvSpPr>
            <p:nvPr/>
          </p:nvSpPr>
          <p:spPr bwMode="auto">
            <a:xfrm>
              <a:off x="92" y="3036"/>
              <a:ext cx="310"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81938" name="AutoShape 10">
              <a:extLst>
                <a:ext uri="{FF2B5EF4-FFF2-40B4-BE49-F238E27FC236}">
                  <a16:creationId xmlns:a16="http://schemas.microsoft.com/office/drawing/2014/main" id="{85F17F8E-74E7-0B0D-648C-DDD2D553F495}"/>
                </a:ext>
              </a:extLst>
            </p:cNvPr>
            <p:cNvSpPr>
              <a:spLocks noChangeArrowheads="1"/>
            </p:cNvSpPr>
            <p:nvPr/>
          </p:nvSpPr>
          <p:spPr bwMode="auto">
            <a:xfrm>
              <a:off x="1226" y="3036"/>
              <a:ext cx="309"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81939" name="Line 11">
              <a:extLst>
                <a:ext uri="{FF2B5EF4-FFF2-40B4-BE49-F238E27FC236}">
                  <a16:creationId xmlns:a16="http://schemas.microsoft.com/office/drawing/2014/main" id="{F6311B52-0B3A-6279-0FE0-559E7D57AC8A}"/>
                </a:ext>
              </a:extLst>
            </p:cNvPr>
            <p:cNvSpPr>
              <a:spLocks noChangeShapeType="1"/>
            </p:cNvSpPr>
            <p:nvPr/>
          </p:nvSpPr>
          <p:spPr bwMode="auto">
            <a:xfrm>
              <a:off x="404" y="3222"/>
              <a:ext cx="8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1940" name="Line 12">
              <a:extLst>
                <a:ext uri="{FF2B5EF4-FFF2-40B4-BE49-F238E27FC236}">
                  <a16:creationId xmlns:a16="http://schemas.microsoft.com/office/drawing/2014/main" id="{84CDF17A-119A-7DEE-8106-24A655885978}"/>
                </a:ext>
              </a:extLst>
            </p:cNvPr>
            <p:cNvSpPr>
              <a:spLocks noChangeShapeType="1"/>
            </p:cNvSpPr>
            <p:nvPr/>
          </p:nvSpPr>
          <p:spPr bwMode="auto">
            <a:xfrm>
              <a:off x="1538" y="3222"/>
              <a:ext cx="7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1941" name="Arc 13">
              <a:extLst>
                <a:ext uri="{FF2B5EF4-FFF2-40B4-BE49-F238E27FC236}">
                  <a16:creationId xmlns:a16="http://schemas.microsoft.com/office/drawing/2014/main" id="{0C5ABD1D-7968-ACF7-C2C4-A8029B3E615B}"/>
                </a:ext>
              </a:extLst>
            </p:cNvPr>
            <p:cNvSpPr>
              <a:spLocks/>
            </p:cNvSpPr>
            <p:nvPr/>
          </p:nvSpPr>
          <p:spPr bwMode="auto">
            <a:xfrm rot="5271687" flipH="1" flipV="1">
              <a:off x="1187" y="2724"/>
              <a:ext cx="382"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1942" name="Line 14">
              <a:extLst>
                <a:ext uri="{FF2B5EF4-FFF2-40B4-BE49-F238E27FC236}">
                  <a16:creationId xmlns:a16="http://schemas.microsoft.com/office/drawing/2014/main" id="{A9C55CE7-FD5F-28C3-85D6-49525EAC2D31}"/>
                </a:ext>
              </a:extLst>
            </p:cNvPr>
            <p:cNvSpPr>
              <a:spLocks noChangeShapeType="1"/>
            </p:cNvSpPr>
            <p:nvPr/>
          </p:nvSpPr>
          <p:spPr bwMode="auto">
            <a:xfrm>
              <a:off x="1265" y="2907"/>
              <a:ext cx="38"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1943" name="Text Box 15">
              <a:extLst>
                <a:ext uri="{FF2B5EF4-FFF2-40B4-BE49-F238E27FC236}">
                  <a16:creationId xmlns:a16="http://schemas.microsoft.com/office/drawing/2014/main" id="{0E9A85AF-5853-26AB-3218-3143E8D3369D}"/>
                </a:ext>
              </a:extLst>
            </p:cNvPr>
            <p:cNvSpPr txBox="1">
              <a:spLocks noChangeArrowheads="1"/>
            </p:cNvSpPr>
            <p:nvPr/>
          </p:nvSpPr>
          <p:spPr bwMode="auto">
            <a:xfrm>
              <a:off x="521" y="2976"/>
              <a:ext cx="5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81944" name="Text Box 16">
              <a:extLst>
                <a:ext uri="{FF2B5EF4-FFF2-40B4-BE49-F238E27FC236}">
                  <a16:creationId xmlns:a16="http://schemas.microsoft.com/office/drawing/2014/main" id="{63AA764B-D6A6-47DA-786E-BFBC8136B0E2}"/>
                </a:ext>
              </a:extLst>
            </p:cNvPr>
            <p:cNvSpPr txBox="1">
              <a:spLocks noChangeArrowheads="1"/>
            </p:cNvSpPr>
            <p:nvPr/>
          </p:nvSpPr>
          <p:spPr bwMode="auto">
            <a:xfrm>
              <a:off x="1655" y="2976"/>
              <a:ext cx="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81945" name="Text Box 17">
              <a:extLst>
                <a:ext uri="{FF2B5EF4-FFF2-40B4-BE49-F238E27FC236}">
                  <a16:creationId xmlns:a16="http://schemas.microsoft.com/office/drawing/2014/main" id="{473DCBB9-8DB8-7F57-D1AC-5CCBBF4E391D}"/>
                </a:ext>
              </a:extLst>
            </p:cNvPr>
            <p:cNvSpPr txBox="1">
              <a:spLocks noChangeArrowheads="1"/>
            </p:cNvSpPr>
            <p:nvPr/>
          </p:nvSpPr>
          <p:spPr bwMode="auto">
            <a:xfrm>
              <a:off x="873" y="2432"/>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
        <p:nvSpPr>
          <p:cNvPr id="109586" name="AutoShape 18">
            <a:extLst>
              <a:ext uri="{FF2B5EF4-FFF2-40B4-BE49-F238E27FC236}">
                <a16:creationId xmlns:a16="http://schemas.microsoft.com/office/drawing/2014/main" id="{919384AE-D0BE-25D6-7D4D-7BAFD1627684}"/>
              </a:ext>
            </a:extLst>
          </p:cNvPr>
          <p:cNvSpPr>
            <a:spLocks noChangeArrowheads="1"/>
          </p:cNvSpPr>
          <p:nvPr/>
        </p:nvSpPr>
        <p:spPr bwMode="auto">
          <a:xfrm>
            <a:off x="7032626" y="908051"/>
            <a:ext cx="3635375" cy="2233613"/>
          </a:xfrm>
          <a:prstGeom prst="cloudCallout">
            <a:avLst>
              <a:gd name="adj1" fmla="val -107949"/>
              <a:gd name="adj2" fmla="val 104514"/>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FF0000"/>
                </a:solidFill>
              </a:rPr>
              <a:t>RETRACT( )</a:t>
            </a:r>
            <a:r>
              <a:rPr lang="zh-CN" altLang="en-US" sz="2000" b="1">
                <a:solidFill>
                  <a:srgbClr val="003399"/>
                </a:solidFill>
              </a:rPr>
              <a:t>是过程，由于分界符不属于标识符，所以我们要把先行指针</a:t>
            </a:r>
            <a:r>
              <a:rPr lang="zh-CN" altLang="en-US" sz="2000" b="1">
                <a:solidFill>
                  <a:srgbClr val="FF0000"/>
                </a:solidFill>
              </a:rPr>
              <a:t>回调</a:t>
            </a:r>
            <a:r>
              <a:rPr lang="zh-CN" altLang="en-US" sz="2000" b="1">
                <a:solidFill>
                  <a:srgbClr val="003399"/>
                </a:solidFill>
              </a:rPr>
              <a:t>一个字符。</a:t>
            </a:r>
          </a:p>
          <a:p>
            <a:pPr fontAlgn="base">
              <a:spcBef>
                <a:spcPct val="0"/>
              </a:spcBef>
              <a:spcAft>
                <a:spcPct val="0"/>
              </a:spcAft>
              <a:buClrTx/>
              <a:buSzTx/>
              <a:buNone/>
            </a:pPr>
            <a:endParaRPr lang="zh-CN" altLang="en-US" sz="2000">
              <a:solidFill>
                <a:srgbClr val="007A77"/>
              </a:solidFill>
            </a:endParaRPr>
          </a:p>
        </p:txBody>
      </p:sp>
      <p:sp>
        <p:nvSpPr>
          <p:cNvPr id="109587" name="AutoShape 19">
            <a:extLst>
              <a:ext uri="{FF2B5EF4-FFF2-40B4-BE49-F238E27FC236}">
                <a16:creationId xmlns:a16="http://schemas.microsoft.com/office/drawing/2014/main" id="{40B90F0B-866F-5520-02F5-FFAB2C895670}"/>
              </a:ext>
            </a:extLst>
          </p:cNvPr>
          <p:cNvSpPr>
            <a:spLocks noChangeArrowheads="1"/>
          </p:cNvSpPr>
          <p:nvPr/>
        </p:nvSpPr>
        <p:spPr bwMode="auto">
          <a:xfrm>
            <a:off x="6672264" y="260351"/>
            <a:ext cx="3671887" cy="2881313"/>
          </a:xfrm>
          <a:prstGeom prst="cloudCallout">
            <a:avLst>
              <a:gd name="adj1" fmla="val -55449"/>
              <a:gd name="adj2" fmla="val 106968"/>
            </a:avLst>
          </a:prstGeom>
          <a:solidFill>
            <a:schemeClr val="accent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FF0000"/>
                </a:solidFill>
              </a:rPr>
              <a:t>INSTALL( )</a:t>
            </a:r>
            <a:r>
              <a:rPr lang="zh-CN" altLang="en-US" sz="2000" b="1">
                <a:solidFill>
                  <a:srgbClr val="003399"/>
                </a:solidFill>
              </a:rPr>
              <a:t>是过程，如我们识别出的标识符不在符号表中，我们把它装入</a:t>
            </a:r>
            <a:r>
              <a:rPr lang="zh-CN" altLang="en-US" sz="2000" b="1">
                <a:solidFill>
                  <a:srgbClr val="FF0000"/>
                </a:solidFill>
              </a:rPr>
              <a:t>符号表</a:t>
            </a:r>
            <a:r>
              <a:rPr lang="zh-CN" altLang="en-US" sz="2000" b="1">
                <a:solidFill>
                  <a:srgbClr val="003399"/>
                </a:solidFill>
              </a:rPr>
              <a:t>。我们还要给语法分析程序返回一个</a:t>
            </a:r>
            <a:r>
              <a:rPr lang="zh-CN" altLang="en-US" sz="2000" b="1">
                <a:solidFill>
                  <a:srgbClr val="FF0000"/>
                </a:solidFill>
              </a:rPr>
              <a:t>二元式</a:t>
            </a:r>
            <a:r>
              <a:rPr lang="zh-CN" altLang="en-US" sz="2000" b="1">
                <a:solidFill>
                  <a:srgbClr val="003399"/>
                </a:solidFill>
              </a:rPr>
              <a:t>。</a:t>
            </a:r>
          </a:p>
          <a:p>
            <a:pPr fontAlgn="base">
              <a:spcBef>
                <a:spcPct val="0"/>
              </a:spcBef>
              <a:spcAft>
                <a:spcPct val="0"/>
              </a:spcAft>
              <a:buClrTx/>
              <a:buSzTx/>
              <a:buNone/>
            </a:pPr>
            <a:endParaRPr lang="zh-CN" altLang="en-US" sz="2000">
              <a:solidFill>
                <a:srgbClr val="007A77"/>
              </a:solidFill>
            </a:endParaRPr>
          </a:p>
        </p:txBody>
      </p:sp>
      <p:sp>
        <p:nvSpPr>
          <p:cNvPr id="109588" name="Text Box 20">
            <a:extLst>
              <a:ext uri="{FF2B5EF4-FFF2-40B4-BE49-F238E27FC236}">
                <a16:creationId xmlns:a16="http://schemas.microsoft.com/office/drawing/2014/main" id="{1E2D1418-9155-900A-C68A-F3E672AD7B5E}"/>
              </a:ext>
            </a:extLst>
          </p:cNvPr>
          <p:cNvSpPr txBox="1">
            <a:spLocks noChangeArrowheads="1"/>
          </p:cNvSpPr>
          <p:nvPr/>
        </p:nvSpPr>
        <p:spPr bwMode="auto">
          <a:xfrm>
            <a:off x="6096001" y="1844676"/>
            <a:ext cx="360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800" b="1">
                <a:solidFill>
                  <a:srgbClr val="003399"/>
                </a:solidFill>
              </a:rPr>
              <a:t>*</a:t>
            </a:r>
          </a:p>
        </p:txBody>
      </p:sp>
      <p:sp>
        <p:nvSpPr>
          <p:cNvPr id="109589" name="AutoShape 21">
            <a:extLst>
              <a:ext uri="{FF2B5EF4-FFF2-40B4-BE49-F238E27FC236}">
                <a16:creationId xmlns:a16="http://schemas.microsoft.com/office/drawing/2014/main" id="{AE5E64AD-ADAF-637A-B71F-E041516DC266}"/>
              </a:ext>
            </a:extLst>
          </p:cNvPr>
          <p:cNvSpPr>
            <a:spLocks noChangeArrowheads="1"/>
          </p:cNvSpPr>
          <p:nvPr/>
        </p:nvSpPr>
        <p:spPr bwMode="auto">
          <a:xfrm>
            <a:off x="6816726" y="1"/>
            <a:ext cx="3527425" cy="3770313"/>
          </a:xfrm>
          <a:prstGeom prst="irregularSeal1">
            <a:avLst/>
          </a:prstGeom>
          <a:solidFill>
            <a:schemeClr val="accent1"/>
          </a:solidFill>
          <a:ln w="2857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2400" b="1">
                <a:solidFill>
                  <a:srgbClr val="003399"/>
                </a:solidFill>
              </a:rPr>
              <a:t>如果同时识别</a:t>
            </a:r>
          </a:p>
          <a:p>
            <a:pPr fontAlgn="base">
              <a:spcBef>
                <a:spcPct val="0"/>
              </a:spcBef>
              <a:spcAft>
                <a:spcPct val="0"/>
              </a:spcAft>
              <a:buClrTx/>
              <a:buSzTx/>
              <a:buNone/>
            </a:pPr>
            <a:r>
              <a:rPr lang="zh-CN" altLang="en-US" sz="2400" b="1">
                <a:solidFill>
                  <a:srgbClr val="DC5900"/>
                </a:solidFill>
              </a:rPr>
              <a:t>标识符</a:t>
            </a:r>
            <a:r>
              <a:rPr lang="zh-CN" altLang="en-US" sz="2400" b="1">
                <a:solidFill>
                  <a:srgbClr val="003399"/>
                </a:solidFill>
              </a:rPr>
              <a:t>和</a:t>
            </a:r>
            <a:r>
              <a:rPr lang="zh-CN" altLang="en-US" sz="2400" b="1">
                <a:solidFill>
                  <a:srgbClr val="DC5900"/>
                </a:solidFill>
              </a:rPr>
              <a:t>定义符</a:t>
            </a:r>
            <a:r>
              <a:rPr lang="zh-CN" altLang="en-US" sz="2400" b="1">
                <a:solidFill>
                  <a:srgbClr val="003399"/>
                </a:solidFill>
              </a:rPr>
              <a:t>，</a:t>
            </a:r>
          </a:p>
          <a:p>
            <a:pPr fontAlgn="base">
              <a:spcBef>
                <a:spcPct val="0"/>
              </a:spcBef>
              <a:spcAft>
                <a:spcPct val="0"/>
              </a:spcAft>
              <a:buClrTx/>
              <a:buSzTx/>
              <a:buNone/>
            </a:pPr>
            <a:r>
              <a:rPr lang="zh-CN" altLang="en-US" sz="2400" b="1">
                <a:solidFill>
                  <a:srgbClr val="003399"/>
                </a:solidFill>
              </a:rPr>
              <a:t>则需要</a:t>
            </a:r>
            <a:r>
              <a:rPr lang="zh-CN" altLang="en-US" sz="2400" b="1">
                <a:solidFill>
                  <a:srgbClr val="DC5900"/>
                </a:solidFill>
              </a:rPr>
              <a:t>修改</a:t>
            </a:r>
            <a:r>
              <a:rPr lang="zh-CN" altLang="en-US" sz="2400" b="1">
                <a:solidFill>
                  <a:srgbClr val="003399"/>
                </a:solidFill>
              </a:rPr>
              <a:t>为</a:t>
            </a:r>
          </a:p>
          <a:p>
            <a:pPr fontAlgn="base">
              <a:spcBef>
                <a:spcPct val="0"/>
              </a:spcBef>
              <a:spcAft>
                <a:spcPct val="0"/>
              </a:spcAft>
              <a:buClrTx/>
              <a:buSzTx/>
              <a:buNone/>
            </a:pPr>
            <a:r>
              <a:rPr lang="en-US" altLang="zh-CN" sz="2400" b="1">
                <a:solidFill>
                  <a:srgbClr val="DC5900"/>
                </a:solidFill>
              </a:rPr>
              <a:t>State2</a:t>
            </a:r>
            <a:r>
              <a:rPr lang="zh-CN" altLang="en-US" sz="2400" b="1">
                <a:solidFill>
                  <a:srgbClr val="003399"/>
                </a:solidFill>
              </a:rPr>
              <a:t>：</a:t>
            </a:r>
          </a:p>
        </p:txBody>
      </p:sp>
      <p:grpSp>
        <p:nvGrpSpPr>
          <p:cNvPr id="5" name="Group 27">
            <a:extLst>
              <a:ext uri="{FF2B5EF4-FFF2-40B4-BE49-F238E27FC236}">
                <a16:creationId xmlns:a16="http://schemas.microsoft.com/office/drawing/2014/main" id="{5F5827C0-6BF1-6E08-796D-2AB76E0234B4}"/>
              </a:ext>
            </a:extLst>
          </p:cNvPr>
          <p:cNvGrpSpPr>
            <a:grpSpLocks/>
          </p:cNvGrpSpPr>
          <p:nvPr/>
        </p:nvGrpSpPr>
        <p:grpSpPr bwMode="auto">
          <a:xfrm>
            <a:off x="1703388" y="3071813"/>
            <a:ext cx="7200900" cy="3384550"/>
            <a:chOff x="158" y="1933"/>
            <a:chExt cx="3901" cy="1452"/>
          </a:xfrm>
        </p:grpSpPr>
        <p:grpSp>
          <p:nvGrpSpPr>
            <p:cNvPr id="81932" name="Group 28">
              <a:extLst>
                <a:ext uri="{FF2B5EF4-FFF2-40B4-BE49-F238E27FC236}">
                  <a16:creationId xmlns:a16="http://schemas.microsoft.com/office/drawing/2014/main" id="{C0FFAD6C-92D1-5135-1D6C-2F8E322F3E7E}"/>
                </a:ext>
              </a:extLst>
            </p:cNvPr>
            <p:cNvGrpSpPr>
              <a:grpSpLocks/>
            </p:cNvGrpSpPr>
            <p:nvPr/>
          </p:nvGrpSpPr>
          <p:grpSpPr bwMode="auto">
            <a:xfrm>
              <a:off x="158" y="1933"/>
              <a:ext cx="3901" cy="1452"/>
              <a:chOff x="720" y="480"/>
              <a:chExt cx="4224" cy="1390"/>
            </a:xfrm>
          </p:grpSpPr>
          <p:graphicFrame>
            <p:nvGraphicFramePr>
              <p:cNvPr id="81934" name="Object 29">
                <a:extLst>
                  <a:ext uri="{FF2B5EF4-FFF2-40B4-BE49-F238E27FC236}">
                    <a16:creationId xmlns:a16="http://schemas.microsoft.com/office/drawing/2014/main" id="{AD9CC8CC-15C7-0EDD-CC4E-63403612D6B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81934" name="Object 29">
                            <a:extLst>
                              <a:ext uri="{FF2B5EF4-FFF2-40B4-BE49-F238E27FC236}">
                                <a16:creationId xmlns:a16="http://schemas.microsoft.com/office/drawing/2014/main" id="{AD9CC8CC-15C7-0EDD-CC4E-63403612D6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35" name="Object 30">
                <a:extLst>
                  <a:ext uri="{FF2B5EF4-FFF2-40B4-BE49-F238E27FC236}">
                    <a16:creationId xmlns:a16="http://schemas.microsoft.com/office/drawing/2014/main" id="{4AA677CA-1F35-6E29-556E-D5FD1C2D9DE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81935" name="Object 30">
                            <a:extLst>
                              <a:ext uri="{FF2B5EF4-FFF2-40B4-BE49-F238E27FC236}">
                                <a16:creationId xmlns:a16="http://schemas.microsoft.com/office/drawing/2014/main" id="{4AA677CA-1F35-6E29-556E-D5FD1C2D9D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1933" name="Text Box 31">
              <a:extLst>
                <a:ext uri="{FF2B5EF4-FFF2-40B4-BE49-F238E27FC236}">
                  <a16:creationId xmlns:a16="http://schemas.microsoft.com/office/drawing/2014/main" id="{1E400409-4812-245D-43FF-8933B07CE640}"/>
                </a:ext>
              </a:extLst>
            </p:cNvPr>
            <p:cNvSpPr txBox="1">
              <a:spLocks noChangeArrowheads="1"/>
            </p:cNvSpPr>
            <p:nvPr/>
          </p:nvSpPr>
          <p:spPr bwMode="auto">
            <a:xfrm>
              <a:off x="205" y="2057"/>
              <a:ext cx="3673" cy="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修改之后，</a:t>
              </a:r>
              <a:r>
                <a:rPr lang="zh-CN" altLang="en-US" sz="2400" b="1">
                  <a:solidFill>
                    <a:srgbClr val="FF0000"/>
                  </a:solidFill>
                  <a:latin typeface="宋体" panose="02010600030101010101" pitchFamily="2" charset="-122"/>
                </a:rPr>
                <a:t>状态</a:t>
              </a:r>
              <a:r>
                <a:rPr lang="en-US" altLang="zh-CN" sz="2400" b="1">
                  <a:solidFill>
                    <a:srgbClr val="FF0000"/>
                  </a:solidFill>
                  <a:latin typeface="宋体" panose="02010600030101010101" pitchFamily="2" charset="-122"/>
                </a:rPr>
                <a:t>2</a:t>
              </a:r>
              <a:r>
                <a:rPr lang="zh-CN" altLang="en-US" sz="2400" b="1">
                  <a:solidFill>
                    <a:srgbClr val="003399"/>
                  </a:solidFill>
                  <a:latin typeface="宋体" panose="02010600030101010101" pitchFamily="2" charset="-122"/>
                </a:rPr>
                <a:t>的代码如下所示：</a:t>
              </a:r>
            </a:p>
            <a:p>
              <a:pPr fontAlgn="base">
                <a:spcBef>
                  <a:spcPct val="50000"/>
                </a:spcBef>
                <a:spcAft>
                  <a:spcPct val="0"/>
                </a:spcAft>
                <a:buClrTx/>
                <a:buSzTx/>
                <a:buNone/>
              </a:pPr>
              <a:r>
                <a:rPr lang="zh-CN" altLang="en-US" sz="2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2</a:t>
              </a:r>
              <a:r>
                <a:rPr lang="zh-CN" altLang="en-US" sz="2000" b="1">
                  <a:solidFill>
                    <a:srgbClr val="003399"/>
                  </a:solidFill>
                  <a:latin typeface="宋体" panose="02010600030101010101" pitchFamily="2" charset="-122"/>
                </a:rPr>
                <a:t>：   </a:t>
              </a:r>
              <a:r>
                <a:rPr lang="en-US" altLang="zh-CN" sz="2000" b="1">
                  <a:solidFill>
                    <a:srgbClr val="FF0000"/>
                  </a:solidFill>
                  <a:latin typeface="宋体" panose="02010600030101010101" pitchFamily="2" charset="-122"/>
                </a:rPr>
                <a:t>RETRACT( )</a:t>
              </a:r>
              <a:r>
                <a:rPr lang="en-US" altLang="zh-CN" sz="2000" b="1">
                  <a:solidFill>
                    <a:srgbClr val="003399"/>
                  </a:solidFill>
                  <a:latin typeface="宋体" panose="02010600030101010101" pitchFamily="2" charset="-122"/>
                </a:rPr>
                <a:t> ;</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c := </a:t>
              </a:r>
              <a:r>
                <a:rPr lang="en-US" altLang="zh-CN" sz="2000" b="1">
                  <a:solidFill>
                    <a:srgbClr val="FF0000"/>
                  </a:solidFill>
                  <a:latin typeface="宋体" panose="02010600030101010101" pitchFamily="2" charset="-122"/>
                </a:rPr>
                <a:t>RESERVE( );</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if  c = 6</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then  </a:t>
              </a:r>
              <a:r>
                <a:rPr lang="en-US" altLang="zh-CN" sz="1800" b="1">
                  <a:solidFill>
                    <a:srgbClr val="FF0000"/>
                  </a:solidFill>
                </a:rPr>
                <a:t>PRINT($id </a:t>
              </a:r>
              <a:r>
                <a:rPr lang="zh-CN" altLang="en-US" sz="1800" b="1">
                  <a:solidFill>
                    <a:srgbClr val="FF0000"/>
                  </a:solidFill>
                </a:rPr>
                <a:t>，</a:t>
              </a:r>
              <a:r>
                <a:rPr lang="en-US" altLang="zh-CN" sz="1800" b="1">
                  <a:solidFill>
                    <a:srgbClr val="FF0000"/>
                  </a:solidFill>
                </a:rPr>
                <a:t>INSTALL )</a:t>
              </a:r>
            </a:p>
            <a:p>
              <a:pPr fontAlgn="base">
                <a:spcBef>
                  <a:spcPct val="50000"/>
                </a:spcBef>
                <a:spcAft>
                  <a:spcPct val="0"/>
                </a:spcAft>
                <a:buClrTx/>
                <a:buSzTx/>
                <a:buNone/>
              </a:pPr>
              <a:r>
                <a:rPr lang="en-US" altLang="zh-CN" sz="2000" b="1">
                  <a:solidFill>
                    <a:srgbClr val="FF0000"/>
                  </a:solidFill>
                  <a:latin typeface="宋体" panose="02010600030101010101" pitchFamily="2" charset="-122"/>
                </a:rPr>
                <a:t>                      </a:t>
              </a:r>
              <a:r>
                <a:rPr lang="en-US" altLang="zh-CN" sz="2000" b="1">
                  <a:solidFill>
                    <a:srgbClr val="003399"/>
                  </a:solidFill>
                  <a:latin typeface="宋体" panose="02010600030101010101" pitchFamily="2" charset="-122"/>
                </a:rPr>
                <a:t>else  </a:t>
              </a:r>
              <a:r>
                <a:rPr lang="en-US" altLang="zh-CN" sz="2000" b="1">
                  <a:solidFill>
                    <a:srgbClr val="FF0000"/>
                  </a:solidFill>
                  <a:latin typeface="宋体" panose="02010600030101010101" pitchFamily="2" charset="-122"/>
                </a:rPr>
                <a:t>PRINT(C , _ )</a:t>
              </a:r>
            </a:p>
          </p:txBody>
        </p:sp>
      </p:grpSp>
      <p:sp>
        <p:nvSpPr>
          <p:cNvPr id="109600" name="AutoShape 32">
            <a:extLst>
              <a:ext uri="{FF2B5EF4-FFF2-40B4-BE49-F238E27FC236}">
                <a16:creationId xmlns:a16="http://schemas.microsoft.com/office/drawing/2014/main" id="{0B085F69-3725-914C-8F00-21659BA3D9C0}"/>
              </a:ext>
            </a:extLst>
          </p:cNvPr>
          <p:cNvSpPr>
            <a:spLocks noChangeArrowheads="1"/>
          </p:cNvSpPr>
          <p:nvPr/>
        </p:nvSpPr>
        <p:spPr bwMode="auto">
          <a:xfrm>
            <a:off x="6743700" y="404814"/>
            <a:ext cx="3924300" cy="2879725"/>
          </a:xfrm>
          <a:prstGeom prst="cloudCallout">
            <a:avLst>
              <a:gd name="adj1" fmla="val -80259"/>
              <a:gd name="adj2" fmla="val 89690"/>
            </a:avLst>
          </a:prstGeom>
          <a:solidFill>
            <a:schemeClr val="accent1"/>
          </a:solidFill>
          <a:ln w="28575">
            <a:solidFill>
              <a:schemeClr val="tx1"/>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1800" b="1">
                <a:solidFill>
                  <a:srgbClr val="FF0000"/>
                </a:solidFill>
              </a:rPr>
              <a:t>RESERVE( )</a:t>
            </a:r>
            <a:r>
              <a:rPr lang="en-US" altLang="zh-CN" sz="1800" b="1">
                <a:solidFill>
                  <a:srgbClr val="003399"/>
                </a:solidFill>
              </a:rPr>
              <a:t> </a:t>
            </a:r>
            <a:r>
              <a:rPr lang="zh-CN" altLang="en-US" sz="1800" b="1">
                <a:solidFill>
                  <a:srgbClr val="003399"/>
                </a:solidFill>
              </a:rPr>
              <a:t>整型函数过程</a:t>
            </a:r>
            <a:r>
              <a:rPr lang="en-US" altLang="zh-CN" sz="1800" b="1">
                <a:solidFill>
                  <a:srgbClr val="003399"/>
                </a:solidFill>
              </a:rPr>
              <a:t>,</a:t>
            </a:r>
            <a:r>
              <a:rPr lang="zh-CN" altLang="en-US" sz="1800" b="1">
                <a:solidFill>
                  <a:srgbClr val="003399"/>
                </a:solidFill>
              </a:rPr>
              <a:t>针对</a:t>
            </a:r>
            <a:r>
              <a:rPr lang="en-US" altLang="zh-CN" sz="1800" b="1">
                <a:solidFill>
                  <a:srgbClr val="FF0000"/>
                </a:solidFill>
              </a:rPr>
              <a:t>TOKEN</a:t>
            </a:r>
            <a:r>
              <a:rPr lang="zh-CN" altLang="en-US" sz="1800" b="1">
                <a:solidFill>
                  <a:srgbClr val="003399"/>
                </a:solidFill>
              </a:rPr>
              <a:t>中的字符串进行查找，看其是否是</a:t>
            </a:r>
            <a:r>
              <a:rPr lang="zh-CN" altLang="en-US" sz="1800" b="1">
                <a:solidFill>
                  <a:srgbClr val="FF0000"/>
                </a:solidFill>
              </a:rPr>
              <a:t>保留字</a:t>
            </a:r>
            <a:r>
              <a:rPr lang="zh-CN" altLang="en-US" sz="1800" b="1">
                <a:solidFill>
                  <a:srgbClr val="003399"/>
                </a:solidFill>
              </a:rPr>
              <a:t>，是保留字给出它的编码，否则回送</a:t>
            </a:r>
            <a:r>
              <a:rPr lang="en-US" altLang="zh-CN" sz="1800" b="1">
                <a:solidFill>
                  <a:srgbClr val="003399"/>
                </a:solidFill>
              </a:rPr>
              <a:t>6</a:t>
            </a:r>
            <a:r>
              <a:rPr lang="zh-CN" altLang="en-US" sz="1800" b="1">
                <a:solidFill>
                  <a:srgbClr val="003399"/>
                </a:solidFill>
              </a:rPr>
              <a:t>（假定</a:t>
            </a:r>
            <a:r>
              <a:rPr lang="en-US" altLang="zh-CN" sz="1800" b="1">
                <a:solidFill>
                  <a:srgbClr val="003399"/>
                </a:solidFill>
              </a:rPr>
              <a:t>6</a:t>
            </a:r>
            <a:r>
              <a:rPr lang="zh-CN" altLang="en-US" sz="1800" b="1">
                <a:solidFill>
                  <a:srgbClr val="003399"/>
                </a:solidFill>
              </a:rPr>
              <a:t>不是保留字编码）。</a:t>
            </a:r>
          </a:p>
        </p:txBody>
      </p:sp>
      <p:pic>
        <p:nvPicPr>
          <p:cNvPr id="81930" name="图片 3">
            <a:extLst>
              <a:ext uri="{FF2B5EF4-FFF2-40B4-BE49-F238E27FC236}">
                <a16:creationId xmlns:a16="http://schemas.microsoft.com/office/drawing/2014/main" id="{505FB4D8-0992-24DB-6CB6-1517E47A7FE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67601" y="3094038"/>
            <a:ext cx="3236913"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31" name="图片 8">
            <a:extLst>
              <a:ext uri="{FF2B5EF4-FFF2-40B4-BE49-F238E27FC236}">
                <a16:creationId xmlns:a16="http://schemas.microsoft.com/office/drawing/2014/main" id="{313E40BB-454C-20F8-4882-2749446F4E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56564" y="5011739"/>
            <a:ext cx="237648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9588"/>
                                        </p:tgtEl>
                                        <p:attrNameLst>
                                          <p:attrName>style.visibility</p:attrName>
                                        </p:attrNameLst>
                                      </p:cBhvr>
                                      <p:to>
                                        <p:strVal val="visible"/>
                                      </p:to>
                                    </p:set>
                                    <p:animEffect transition="in" filter="fade">
                                      <p:cBhvr>
                                        <p:cTn id="10" dur="2000"/>
                                        <p:tgtEl>
                                          <p:spTgt spid="10958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109586"/>
                                        </p:tgtEl>
                                        <p:attrNameLst>
                                          <p:attrName>style.visibility</p:attrName>
                                        </p:attrNameLst>
                                      </p:cBhvr>
                                      <p:to>
                                        <p:strVal val="visible"/>
                                      </p:to>
                                    </p:set>
                                    <p:anim calcmode="lin" valueType="num">
                                      <p:cBhvr additive="base">
                                        <p:cTn id="20" dur="1000" fill="hold"/>
                                        <p:tgtEl>
                                          <p:spTgt spid="109586"/>
                                        </p:tgtEl>
                                        <p:attrNameLst>
                                          <p:attrName>ppt_x</p:attrName>
                                        </p:attrNameLst>
                                      </p:cBhvr>
                                      <p:tavLst>
                                        <p:tav tm="0">
                                          <p:val>
                                            <p:strVal val="1+#ppt_w/2"/>
                                          </p:val>
                                        </p:tav>
                                        <p:tav tm="100000">
                                          <p:val>
                                            <p:strVal val="#ppt_x"/>
                                          </p:val>
                                        </p:tav>
                                      </p:tavLst>
                                    </p:anim>
                                    <p:anim calcmode="lin" valueType="num">
                                      <p:cBhvr additive="base">
                                        <p:cTn id="21" dur="1000" fill="hold"/>
                                        <p:tgtEl>
                                          <p:spTgt spid="109586"/>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1000"/>
                            </p:stCondLst>
                            <p:childTnLst>
                              <p:par>
                                <p:cTn id="23" presetID="7" presetClass="emph" presetSubtype="2" fill="hold" nodeType="afterEffect">
                                  <p:stCondLst>
                                    <p:cond delay="0"/>
                                  </p:stCondLst>
                                  <p:childTnLst>
                                    <p:animClr clrSpc="rgb" dir="cw">
                                      <p:cBhvr>
                                        <p:cTn id="24" dur="2000" fill="hold"/>
                                        <p:tgtEl>
                                          <p:spTgt spid="109586"/>
                                        </p:tgtEl>
                                        <p:attrNameLst>
                                          <p:attrName>stroke.color</p:attrName>
                                        </p:attrNameLst>
                                      </p:cBhvr>
                                      <p:to>
                                        <a:schemeClr val="hlink"/>
                                      </p:to>
                                    </p:animClr>
                                    <p:set>
                                      <p:cBhvr>
                                        <p:cTn id="25" dur="2000" fill="hold"/>
                                        <p:tgtEl>
                                          <p:spTgt spid="109586"/>
                                        </p:tgtEl>
                                        <p:attrNameLst>
                                          <p:attrName>stroke.on</p:attrName>
                                        </p:attrNameLst>
                                      </p:cBhvr>
                                      <p:to>
                                        <p:strVal val="tru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xit" presetSubtype="2" fill="hold" nodeType="clickEffect">
                                  <p:stCondLst>
                                    <p:cond delay="0"/>
                                  </p:stCondLst>
                                  <p:childTnLst>
                                    <p:anim calcmode="lin" valueType="num">
                                      <p:cBhvr additive="base">
                                        <p:cTn id="29" dur="1000"/>
                                        <p:tgtEl>
                                          <p:spTgt spid="109586"/>
                                        </p:tgtEl>
                                        <p:attrNameLst>
                                          <p:attrName>ppt_x</p:attrName>
                                        </p:attrNameLst>
                                      </p:cBhvr>
                                      <p:tavLst>
                                        <p:tav tm="0">
                                          <p:val>
                                            <p:strVal val="ppt_x"/>
                                          </p:val>
                                        </p:tav>
                                        <p:tav tm="100000">
                                          <p:val>
                                            <p:strVal val="1+ppt_w/2"/>
                                          </p:val>
                                        </p:tav>
                                      </p:tavLst>
                                    </p:anim>
                                    <p:anim calcmode="lin" valueType="num">
                                      <p:cBhvr additive="base">
                                        <p:cTn id="30" dur="1000"/>
                                        <p:tgtEl>
                                          <p:spTgt spid="109586"/>
                                        </p:tgtEl>
                                        <p:attrNameLst>
                                          <p:attrName>ppt_y</p:attrName>
                                        </p:attrNameLst>
                                      </p:cBhvr>
                                      <p:tavLst>
                                        <p:tav tm="0">
                                          <p:val>
                                            <p:strVal val="ppt_y"/>
                                          </p:val>
                                        </p:tav>
                                        <p:tav tm="100000">
                                          <p:val>
                                            <p:strVal val="ppt_y"/>
                                          </p:val>
                                        </p:tav>
                                      </p:tavLst>
                                    </p:anim>
                                    <p:set>
                                      <p:cBhvr>
                                        <p:cTn id="31" dur="1" fill="hold">
                                          <p:stCondLst>
                                            <p:cond delay="999"/>
                                          </p:stCondLst>
                                        </p:cTn>
                                        <p:tgtEl>
                                          <p:spTgt spid="109586"/>
                                        </p:tgtEl>
                                        <p:attrNameLst>
                                          <p:attrName>style.visibility</p:attrName>
                                        </p:attrNameLst>
                                      </p:cBhvr>
                                      <p:to>
                                        <p:strVal val="hidden"/>
                                      </p:to>
                                    </p:set>
                                  </p:childTnLst>
                                </p:cTn>
                              </p:par>
                            </p:childTnLst>
                          </p:cTn>
                        </p:par>
                        <p:par>
                          <p:cTn id="32" fill="hold" nodeType="afterGroup">
                            <p:stCondLst>
                              <p:cond delay="1000"/>
                            </p:stCondLst>
                            <p:childTnLst>
                              <p:par>
                                <p:cTn id="33" presetID="2" presetClass="entr" presetSubtype="2" fill="hold" nodeType="afterEffect">
                                  <p:stCondLst>
                                    <p:cond delay="0"/>
                                  </p:stCondLst>
                                  <p:childTnLst>
                                    <p:set>
                                      <p:cBhvr>
                                        <p:cTn id="34" dur="1" fill="hold">
                                          <p:stCondLst>
                                            <p:cond delay="0"/>
                                          </p:stCondLst>
                                        </p:cTn>
                                        <p:tgtEl>
                                          <p:spTgt spid="109587"/>
                                        </p:tgtEl>
                                        <p:attrNameLst>
                                          <p:attrName>style.visibility</p:attrName>
                                        </p:attrNameLst>
                                      </p:cBhvr>
                                      <p:to>
                                        <p:strVal val="visible"/>
                                      </p:to>
                                    </p:set>
                                    <p:anim calcmode="lin" valueType="num">
                                      <p:cBhvr additive="base">
                                        <p:cTn id="35" dur="1000" fill="hold"/>
                                        <p:tgtEl>
                                          <p:spTgt spid="109587"/>
                                        </p:tgtEl>
                                        <p:attrNameLst>
                                          <p:attrName>ppt_x</p:attrName>
                                        </p:attrNameLst>
                                      </p:cBhvr>
                                      <p:tavLst>
                                        <p:tav tm="0">
                                          <p:val>
                                            <p:strVal val="1+#ppt_w/2"/>
                                          </p:val>
                                        </p:tav>
                                        <p:tav tm="100000">
                                          <p:val>
                                            <p:strVal val="#ppt_x"/>
                                          </p:val>
                                        </p:tav>
                                      </p:tavLst>
                                    </p:anim>
                                    <p:anim calcmode="lin" valueType="num">
                                      <p:cBhvr additive="base">
                                        <p:cTn id="36" dur="1000" fill="hold"/>
                                        <p:tgtEl>
                                          <p:spTgt spid="109587"/>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2000"/>
                            </p:stCondLst>
                            <p:childTnLst>
                              <p:par>
                                <p:cTn id="38" presetID="7" presetClass="emph" presetSubtype="2" fill="hold" nodeType="afterEffect">
                                  <p:stCondLst>
                                    <p:cond delay="0"/>
                                  </p:stCondLst>
                                  <p:childTnLst>
                                    <p:animClr clrSpc="rgb" dir="cw">
                                      <p:cBhvr>
                                        <p:cTn id="39" dur="2000" fill="hold"/>
                                        <p:tgtEl>
                                          <p:spTgt spid="109587"/>
                                        </p:tgtEl>
                                        <p:attrNameLst>
                                          <p:attrName>stroke.color</p:attrName>
                                        </p:attrNameLst>
                                      </p:cBhvr>
                                      <p:to>
                                        <a:schemeClr val="hlink"/>
                                      </p:to>
                                    </p:animClr>
                                    <p:set>
                                      <p:cBhvr>
                                        <p:cTn id="40" dur="2000" fill="hold"/>
                                        <p:tgtEl>
                                          <p:spTgt spid="109587"/>
                                        </p:tgtEl>
                                        <p:attrNameLst>
                                          <p:attrName>stroke.on</p:attrName>
                                        </p:attrNameLst>
                                      </p:cBhvr>
                                      <p:to>
                                        <p:strVal val="tru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xit" presetSubtype="2" fill="hold" nodeType="clickEffect">
                                  <p:stCondLst>
                                    <p:cond delay="0"/>
                                  </p:stCondLst>
                                  <p:childTnLst>
                                    <p:anim calcmode="lin" valueType="num">
                                      <p:cBhvr additive="base">
                                        <p:cTn id="44" dur="1000"/>
                                        <p:tgtEl>
                                          <p:spTgt spid="109587"/>
                                        </p:tgtEl>
                                        <p:attrNameLst>
                                          <p:attrName>ppt_x</p:attrName>
                                        </p:attrNameLst>
                                      </p:cBhvr>
                                      <p:tavLst>
                                        <p:tav tm="0">
                                          <p:val>
                                            <p:strVal val="ppt_x"/>
                                          </p:val>
                                        </p:tav>
                                        <p:tav tm="100000">
                                          <p:val>
                                            <p:strVal val="1+ppt_w/2"/>
                                          </p:val>
                                        </p:tav>
                                      </p:tavLst>
                                    </p:anim>
                                    <p:anim calcmode="lin" valueType="num">
                                      <p:cBhvr additive="base">
                                        <p:cTn id="45" dur="1000"/>
                                        <p:tgtEl>
                                          <p:spTgt spid="109587"/>
                                        </p:tgtEl>
                                        <p:attrNameLst>
                                          <p:attrName>ppt_y</p:attrName>
                                        </p:attrNameLst>
                                      </p:cBhvr>
                                      <p:tavLst>
                                        <p:tav tm="0">
                                          <p:val>
                                            <p:strVal val="ppt_y"/>
                                          </p:val>
                                        </p:tav>
                                        <p:tav tm="100000">
                                          <p:val>
                                            <p:strVal val="ppt_y"/>
                                          </p:val>
                                        </p:tav>
                                      </p:tavLst>
                                    </p:anim>
                                    <p:set>
                                      <p:cBhvr>
                                        <p:cTn id="46" dur="1" fill="hold">
                                          <p:stCondLst>
                                            <p:cond delay="999"/>
                                          </p:stCondLst>
                                        </p:cTn>
                                        <p:tgtEl>
                                          <p:spTgt spid="109587"/>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xit" presetSubtype="0" fill="hold" nodeType="clickEffect">
                                  <p:stCondLst>
                                    <p:cond delay="0"/>
                                  </p:stCondLst>
                                  <p:childTnLst>
                                    <p:animEffect transition="out" filter="fade">
                                      <p:cBhvr>
                                        <p:cTn id="50" dur="2000"/>
                                        <p:tgtEl>
                                          <p:spTgt spid="2"/>
                                        </p:tgtEl>
                                      </p:cBhvr>
                                    </p:animEffect>
                                    <p:set>
                                      <p:cBhvr>
                                        <p:cTn id="51" dur="1" fill="hold">
                                          <p:stCondLst>
                                            <p:cond delay="1999"/>
                                          </p:stCondLst>
                                        </p:cTn>
                                        <p:tgtEl>
                                          <p:spTgt spid="2"/>
                                        </p:tgtEl>
                                        <p:attrNameLst>
                                          <p:attrName>style.visibility</p:attrName>
                                        </p:attrNameLst>
                                      </p:cBhvr>
                                      <p:to>
                                        <p:strVal val="hidden"/>
                                      </p:to>
                                    </p:set>
                                  </p:childTnLst>
                                </p:cTn>
                              </p:par>
                            </p:childTnLst>
                          </p:cTn>
                        </p:par>
                        <p:par>
                          <p:cTn id="52" fill="hold" nodeType="afterGroup">
                            <p:stCondLst>
                              <p:cond delay="2000"/>
                            </p:stCondLst>
                            <p:childTnLst>
                              <p:par>
                                <p:cTn id="53" presetID="2" presetClass="entr" presetSubtype="2" fill="hold" nodeType="afterEffect">
                                  <p:stCondLst>
                                    <p:cond delay="0"/>
                                  </p:stCondLst>
                                  <p:childTnLst>
                                    <p:set>
                                      <p:cBhvr>
                                        <p:cTn id="54" dur="1" fill="hold">
                                          <p:stCondLst>
                                            <p:cond delay="0"/>
                                          </p:stCondLst>
                                        </p:cTn>
                                        <p:tgtEl>
                                          <p:spTgt spid="109589"/>
                                        </p:tgtEl>
                                        <p:attrNameLst>
                                          <p:attrName>style.visibility</p:attrName>
                                        </p:attrNameLst>
                                      </p:cBhvr>
                                      <p:to>
                                        <p:strVal val="visible"/>
                                      </p:to>
                                    </p:set>
                                    <p:anim calcmode="lin" valueType="num">
                                      <p:cBhvr additive="base">
                                        <p:cTn id="55" dur="1000" fill="hold"/>
                                        <p:tgtEl>
                                          <p:spTgt spid="109589"/>
                                        </p:tgtEl>
                                        <p:attrNameLst>
                                          <p:attrName>ppt_x</p:attrName>
                                        </p:attrNameLst>
                                      </p:cBhvr>
                                      <p:tavLst>
                                        <p:tav tm="0">
                                          <p:val>
                                            <p:strVal val="1+#ppt_w/2"/>
                                          </p:val>
                                        </p:tav>
                                        <p:tav tm="100000">
                                          <p:val>
                                            <p:strVal val="#ppt_x"/>
                                          </p:val>
                                        </p:tav>
                                      </p:tavLst>
                                    </p:anim>
                                    <p:anim calcmode="lin" valueType="num">
                                      <p:cBhvr additive="base">
                                        <p:cTn id="56" dur="1000" fill="hold"/>
                                        <p:tgtEl>
                                          <p:spTgt spid="109589"/>
                                        </p:tgtEl>
                                        <p:attrNameLst>
                                          <p:attrName>ppt_y</p:attrName>
                                        </p:attrNameLst>
                                      </p:cBhvr>
                                      <p:tavLst>
                                        <p:tav tm="0">
                                          <p:val>
                                            <p:strVal val="#ppt_y"/>
                                          </p:val>
                                        </p:tav>
                                        <p:tav tm="100000">
                                          <p:val>
                                            <p:strVal val="#ppt_y"/>
                                          </p:val>
                                        </p:tav>
                                      </p:tavLst>
                                    </p:anim>
                                  </p:childTnLst>
                                </p:cTn>
                              </p:par>
                            </p:childTnLst>
                          </p:cTn>
                        </p:par>
                        <p:par>
                          <p:cTn id="57" fill="hold" nodeType="afterGroup">
                            <p:stCondLst>
                              <p:cond delay="3000"/>
                            </p:stCondLst>
                            <p:childTnLst>
                              <p:par>
                                <p:cTn id="58" presetID="10" presetClass="entr" presetSubtype="0"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2000"/>
                                        <p:tgtEl>
                                          <p:spTgt spid="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xit" presetSubtype="2" fill="hold" nodeType="clickEffect">
                                  <p:stCondLst>
                                    <p:cond delay="0"/>
                                  </p:stCondLst>
                                  <p:childTnLst>
                                    <p:anim calcmode="lin" valueType="num">
                                      <p:cBhvr additive="base">
                                        <p:cTn id="64" dur="1000"/>
                                        <p:tgtEl>
                                          <p:spTgt spid="109589"/>
                                        </p:tgtEl>
                                        <p:attrNameLst>
                                          <p:attrName>ppt_x</p:attrName>
                                        </p:attrNameLst>
                                      </p:cBhvr>
                                      <p:tavLst>
                                        <p:tav tm="0">
                                          <p:val>
                                            <p:strVal val="ppt_x"/>
                                          </p:val>
                                        </p:tav>
                                        <p:tav tm="100000">
                                          <p:val>
                                            <p:strVal val="1+ppt_w/2"/>
                                          </p:val>
                                        </p:tav>
                                      </p:tavLst>
                                    </p:anim>
                                    <p:anim calcmode="lin" valueType="num">
                                      <p:cBhvr additive="base">
                                        <p:cTn id="65" dur="1000"/>
                                        <p:tgtEl>
                                          <p:spTgt spid="109589"/>
                                        </p:tgtEl>
                                        <p:attrNameLst>
                                          <p:attrName>ppt_y</p:attrName>
                                        </p:attrNameLst>
                                      </p:cBhvr>
                                      <p:tavLst>
                                        <p:tav tm="0">
                                          <p:val>
                                            <p:strVal val="ppt_y"/>
                                          </p:val>
                                        </p:tav>
                                        <p:tav tm="100000">
                                          <p:val>
                                            <p:strVal val="ppt_y"/>
                                          </p:val>
                                        </p:tav>
                                      </p:tavLst>
                                    </p:anim>
                                    <p:set>
                                      <p:cBhvr>
                                        <p:cTn id="66" dur="1" fill="hold">
                                          <p:stCondLst>
                                            <p:cond delay="999"/>
                                          </p:stCondLst>
                                        </p:cTn>
                                        <p:tgtEl>
                                          <p:spTgt spid="109589"/>
                                        </p:tgtEl>
                                        <p:attrNameLst>
                                          <p:attrName>style.visibility</p:attrName>
                                        </p:attrNameLst>
                                      </p:cBhvr>
                                      <p:to>
                                        <p:strVal val="hidden"/>
                                      </p:to>
                                    </p:set>
                                  </p:childTnLst>
                                </p:cTn>
                              </p:par>
                            </p:childTnLst>
                          </p:cTn>
                        </p:par>
                        <p:par>
                          <p:cTn id="67" fill="hold" nodeType="afterGroup">
                            <p:stCondLst>
                              <p:cond delay="1000"/>
                            </p:stCondLst>
                            <p:childTnLst>
                              <p:par>
                                <p:cTn id="68" presetID="2" presetClass="entr" presetSubtype="2" fill="hold" nodeType="afterEffect">
                                  <p:stCondLst>
                                    <p:cond delay="0"/>
                                  </p:stCondLst>
                                  <p:childTnLst>
                                    <p:set>
                                      <p:cBhvr>
                                        <p:cTn id="69" dur="1" fill="hold">
                                          <p:stCondLst>
                                            <p:cond delay="0"/>
                                          </p:stCondLst>
                                        </p:cTn>
                                        <p:tgtEl>
                                          <p:spTgt spid="109600"/>
                                        </p:tgtEl>
                                        <p:attrNameLst>
                                          <p:attrName>style.visibility</p:attrName>
                                        </p:attrNameLst>
                                      </p:cBhvr>
                                      <p:to>
                                        <p:strVal val="visible"/>
                                      </p:to>
                                    </p:set>
                                    <p:anim calcmode="lin" valueType="num">
                                      <p:cBhvr additive="base">
                                        <p:cTn id="70" dur="1000" fill="hold"/>
                                        <p:tgtEl>
                                          <p:spTgt spid="109600"/>
                                        </p:tgtEl>
                                        <p:attrNameLst>
                                          <p:attrName>ppt_x</p:attrName>
                                        </p:attrNameLst>
                                      </p:cBhvr>
                                      <p:tavLst>
                                        <p:tav tm="0">
                                          <p:val>
                                            <p:strVal val="1+#ppt_w/2"/>
                                          </p:val>
                                        </p:tav>
                                        <p:tav tm="100000">
                                          <p:val>
                                            <p:strVal val="#ppt_x"/>
                                          </p:val>
                                        </p:tav>
                                      </p:tavLst>
                                    </p:anim>
                                    <p:anim calcmode="lin" valueType="num">
                                      <p:cBhvr additive="base">
                                        <p:cTn id="71" dur="1000" fill="hold"/>
                                        <p:tgtEl>
                                          <p:spTgt spid="1096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86" grpId="0" animBg="1"/>
      <p:bldP spid="109586" grpId="1" animBg="1"/>
      <p:bldP spid="109587" grpId="0" animBg="1"/>
      <p:bldP spid="109587" grpId="1" animBg="1"/>
      <p:bldP spid="109588" grpId="0"/>
      <p:bldP spid="109589" grpId="0" animBg="1"/>
      <p:bldP spid="109589" grpId="1" animBg="1"/>
      <p:bldP spid="10960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ED11242-D03E-D1D5-B0A9-3A0B19585D85}"/>
              </a:ext>
            </a:extLst>
          </p:cNvPr>
          <p:cNvGrpSpPr>
            <a:grpSpLocks/>
          </p:cNvGrpSpPr>
          <p:nvPr/>
        </p:nvGrpSpPr>
        <p:grpSpPr bwMode="auto">
          <a:xfrm>
            <a:off x="1774826" y="1773239"/>
            <a:ext cx="6481763" cy="2466975"/>
            <a:chOff x="204" y="346"/>
            <a:chExt cx="3946" cy="1360"/>
          </a:xfrm>
        </p:grpSpPr>
        <p:grpSp>
          <p:nvGrpSpPr>
            <p:cNvPr id="83981" name="Group 3">
              <a:extLst>
                <a:ext uri="{FF2B5EF4-FFF2-40B4-BE49-F238E27FC236}">
                  <a16:creationId xmlns:a16="http://schemas.microsoft.com/office/drawing/2014/main" id="{65E6FB18-D293-6421-583D-00B00D2D4DB8}"/>
                </a:ext>
              </a:extLst>
            </p:cNvPr>
            <p:cNvGrpSpPr>
              <a:grpSpLocks/>
            </p:cNvGrpSpPr>
            <p:nvPr/>
          </p:nvGrpSpPr>
          <p:grpSpPr bwMode="auto">
            <a:xfrm>
              <a:off x="204" y="346"/>
              <a:ext cx="3855" cy="1360"/>
              <a:chOff x="720" y="480"/>
              <a:chExt cx="4224" cy="1390"/>
            </a:xfrm>
          </p:grpSpPr>
          <p:graphicFrame>
            <p:nvGraphicFramePr>
              <p:cNvPr id="83983" name="Object 4">
                <a:extLst>
                  <a:ext uri="{FF2B5EF4-FFF2-40B4-BE49-F238E27FC236}">
                    <a16:creationId xmlns:a16="http://schemas.microsoft.com/office/drawing/2014/main" id="{80127D28-30DB-C97E-D831-49048B7DE8B2}"/>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83983" name="Object 4">
                            <a:extLst>
                              <a:ext uri="{FF2B5EF4-FFF2-40B4-BE49-F238E27FC236}">
                                <a16:creationId xmlns:a16="http://schemas.microsoft.com/office/drawing/2014/main" id="{80127D28-30DB-C97E-D831-49048B7DE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84" name="Object 5">
                <a:extLst>
                  <a:ext uri="{FF2B5EF4-FFF2-40B4-BE49-F238E27FC236}">
                    <a16:creationId xmlns:a16="http://schemas.microsoft.com/office/drawing/2014/main" id="{E6C1C4B7-75E0-B811-F06E-F46644D95DC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83984" name="Object 5">
                            <a:extLst>
                              <a:ext uri="{FF2B5EF4-FFF2-40B4-BE49-F238E27FC236}">
                                <a16:creationId xmlns:a16="http://schemas.microsoft.com/office/drawing/2014/main" id="{E6C1C4B7-75E0-B811-F06E-F46644D95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3982" name="Text Box 6">
              <a:extLst>
                <a:ext uri="{FF2B5EF4-FFF2-40B4-BE49-F238E27FC236}">
                  <a16:creationId xmlns:a16="http://schemas.microsoft.com/office/drawing/2014/main" id="{20CAA1A7-F5F6-3313-6D71-6F34F7D1F8CF}"/>
                </a:ext>
              </a:extLst>
            </p:cNvPr>
            <p:cNvSpPr txBox="1">
              <a:spLocks noChangeArrowheads="1"/>
            </p:cNvSpPr>
            <p:nvPr/>
          </p:nvSpPr>
          <p:spPr bwMode="auto">
            <a:xfrm>
              <a:off x="249" y="391"/>
              <a:ext cx="3901" cy="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例</a:t>
              </a:r>
              <a:r>
                <a:rPr lang="en-US" altLang="zh-CN" sz="2400" b="1">
                  <a:solidFill>
                    <a:srgbClr val="003399"/>
                  </a:solidFill>
                  <a:latin typeface="宋体" panose="02010600030101010101" pitchFamily="2" charset="-122"/>
                </a:rPr>
                <a:t>3</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8</a:t>
              </a:r>
              <a:r>
                <a:rPr lang="zh-CN" altLang="en-US" sz="2400" b="1">
                  <a:solidFill>
                    <a:srgbClr val="003399"/>
                  </a:solidFill>
                  <a:latin typeface="宋体" panose="02010600030101010101" pitchFamily="2" charset="-122"/>
                </a:rPr>
                <a:t>：以下程序段对应的状态图</a:t>
              </a:r>
            </a:p>
            <a:p>
              <a:pPr fontAlgn="base">
                <a:spcBef>
                  <a:spcPct val="50000"/>
                </a:spcBef>
                <a:spcAft>
                  <a:spcPct val="0"/>
                </a:spcAft>
                <a:buClrTx/>
                <a:buSzTx/>
                <a:buNone/>
              </a:pPr>
              <a:r>
                <a:rPr lang="zh-CN" altLang="en-US" sz="2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i</a:t>
              </a:r>
              <a:r>
                <a:rPr lang="zh-CN" altLang="en-US" sz="2000" b="1">
                  <a:solidFill>
                    <a:srgbClr val="003399"/>
                  </a:solidFill>
                  <a:latin typeface="宋体" panose="02010600030101010101" pitchFamily="2" charset="-122"/>
                </a:rPr>
                <a:t>：</a:t>
              </a:r>
              <a:r>
                <a:rPr lang="en-US" altLang="zh-CN" sz="2000" b="1">
                  <a:solidFill>
                    <a:srgbClr val="FF0000"/>
                  </a:solidFill>
                  <a:latin typeface="宋体" panose="02010600030101010101" pitchFamily="2" charset="-122"/>
                </a:rPr>
                <a:t>GETCHAR</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WHILE </a:t>
              </a:r>
              <a:r>
                <a:rPr lang="en-US" altLang="zh-CN" sz="2000" b="1">
                  <a:solidFill>
                    <a:srgbClr val="FF0000"/>
                  </a:solidFill>
                  <a:latin typeface="宋体" panose="02010600030101010101" pitchFamily="2" charset="-122"/>
                </a:rPr>
                <a:t>LETTER</a:t>
              </a:r>
              <a:r>
                <a:rPr lang="en-US" altLang="zh-CN" sz="2000" b="1">
                  <a:solidFill>
                    <a:srgbClr val="003399"/>
                  </a:solidFill>
                  <a:latin typeface="宋体" panose="02010600030101010101" pitchFamily="2" charset="-122"/>
                </a:rPr>
                <a:t> OR </a:t>
              </a:r>
              <a:r>
                <a:rPr lang="en-US" altLang="zh-CN" sz="2000" b="1">
                  <a:solidFill>
                    <a:srgbClr val="FF0000"/>
                  </a:solidFill>
                  <a:latin typeface="宋体" panose="02010600030101010101" pitchFamily="2" charset="-122"/>
                </a:rPr>
                <a:t>DIGIT</a:t>
              </a:r>
              <a:r>
                <a:rPr lang="en-US" altLang="zh-CN" sz="2000" b="1">
                  <a:solidFill>
                    <a:srgbClr val="003399"/>
                  </a:solidFill>
                  <a:latin typeface="宋体" panose="02010600030101010101" pitchFamily="2" charset="-122"/>
                </a:rPr>
                <a:t>  DO </a:t>
              </a:r>
              <a:r>
                <a:rPr lang="en-US" altLang="zh-CN" sz="2000" b="1">
                  <a:solidFill>
                    <a:srgbClr val="FF0000"/>
                  </a:solidFill>
                  <a:latin typeface="宋体" panose="02010600030101010101" pitchFamily="2" charset="-122"/>
                </a:rPr>
                <a:t>GETCHAR</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state j</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p>
          </p:txBody>
        </p:sp>
      </p:grpSp>
      <p:sp>
        <p:nvSpPr>
          <p:cNvPr id="116743" name="AutoShape 7">
            <a:extLst>
              <a:ext uri="{FF2B5EF4-FFF2-40B4-BE49-F238E27FC236}">
                <a16:creationId xmlns:a16="http://schemas.microsoft.com/office/drawing/2014/main" id="{A4E02845-4D00-FFD8-FD46-3D06B0F1CE5A}"/>
              </a:ext>
            </a:extLst>
          </p:cNvPr>
          <p:cNvSpPr>
            <a:spLocks noChangeArrowheads="1"/>
          </p:cNvSpPr>
          <p:nvPr/>
        </p:nvSpPr>
        <p:spPr bwMode="auto">
          <a:xfrm>
            <a:off x="7248525" y="476250"/>
            <a:ext cx="3024188" cy="1512888"/>
          </a:xfrm>
          <a:prstGeom prst="wedgeRectCallout">
            <a:avLst>
              <a:gd name="adj1" fmla="val -130995"/>
              <a:gd name="adj2" fmla="val 112435"/>
            </a:avLst>
          </a:prstGeom>
          <a:solidFill>
            <a:srgbClr val="CCFFCC"/>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布尔函数过程，它们分别判断</a:t>
            </a:r>
            <a:r>
              <a:rPr lang="en-US" altLang="zh-CN" sz="2000" b="1">
                <a:solidFill>
                  <a:srgbClr val="DC5900"/>
                </a:solidFill>
                <a:latin typeface="宋体" panose="02010600030101010101" pitchFamily="2" charset="-122"/>
              </a:rPr>
              <a:t>CHAR</a:t>
            </a:r>
            <a:r>
              <a:rPr lang="zh-CN" altLang="en-US" sz="2000" b="1">
                <a:solidFill>
                  <a:srgbClr val="003399"/>
                </a:solidFill>
                <a:latin typeface="宋体" panose="02010600030101010101" pitchFamily="2" charset="-122"/>
              </a:rPr>
              <a:t>中的字符是数字或是字母，从而给出真假值</a:t>
            </a:r>
            <a:r>
              <a:rPr lang="en-US" altLang="zh-CN" sz="2000" b="1">
                <a:solidFill>
                  <a:srgbClr val="DC5900"/>
                </a:solidFill>
                <a:latin typeface="宋体" panose="02010600030101010101" pitchFamily="2" charset="-122"/>
              </a:rPr>
              <a:t>TRUE</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FALSE</a:t>
            </a:r>
            <a:r>
              <a:rPr lang="zh-CN" altLang="en-US" sz="2000" b="1">
                <a:solidFill>
                  <a:srgbClr val="003399"/>
                </a:solidFill>
                <a:latin typeface="宋体" panose="02010600030101010101" pitchFamily="2" charset="-122"/>
              </a:rPr>
              <a:t>。</a:t>
            </a:r>
          </a:p>
        </p:txBody>
      </p:sp>
      <p:grpSp>
        <p:nvGrpSpPr>
          <p:cNvPr id="4" name="Group 8">
            <a:extLst>
              <a:ext uri="{FF2B5EF4-FFF2-40B4-BE49-F238E27FC236}">
                <a16:creationId xmlns:a16="http://schemas.microsoft.com/office/drawing/2014/main" id="{B356B7EB-BEB6-EE92-5E48-2577AC2BDBBF}"/>
              </a:ext>
            </a:extLst>
          </p:cNvPr>
          <p:cNvGrpSpPr>
            <a:grpSpLocks/>
          </p:cNvGrpSpPr>
          <p:nvPr/>
        </p:nvGrpSpPr>
        <p:grpSpPr bwMode="auto">
          <a:xfrm>
            <a:off x="2640013" y="4581526"/>
            <a:ext cx="3300412" cy="1528763"/>
            <a:chOff x="748" y="2840"/>
            <a:chExt cx="2079" cy="963"/>
          </a:xfrm>
        </p:grpSpPr>
        <p:sp>
          <p:nvSpPr>
            <p:cNvPr id="83973" name="AutoShape 9">
              <a:extLst>
                <a:ext uri="{FF2B5EF4-FFF2-40B4-BE49-F238E27FC236}">
                  <a16:creationId xmlns:a16="http://schemas.microsoft.com/office/drawing/2014/main" id="{6E75E368-7712-C187-F6EE-4E79B5E11B6E}"/>
                </a:ext>
              </a:extLst>
            </p:cNvPr>
            <p:cNvSpPr>
              <a:spLocks noChangeArrowheads="1"/>
            </p:cNvSpPr>
            <p:nvPr/>
          </p:nvSpPr>
          <p:spPr bwMode="auto">
            <a:xfrm>
              <a:off x="1156" y="3376"/>
              <a:ext cx="401" cy="409"/>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i</a:t>
              </a:r>
            </a:p>
          </p:txBody>
        </p:sp>
        <p:sp>
          <p:nvSpPr>
            <p:cNvPr id="83974" name="AutoShape 10">
              <a:extLst>
                <a:ext uri="{FF2B5EF4-FFF2-40B4-BE49-F238E27FC236}">
                  <a16:creationId xmlns:a16="http://schemas.microsoft.com/office/drawing/2014/main" id="{92697494-4791-7862-9EBA-D578E8F445E0}"/>
                </a:ext>
              </a:extLst>
            </p:cNvPr>
            <p:cNvSpPr>
              <a:spLocks noChangeArrowheads="1"/>
            </p:cNvSpPr>
            <p:nvPr/>
          </p:nvSpPr>
          <p:spPr bwMode="auto">
            <a:xfrm>
              <a:off x="2426" y="3394"/>
              <a:ext cx="401" cy="409"/>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j</a:t>
              </a:r>
            </a:p>
          </p:txBody>
        </p:sp>
        <p:sp>
          <p:nvSpPr>
            <p:cNvPr id="83975" name="Line 11">
              <a:extLst>
                <a:ext uri="{FF2B5EF4-FFF2-40B4-BE49-F238E27FC236}">
                  <a16:creationId xmlns:a16="http://schemas.microsoft.com/office/drawing/2014/main" id="{AAE32733-EEB7-466A-C64D-28386142DA77}"/>
                </a:ext>
              </a:extLst>
            </p:cNvPr>
            <p:cNvSpPr>
              <a:spLocks noChangeShapeType="1"/>
            </p:cNvSpPr>
            <p:nvPr/>
          </p:nvSpPr>
          <p:spPr bwMode="auto">
            <a:xfrm>
              <a:off x="1565" y="3612"/>
              <a:ext cx="86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83976" name="Group 12">
              <a:extLst>
                <a:ext uri="{FF2B5EF4-FFF2-40B4-BE49-F238E27FC236}">
                  <a16:creationId xmlns:a16="http://schemas.microsoft.com/office/drawing/2014/main" id="{550D031D-DF96-7900-1CC4-638F72E78337}"/>
                </a:ext>
              </a:extLst>
            </p:cNvPr>
            <p:cNvGrpSpPr>
              <a:grpSpLocks/>
            </p:cNvGrpSpPr>
            <p:nvPr/>
          </p:nvGrpSpPr>
          <p:grpSpPr bwMode="auto">
            <a:xfrm>
              <a:off x="1156" y="3067"/>
              <a:ext cx="302" cy="319"/>
              <a:chOff x="1156" y="3067"/>
              <a:chExt cx="302" cy="319"/>
            </a:xfrm>
          </p:grpSpPr>
          <p:sp>
            <p:nvSpPr>
              <p:cNvPr id="83979" name="Arc 13">
                <a:extLst>
                  <a:ext uri="{FF2B5EF4-FFF2-40B4-BE49-F238E27FC236}">
                    <a16:creationId xmlns:a16="http://schemas.microsoft.com/office/drawing/2014/main" id="{EEA3A546-E404-2945-DA5F-53BDB5AB7ACA}"/>
                  </a:ext>
                </a:extLst>
              </p:cNvPr>
              <p:cNvSpPr>
                <a:spLocks/>
              </p:cNvSpPr>
              <p:nvPr/>
            </p:nvSpPr>
            <p:spPr bwMode="auto">
              <a:xfrm rot="16200000">
                <a:off x="1172" y="3101"/>
                <a:ext cx="319" cy="252"/>
              </a:xfrm>
              <a:custGeom>
                <a:avLst/>
                <a:gdLst>
                  <a:gd name="T0" fmla="*/ 0 w 40511"/>
                  <a:gd name="T1" fmla="*/ 0 h 43200"/>
                  <a:gd name="T2" fmla="*/ 0 w 40511"/>
                  <a:gd name="T3" fmla="*/ 0 h 43200"/>
                  <a:gd name="T4" fmla="*/ 0 w 40511"/>
                  <a:gd name="T5" fmla="*/ 0 h 43200"/>
                  <a:gd name="T6" fmla="*/ 0 60000 65536"/>
                  <a:gd name="T7" fmla="*/ 0 60000 65536"/>
                  <a:gd name="T8" fmla="*/ 0 60000 65536"/>
                  <a:gd name="T9" fmla="*/ 0 w 40511"/>
                  <a:gd name="T10" fmla="*/ 0 h 43200"/>
                  <a:gd name="T11" fmla="*/ 40511 w 40511"/>
                  <a:gd name="T12" fmla="*/ 43200 h 43200"/>
                </a:gdLst>
                <a:ahLst/>
                <a:cxnLst>
                  <a:cxn ang="T6">
                    <a:pos x="T0" y="T1"/>
                  </a:cxn>
                  <a:cxn ang="T7">
                    <a:pos x="T2" y="T3"/>
                  </a:cxn>
                  <a:cxn ang="T8">
                    <a:pos x="T4" y="T5"/>
                  </a:cxn>
                </a:cxnLst>
                <a:rect l="T9" t="T10" r="T11" b="T12"/>
                <a:pathLst>
                  <a:path w="40511" h="43200" fill="none" extrusionOk="0">
                    <a:moveTo>
                      <a:pt x="8799" y="2513"/>
                    </a:moveTo>
                    <a:cubicBezTo>
                      <a:pt x="11914" y="862"/>
                      <a:pt x="15385" y="-1"/>
                      <a:pt x="18911" y="0"/>
                    </a:cubicBezTo>
                    <a:cubicBezTo>
                      <a:pt x="30840" y="0"/>
                      <a:pt x="40511" y="9670"/>
                      <a:pt x="40511" y="21600"/>
                    </a:cubicBezTo>
                    <a:cubicBezTo>
                      <a:pt x="40511" y="33529"/>
                      <a:pt x="30840" y="43200"/>
                      <a:pt x="18911" y="43200"/>
                    </a:cubicBezTo>
                    <a:cubicBezTo>
                      <a:pt x="11044" y="43200"/>
                      <a:pt x="3800" y="38923"/>
                      <a:pt x="-1" y="32037"/>
                    </a:cubicBezTo>
                  </a:path>
                  <a:path w="40511" h="43200" stroke="0" extrusionOk="0">
                    <a:moveTo>
                      <a:pt x="8799" y="2513"/>
                    </a:moveTo>
                    <a:cubicBezTo>
                      <a:pt x="11914" y="862"/>
                      <a:pt x="15385" y="-1"/>
                      <a:pt x="18911" y="0"/>
                    </a:cubicBezTo>
                    <a:cubicBezTo>
                      <a:pt x="30840" y="0"/>
                      <a:pt x="40511" y="9670"/>
                      <a:pt x="40511" y="21600"/>
                    </a:cubicBezTo>
                    <a:cubicBezTo>
                      <a:pt x="40511" y="33529"/>
                      <a:pt x="30840" y="43200"/>
                      <a:pt x="18911" y="43200"/>
                    </a:cubicBezTo>
                    <a:cubicBezTo>
                      <a:pt x="11044" y="43200"/>
                      <a:pt x="3800" y="38923"/>
                      <a:pt x="-1" y="32037"/>
                    </a:cubicBezTo>
                    <a:lnTo>
                      <a:pt x="18911" y="21600"/>
                    </a:lnTo>
                    <a:lnTo>
                      <a:pt x="8799" y="2513"/>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3980" name="Line 14">
                <a:extLst>
                  <a:ext uri="{FF2B5EF4-FFF2-40B4-BE49-F238E27FC236}">
                    <a16:creationId xmlns:a16="http://schemas.microsoft.com/office/drawing/2014/main" id="{62A1FEF4-659E-8722-36B6-240671AB2846}"/>
                  </a:ext>
                </a:extLst>
              </p:cNvPr>
              <p:cNvSpPr>
                <a:spLocks noChangeShapeType="1"/>
              </p:cNvSpPr>
              <p:nvPr/>
            </p:nvSpPr>
            <p:spPr bwMode="auto">
              <a:xfrm>
                <a:off x="1156" y="3294"/>
                <a:ext cx="91" cy="9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83977" name="Text Box 15">
              <a:extLst>
                <a:ext uri="{FF2B5EF4-FFF2-40B4-BE49-F238E27FC236}">
                  <a16:creationId xmlns:a16="http://schemas.microsoft.com/office/drawing/2014/main" id="{BDEF2F68-B173-0517-3F85-8B14F7D13FE2}"/>
                </a:ext>
              </a:extLst>
            </p:cNvPr>
            <p:cNvSpPr txBox="1">
              <a:spLocks noChangeArrowheads="1"/>
            </p:cNvSpPr>
            <p:nvPr/>
          </p:nvSpPr>
          <p:spPr bwMode="auto">
            <a:xfrm>
              <a:off x="1701" y="3385"/>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其它</a:t>
              </a:r>
            </a:p>
          </p:txBody>
        </p:sp>
        <p:sp>
          <p:nvSpPr>
            <p:cNvPr id="83978" name="Text Box 16">
              <a:extLst>
                <a:ext uri="{FF2B5EF4-FFF2-40B4-BE49-F238E27FC236}">
                  <a16:creationId xmlns:a16="http://schemas.microsoft.com/office/drawing/2014/main" id="{47812212-1850-4229-D4AC-966E58C27E6B}"/>
                </a:ext>
              </a:extLst>
            </p:cNvPr>
            <p:cNvSpPr txBox="1">
              <a:spLocks noChangeArrowheads="1"/>
            </p:cNvSpPr>
            <p:nvPr/>
          </p:nvSpPr>
          <p:spPr bwMode="auto">
            <a:xfrm>
              <a:off x="748" y="2840"/>
              <a:ext cx="11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2" fill="hold" nodeType="clickEffect">
                                  <p:stCondLst>
                                    <p:cond delay="0"/>
                                  </p:stCondLst>
                                  <p:childTnLst>
                                    <p:set>
                                      <p:cBhvr>
                                        <p:cTn id="13" dur="1" fill="hold">
                                          <p:stCondLst>
                                            <p:cond delay="0"/>
                                          </p:stCondLst>
                                        </p:cTn>
                                        <p:tgtEl>
                                          <p:spTgt spid="116743"/>
                                        </p:tgtEl>
                                        <p:attrNameLst>
                                          <p:attrName>style.visibility</p:attrName>
                                        </p:attrNameLst>
                                      </p:cBhvr>
                                      <p:to>
                                        <p:strVal val="visible"/>
                                      </p:to>
                                    </p:set>
                                    <p:anim calcmode="lin" valueType="num">
                                      <p:cBhvr additive="base">
                                        <p:cTn id="14" dur="1000" fill="hold"/>
                                        <p:tgtEl>
                                          <p:spTgt spid="116743"/>
                                        </p:tgtEl>
                                        <p:attrNameLst>
                                          <p:attrName>ppt_x</p:attrName>
                                        </p:attrNameLst>
                                      </p:cBhvr>
                                      <p:tavLst>
                                        <p:tav tm="0">
                                          <p:val>
                                            <p:strVal val="1+#ppt_w/2"/>
                                          </p:val>
                                        </p:tav>
                                        <p:tav tm="100000">
                                          <p:val>
                                            <p:strVal val="#ppt_x"/>
                                          </p:val>
                                        </p:tav>
                                      </p:tavLst>
                                    </p:anim>
                                    <p:anim calcmode="lin" valueType="num">
                                      <p:cBhvr additive="base">
                                        <p:cTn id="15" dur="1000" fill="hold"/>
                                        <p:tgtEl>
                                          <p:spTgt spid="116743"/>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1000"/>
                            </p:stCondLst>
                            <p:childTnLst>
                              <p:par>
                                <p:cTn id="17" presetID="2" presetClass="exit" presetSubtype="2" fill="hold" nodeType="afterEffect">
                                  <p:stCondLst>
                                    <p:cond delay="20000"/>
                                  </p:stCondLst>
                                  <p:childTnLst>
                                    <p:anim calcmode="lin" valueType="num">
                                      <p:cBhvr additive="base">
                                        <p:cTn id="18" dur="1000"/>
                                        <p:tgtEl>
                                          <p:spTgt spid="116743"/>
                                        </p:tgtEl>
                                        <p:attrNameLst>
                                          <p:attrName>ppt_x</p:attrName>
                                        </p:attrNameLst>
                                      </p:cBhvr>
                                      <p:tavLst>
                                        <p:tav tm="0">
                                          <p:val>
                                            <p:strVal val="ppt_x"/>
                                          </p:val>
                                        </p:tav>
                                        <p:tav tm="100000">
                                          <p:val>
                                            <p:strVal val="1+ppt_w/2"/>
                                          </p:val>
                                        </p:tav>
                                      </p:tavLst>
                                    </p:anim>
                                    <p:anim calcmode="lin" valueType="num">
                                      <p:cBhvr additive="base">
                                        <p:cTn id="19" dur="1000"/>
                                        <p:tgtEl>
                                          <p:spTgt spid="116743"/>
                                        </p:tgtEl>
                                        <p:attrNameLst>
                                          <p:attrName>ppt_y</p:attrName>
                                        </p:attrNameLst>
                                      </p:cBhvr>
                                      <p:tavLst>
                                        <p:tav tm="0">
                                          <p:val>
                                            <p:strVal val="ppt_y"/>
                                          </p:val>
                                        </p:tav>
                                        <p:tav tm="100000">
                                          <p:val>
                                            <p:strVal val="ppt_y"/>
                                          </p:val>
                                        </p:tav>
                                      </p:tavLst>
                                    </p:anim>
                                    <p:set>
                                      <p:cBhvr>
                                        <p:cTn id="20" dur="1" fill="hold">
                                          <p:stCondLst>
                                            <p:cond delay="999"/>
                                          </p:stCondLst>
                                        </p:cTn>
                                        <p:tgtEl>
                                          <p:spTgt spid="116743"/>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edge">
                                      <p:cBhvr>
                                        <p:cTn id="25" dur="2000"/>
                                        <p:tgtEl>
                                          <p:spTgt spid="4"/>
                                        </p:tgtEl>
                                      </p:cBhvr>
                                    </p:animEffect>
                                  </p:childTnLst>
                                </p:cTn>
                              </p:par>
                            </p:childTnLst>
                          </p:cTn>
                        </p:par>
                        <p:par>
                          <p:cTn id="26" fill="hold" nodeType="afterGroup">
                            <p:stCondLst>
                              <p:cond delay="2000"/>
                            </p:stCondLst>
                            <p:childTnLst>
                              <p:par>
                                <p:cTn id="27" presetID="8" presetClass="emph" presetSubtype="0" fill="hold" nodeType="afterEffect">
                                  <p:stCondLst>
                                    <p:cond delay="0"/>
                                  </p:stCondLst>
                                  <p:childTnLst>
                                    <p:animRot by="21600000">
                                      <p:cBhvr>
                                        <p:cTn id="28"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3" grpId="0" animBg="1"/>
      <p:bldP spid="116743"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D311149-47FC-EC99-1F82-57224743FABD}"/>
              </a:ext>
            </a:extLst>
          </p:cNvPr>
          <p:cNvGrpSpPr>
            <a:grpSpLocks/>
          </p:cNvGrpSpPr>
          <p:nvPr/>
        </p:nvGrpSpPr>
        <p:grpSpPr bwMode="auto">
          <a:xfrm>
            <a:off x="1776414" y="2563813"/>
            <a:ext cx="6264275" cy="3600450"/>
            <a:chOff x="158" y="1117"/>
            <a:chExt cx="3946" cy="2268"/>
          </a:xfrm>
        </p:grpSpPr>
        <p:grpSp>
          <p:nvGrpSpPr>
            <p:cNvPr id="85008" name="Group 3">
              <a:extLst>
                <a:ext uri="{FF2B5EF4-FFF2-40B4-BE49-F238E27FC236}">
                  <a16:creationId xmlns:a16="http://schemas.microsoft.com/office/drawing/2014/main" id="{27E24D5B-D668-E276-B75D-946F69BE4093}"/>
                </a:ext>
              </a:extLst>
            </p:cNvPr>
            <p:cNvGrpSpPr>
              <a:grpSpLocks/>
            </p:cNvGrpSpPr>
            <p:nvPr/>
          </p:nvGrpSpPr>
          <p:grpSpPr bwMode="auto">
            <a:xfrm>
              <a:off x="158" y="1117"/>
              <a:ext cx="3901" cy="2268"/>
              <a:chOff x="720" y="480"/>
              <a:chExt cx="4224" cy="1390"/>
            </a:xfrm>
          </p:grpSpPr>
          <p:graphicFrame>
            <p:nvGraphicFramePr>
              <p:cNvPr id="85010" name="Object 4">
                <a:extLst>
                  <a:ext uri="{FF2B5EF4-FFF2-40B4-BE49-F238E27FC236}">
                    <a16:creationId xmlns:a16="http://schemas.microsoft.com/office/drawing/2014/main" id="{D6FABC2B-C597-DAFB-5887-7166D410BA21}"/>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85010" name="Object 4">
                            <a:extLst>
                              <a:ext uri="{FF2B5EF4-FFF2-40B4-BE49-F238E27FC236}">
                                <a16:creationId xmlns:a16="http://schemas.microsoft.com/office/drawing/2014/main" id="{D6FABC2B-C597-DAFB-5887-7166D410B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11" name="Object 5">
                <a:extLst>
                  <a:ext uri="{FF2B5EF4-FFF2-40B4-BE49-F238E27FC236}">
                    <a16:creationId xmlns:a16="http://schemas.microsoft.com/office/drawing/2014/main" id="{EBCC2DBD-4B16-C524-1D6A-B0ECF06577D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85011" name="Object 5">
                            <a:extLst>
                              <a:ext uri="{FF2B5EF4-FFF2-40B4-BE49-F238E27FC236}">
                                <a16:creationId xmlns:a16="http://schemas.microsoft.com/office/drawing/2014/main" id="{EBCC2DBD-4B16-C524-1D6A-B0ECF06577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5009" name="Text Box 6">
              <a:extLst>
                <a:ext uri="{FF2B5EF4-FFF2-40B4-BE49-F238E27FC236}">
                  <a16:creationId xmlns:a16="http://schemas.microsoft.com/office/drawing/2014/main" id="{D1DB08E7-E667-6559-71B4-544A9229678C}"/>
                </a:ext>
              </a:extLst>
            </p:cNvPr>
            <p:cNvSpPr txBox="1">
              <a:spLocks noChangeArrowheads="1"/>
            </p:cNvSpPr>
            <p:nvPr/>
          </p:nvSpPr>
          <p:spPr bwMode="auto">
            <a:xfrm>
              <a:off x="203" y="1233"/>
              <a:ext cx="3901"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例</a:t>
              </a:r>
              <a:r>
                <a:rPr lang="en-US" altLang="zh-CN" sz="2400" b="1">
                  <a:solidFill>
                    <a:srgbClr val="003399"/>
                  </a:solidFill>
                  <a:latin typeface="宋体" panose="02010600030101010101" pitchFamily="2" charset="-122"/>
                </a:rPr>
                <a:t>3</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9</a:t>
              </a:r>
              <a:r>
                <a:rPr lang="zh-CN" altLang="en-US" sz="2400" b="1">
                  <a:solidFill>
                    <a:srgbClr val="003399"/>
                  </a:solidFill>
                  <a:latin typeface="宋体" panose="02010600030101010101" pitchFamily="2" charset="-122"/>
                </a:rPr>
                <a:t>：以下程序段对应的状态图</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0’… ‘9’</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BEGIN</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WHILE </a:t>
              </a:r>
              <a:r>
                <a:rPr lang="en-US" altLang="zh-CN" sz="2000" b="1">
                  <a:solidFill>
                    <a:srgbClr val="DC5900"/>
                  </a:solidFill>
                  <a:latin typeface="宋体" panose="02010600030101010101" pitchFamily="2" charset="-122"/>
                </a:rPr>
                <a:t>DIGIT</a:t>
              </a:r>
              <a:r>
                <a:rPr lang="en-US" altLang="zh-CN" sz="2000" b="1">
                  <a:solidFill>
                    <a:srgbClr val="003399"/>
                  </a:solidFill>
                  <a:latin typeface="宋体" panose="02010600030101010101" pitchFamily="2" charset="-122"/>
                </a:rPr>
                <a:t> DO</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BEGIN </a:t>
              </a:r>
              <a:r>
                <a:rPr lang="en-US" altLang="zh-CN" sz="2000" b="1">
                  <a:solidFill>
                    <a:srgbClr val="DC5900"/>
                  </a:solidFill>
                  <a:latin typeface="宋体" panose="02010600030101010101" pitchFamily="2" charset="-122"/>
                </a:rPr>
                <a:t>CONTACT</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GETCHAR</a:t>
              </a:r>
              <a:r>
                <a:rPr lang="en-US" altLang="zh-CN" sz="2000" b="1">
                  <a:solidFill>
                    <a:srgbClr val="003399"/>
                  </a:solidFill>
                  <a:latin typeface="宋体" panose="02010600030101010101" pitchFamily="2" charset="-122"/>
                </a:rPr>
                <a:t> END</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DC5900"/>
                  </a:solidFill>
                  <a:latin typeface="宋体" panose="02010600030101010101" pitchFamily="2" charset="-122"/>
                </a:rPr>
                <a:t>RETRACT</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DC5900"/>
                  </a:solidFill>
                  <a:latin typeface="宋体" panose="02010600030101010101" pitchFamily="2" charset="-122"/>
                </a:rPr>
                <a:t>PRINT($INT,DTB)</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END</a:t>
              </a:r>
              <a:r>
                <a:rPr lang="zh-CN" altLang="en-US" sz="2000" b="1">
                  <a:solidFill>
                    <a:srgbClr val="003399"/>
                  </a:solidFill>
                  <a:latin typeface="宋体" panose="02010600030101010101" pitchFamily="2" charset="-122"/>
                </a:rPr>
                <a:t>；</a:t>
              </a:r>
            </a:p>
          </p:txBody>
        </p:sp>
      </p:grpSp>
      <p:grpSp>
        <p:nvGrpSpPr>
          <p:cNvPr id="4" name="Group 7">
            <a:extLst>
              <a:ext uri="{FF2B5EF4-FFF2-40B4-BE49-F238E27FC236}">
                <a16:creationId xmlns:a16="http://schemas.microsoft.com/office/drawing/2014/main" id="{98725C7A-A7E8-5EBF-14D3-8B87CC64E893}"/>
              </a:ext>
            </a:extLst>
          </p:cNvPr>
          <p:cNvGrpSpPr>
            <a:grpSpLocks/>
          </p:cNvGrpSpPr>
          <p:nvPr/>
        </p:nvGrpSpPr>
        <p:grpSpPr bwMode="auto">
          <a:xfrm>
            <a:off x="1992313" y="620714"/>
            <a:ext cx="4824412" cy="1582737"/>
            <a:chOff x="158" y="2931"/>
            <a:chExt cx="3039" cy="997"/>
          </a:xfrm>
        </p:grpSpPr>
        <p:sp>
          <p:nvSpPr>
            <p:cNvPr id="84997" name="AutoShape 8">
              <a:extLst>
                <a:ext uri="{FF2B5EF4-FFF2-40B4-BE49-F238E27FC236}">
                  <a16:creationId xmlns:a16="http://schemas.microsoft.com/office/drawing/2014/main" id="{753D4702-C70B-3A9A-88AA-EF0C232885BA}"/>
                </a:ext>
              </a:extLst>
            </p:cNvPr>
            <p:cNvSpPr>
              <a:spLocks noChangeArrowheads="1"/>
            </p:cNvSpPr>
            <p:nvPr/>
          </p:nvSpPr>
          <p:spPr bwMode="auto">
            <a:xfrm>
              <a:off x="1119" y="3467"/>
              <a:ext cx="399" cy="409"/>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3399"/>
                  </a:solidFill>
                  <a:latin typeface="宋体" panose="02010600030101010101" pitchFamily="2" charset="-122"/>
                </a:rPr>
                <a:t>3</a:t>
              </a:r>
            </a:p>
          </p:txBody>
        </p:sp>
        <p:sp>
          <p:nvSpPr>
            <p:cNvPr id="84998" name="Line 9">
              <a:extLst>
                <a:ext uri="{FF2B5EF4-FFF2-40B4-BE49-F238E27FC236}">
                  <a16:creationId xmlns:a16="http://schemas.microsoft.com/office/drawing/2014/main" id="{871611C4-9F74-B8E1-B06B-9A9D317F77BB}"/>
                </a:ext>
              </a:extLst>
            </p:cNvPr>
            <p:cNvSpPr>
              <a:spLocks noChangeShapeType="1"/>
            </p:cNvSpPr>
            <p:nvPr/>
          </p:nvSpPr>
          <p:spPr bwMode="auto">
            <a:xfrm>
              <a:off x="1527" y="3703"/>
              <a:ext cx="861"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84999" name="Group 10">
              <a:extLst>
                <a:ext uri="{FF2B5EF4-FFF2-40B4-BE49-F238E27FC236}">
                  <a16:creationId xmlns:a16="http://schemas.microsoft.com/office/drawing/2014/main" id="{E0F6FAEF-50E2-2F57-4FDA-D03FD3E4CD75}"/>
                </a:ext>
              </a:extLst>
            </p:cNvPr>
            <p:cNvGrpSpPr>
              <a:grpSpLocks/>
            </p:cNvGrpSpPr>
            <p:nvPr/>
          </p:nvGrpSpPr>
          <p:grpSpPr bwMode="auto">
            <a:xfrm>
              <a:off x="1118" y="3158"/>
              <a:ext cx="302" cy="319"/>
              <a:chOff x="1156" y="3067"/>
              <a:chExt cx="302" cy="319"/>
            </a:xfrm>
          </p:grpSpPr>
          <p:sp>
            <p:nvSpPr>
              <p:cNvPr id="85006" name="Arc 11">
                <a:extLst>
                  <a:ext uri="{FF2B5EF4-FFF2-40B4-BE49-F238E27FC236}">
                    <a16:creationId xmlns:a16="http://schemas.microsoft.com/office/drawing/2014/main" id="{06C8FBFC-671F-921E-F9CC-E0C3B15AC6AE}"/>
                  </a:ext>
                </a:extLst>
              </p:cNvPr>
              <p:cNvSpPr>
                <a:spLocks/>
              </p:cNvSpPr>
              <p:nvPr/>
            </p:nvSpPr>
            <p:spPr bwMode="auto">
              <a:xfrm rot="16200000">
                <a:off x="1172" y="3101"/>
                <a:ext cx="319" cy="252"/>
              </a:xfrm>
              <a:custGeom>
                <a:avLst/>
                <a:gdLst>
                  <a:gd name="T0" fmla="*/ 0 w 40511"/>
                  <a:gd name="T1" fmla="*/ 0 h 43200"/>
                  <a:gd name="T2" fmla="*/ 0 w 40511"/>
                  <a:gd name="T3" fmla="*/ 0 h 43200"/>
                  <a:gd name="T4" fmla="*/ 0 w 40511"/>
                  <a:gd name="T5" fmla="*/ 0 h 43200"/>
                  <a:gd name="T6" fmla="*/ 0 60000 65536"/>
                  <a:gd name="T7" fmla="*/ 0 60000 65536"/>
                  <a:gd name="T8" fmla="*/ 0 60000 65536"/>
                  <a:gd name="T9" fmla="*/ 0 w 40511"/>
                  <a:gd name="T10" fmla="*/ 0 h 43200"/>
                  <a:gd name="T11" fmla="*/ 40511 w 40511"/>
                  <a:gd name="T12" fmla="*/ 43200 h 43200"/>
                </a:gdLst>
                <a:ahLst/>
                <a:cxnLst>
                  <a:cxn ang="T6">
                    <a:pos x="T0" y="T1"/>
                  </a:cxn>
                  <a:cxn ang="T7">
                    <a:pos x="T2" y="T3"/>
                  </a:cxn>
                  <a:cxn ang="T8">
                    <a:pos x="T4" y="T5"/>
                  </a:cxn>
                </a:cxnLst>
                <a:rect l="T9" t="T10" r="T11" b="T12"/>
                <a:pathLst>
                  <a:path w="40511" h="43200" fill="none" extrusionOk="0">
                    <a:moveTo>
                      <a:pt x="8799" y="2513"/>
                    </a:moveTo>
                    <a:cubicBezTo>
                      <a:pt x="11914" y="862"/>
                      <a:pt x="15385" y="-1"/>
                      <a:pt x="18911" y="0"/>
                    </a:cubicBezTo>
                    <a:cubicBezTo>
                      <a:pt x="30840" y="0"/>
                      <a:pt x="40511" y="9670"/>
                      <a:pt x="40511" y="21600"/>
                    </a:cubicBezTo>
                    <a:cubicBezTo>
                      <a:pt x="40511" y="33529"/>
                      <a:pt x="30840" y="43200"/>
                      <a:pt x="18911" y="43200"/>
                    </a:cubicBezTo>
                    <a:cubicBezTo>
                      <a:pt x="11044" y="43200"/>
                      <a:pt x="3800" y="38923"/>
                      <a:pt x="-1" y="32037"/>
                    </a:cubicBezTo>
                  </a:path>
                  <a:path w="40511" h="43200" stroke="0" extrusionOk="0">
                    <a:moveTo>
                      <a:pt x="8799" y="2513"/>
                    </a:moveTo>
                    <a:cubicBezTo>
                      <a:pt x="11914" y="862"/>
                      <a:pt x="15385" y="-1"/>
                      <a:pt x="18911" y="0"/>
                    </a:cubicBezTo>
                    <a:cubicBezTo>
                      <a:pt x="30840" y="0"/>
                      <a:pt x="40511" y="9670"/>
                      <a:pt x="40511" y="21600"/>
                    </a:cubicBezTo>
                    <a:cubicBezTo>
                      <a:pt x="40511" y="33529"/>
                      <a:pt x="30840" y="43200"/>
                      <a:pt x="18911" y="43200"/>
                    </a:cubicBezTo>
                    <a:cubicBezTo>
                      <a:pt x="11044" y="43200"/>
                      <a:pt x="3800" y="38923"/>
                      <a:pt x="-1" y="32037"/>
                    </a:cubicBezTo>
                    <a:lnTo>
                      <a:pt x="18911" y="21600"/>
                    </a:lnTo>
                    <a:lnTo>
                      <a:pt x="8799" y="2513"/>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5007" name="Line 12">
                <a:extLst>
                  <a:ext uri="{FF2B5EF4-FFF2-40B4-BE49-F238E27FC236}">
                    <a16:creationId xmlns:a16="http://schemas.microsoft.com/office/drawing/2014/main" id="{E01773F2-771D-3EA6-9A6D-48033F1A36B9}"/>
                  </a:ext>
                </a:extLst>
              </p:cNvPr>
              <p:cNvSpPr>
                <a:spLocks noChangeShapeType="1"/>
              </p:cNvSpPr>
              <p:nvPr/>
            </p:nvSpPr>
            <p:spPr bwMode="auto">
              <a:xfrm>
                <a:off x="1156" y="3294"/>
                <a:ext cx="91" cy="9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85000" name="Text Box 13">
              <a:extLst>
                <a:ext uri="{FF2B5EF4-FFF2-40B4-BE49-F238E27FC236}">
                  <a16:creationId xmlns:a16="http://schemas.microsoft.com/office/drawing/2014/main" id="{CF0A2E0C-D9A9-0D26-AD1B-E5055CC16F2E}"/>
                </a:ext>
              </a:extLst>
            </p:cNvPr>
            <p:cNvSpPr txBox="1">
              <a:spLocks noChangeArrowheads="1"/>
            </p:cNvSpPr>
            <p:nvPr/>
          </p:nvSpPr>
          <p:spPr bwMode="auto">
            <a:xfrm>
              <a:off x="1663" y="3476"/>
              <a:ext cx="6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非数字</a:t>
              </a:r>
            </a:p>
          </p:txBody>
        </p:sp>
        <p:sp>
          <p:nvSpPr>
            <p:cNvPr id="85001" name="Text Box 14">
              <a:extLst>
                <a:ext uri="{FF2B5EF4-FFF2-40B4-BE49-F238E27FC236}">
                  <a16:creationId xmlns:a16="http://schemas.microsoft.com/office/drawing/2014/main" id="{87E8774B-E55A-0308-7F4C-D95DCBDF395E}"/>
                </a:ext>
              </a:extLst>
            </p:cNvPr>
            <p:cNvSpPr txBox="1">
              <a:spLocks noChangeArrowheads="1"/>
            </p:cNvSpPr>
            <p:nvPr/>
          </p:nvSpPr>
          <p:spPr bwMode="auto">
            <a:xfrm>
              <a:off x="710" y="2931"/>
              <a:ext cx="11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85002" name="Line 15">
              <a:extLst>
                <a:ext uri="{FF2B5EF4-FFF2-40B4-BE49-F238E27FC236}">
                  <a16:creationId xmlns:a16="http://schemas.microsoft.com/office/drawing/2014/main" id="{1E96C7CF-B18F-49A7-72FC-D43841EEA3E1}"/>
                </a:ext>
              </a:extLst>
            </p:cNvPr>
            <p:cNvSpPr>
              <a:spLocks noChangeShapeType="1"/>
            </p:cNvSpPr>
            <p:nvPr/>
          </p:nvSpPr>
          <p:spPr bwMode="auto">
            <a:xfrm>
              <a:off x="158" y="3702"/>
              <a:ext cx="953"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85003" name="Text Box 16">
              <a:extLst>
                <a:ext uri="{FF2B5EF4-FFF2-40B4-BE49-F238E27FC236}">
                  <a16:creationId xmlns:a16="http://schemas.microsoft.com/office/drawing/2014/main" id="{7576D84E-9248-FC10-2F70-2A011F4FEC6C}"/>
                </a:ext>
              </a:extLst>
            </p:cNvPr>
            <p:cNvSpPr txBox="1">
              <a:spLocks noChangeArrowheads="1"/>
            </p:cNvSpPr>
            <p:nvPr/>
          </p:nvSpPr>
          <p:spPr bwMode="auto">
            <a:xfrm>
              <a:off x="476" y="3475"/>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数字</a:t>
              </a:r>
            </a:p>
          </p:txBody>
        </p:sp>
        <p:sp>
          <p:nvSpPr>
            <p:cNvPr id="85004" name="AutoShape 17">
              <a:extLst>
                <a:ext uri="{FF2B5EF4-FFF2-40B4-BE49-F238E27FC236}">
                  <a16:creationId xmlns:a16="http://schemas.microsoft.com/office/drawing/2014/main" id="{1C454B22-15C9-BD7F-40E1-1B63BCADBE5C}"/>
                </a:ext>
              </a:extLst>
            </p:cNvPr>
            <p:cNvSpPr>
              <a:spLocks noChangeArrowheads="1"/>
            </p:cNvSpPr>
            <p:nvPr/>
          </p:nvSpPr>
          <p:spPr bwMode="auto">
            <a:xfrm>
              <a:off x="2381" y="3475"/>
              <a:ext cx="454" cy="45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40 w 21600"/>
                <a:gd name="T25" fmla="*/ 3147 h 21600"/>
                <a:gd name="T26" fmla="*/ 18460 w 21600"/>
                <a:gd name="T27" fmla="*/ 1845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5" y="10800"/>
                  </a:moveTo>
                  <a:cubicBezTo>
                    <a:pt x="3035" y="15088"/>
                    <a:pt x="6512" y="18565"/>
                    <a:pt x="10800" y="18565"/>
                  </a:cubicBezTo>
                  <a:cubicBezTo>
                    <a:pt x="15088" y="18565"/>
                    <a:pt x="18565" y="15088"/>
                    <a:pt x="18565" y="10800"/>
                  </a:cubicBezTo>
                  <a:cubicBezTo>
                    <a:pt x="18565" y="6512"/>
                    <a:pt x="15088" y="3035"/>
                    <a:pt x="10800" y="3035"/>
                  </a:cubicBezTo>
                  <a:cubicBezTo>
                    <a:pt x="6512" y="3035"/>
                    <a:pt x="3035" y="6512"/>
                    <a:pt x="3035" y="10800"/>
                  </a:cubicBezTo>
                  <a:close/>
                </a:path>
              </a:pathLst>
            </a:custGeom>
            <a:solidFill>
              <a:srgbClr val="EBF7FF">
                <a:alpha val="0"/>
              </a:srgbClr>
            </a:solidFill>
            <a:ln w="9525">
              <a:solidFill>
                <a:srgbClr val="000000"/>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en-US" altLang="zh-CN" sz="2400" b="1">
                  <a:solidFill>
                    <a:srgbClr val="003399"/>
                  </a:solidFill>
                  <a:latin typeface="宋体" panose="02010600030101010101" pitchFamily="2" charset="-122"/>
                </a:rPr>
                <a:t>4</a:t>
              </a:r>
            </a:p>
          </p:txBody>
        </p:sp>
        <p:sp>
          <p:nvSpPr>
            <p:cNvPr id="85005" name="Text Box 18">
              <a:extLst>
                <a:ext uri="{FF2B5EF4-FFF2-40B4-BE49-F238E27FC236}">
                  <a16:creationId xmlns:a16="http://schemas.microsoft.com/office/drawing/2014/main" id="{40F9B715-6562-8382-EC00-8DEFD5216108}"/>
                </a:ext>
              </a:extLst>
            </p:cNvPr>
            <p:cNvSpPr txBox="1">
              <a:spLocks noChangeArrowheads="1"/>
            </p:cNvSpPr>
            <p:nvPr/>
          </p:nvSpPr>
          <p:spPr bwMode="auto">
            <a:xfrm>
              <a:off x="2789" y="3339"/>
              <a:ext cx="4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003399"/>
                  </a:solidFill>
                </a:rPr>
                <a:t>*</a:t>
              </a:r>
            </a:p>
          </p:txBody>
        </p:sp>
      </p:grpSp>
      <p:sp>
        <p:nvSpPr>
          <p:cNvPr id="111635" name="AutoShape 19">
            <a:extLst>
              <a:ext uri="{FF2B5EF4-FFF2-40B4-BE49-F238E27FC236}">
                <a16:creationId xmlns:a16="http://schemas.microsoft.com/office/drawing/2014/main" id="{C437DB1E-8144-DD5C-B9BA-CD5405C7BABF}"/>
              </a:ext>
            </a:extLst>
          </p:cNvPr>
          <p:cNvSpPr>
            <a:spLocks noChangeArrowheads="1"/>
          </p:cNvSpPr>
          <p:nvPr/>
        </p:nvSpPr>
        <p:spPr bwMode="auto">
          <a:xfrm>
            <a:off x="7248525" y="2492376"/>
            <a:ext cx="3024188" cy="2232025"/>
          </a:xfrm>
          <a:prstGeom prst="wedgeRectCallout">
            <a:avLst>
              <a:gd name="adj1" fmla="val -132310"/>
              <a:gd name="adj2" fmla="val 71551"/>
            </a:avLst>
          </a:prstGeom>
          <a:solidFill>
            <a:srgbClr val="CCFFCC"/>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FF0000"/>
                </a:solidFill>
                <a:latin typeface="宋体" panose="02010600030101010101" pitchFamily="2" charset="-122"/>
              </a:rPr>
              <a:t>PRINT </a:t>
            </a:r>
            <a:r>
              <a:rPr lang="zh-CN" altLang="en-US" sz="2000" b="1">
                <a:solidFill>
                  <a:srgbClr val="003399"/>
                </a:solidFill>
                <a:latin typeface="宋体" panose="02010600030101010101" pitchFamily="2" charset="-122"/>
              </a:rPr>
              <a:t>语句，对应终态结，其中</a:t>
            </a:r>
            <a:r>
              <a:rPr lang="en-US" altLang="zh-CN" sz="2000" b="1">
                <a:solidFill>
                  <a:srgbClr val="DC5900"/>
                </a:solidFill>
              </a:rPr>
              <a:t>$INT</a:t>
            </a:r>
            <a:r>
              <a:rPr lang="zh-CN" altLang="en-US" sz="2000" b="1">
                <a:solidFill>
                  <a:srgbClr val="003399"/>
                </a:solidFill>
                <a:latin typeface="宋体" panose="02010600030101010101" pitchFamily="2" charset="-122"/>
              </a:rPr>
              <a:t>为种别编码，</a:t>
            </a:r>
            <a:r>
              <a:rPr lang="en-US" altLang="zh-CN" sz="2000" b="1">
                <a:solidFill>
                  <a:srgbClr val="DC5900"/>
                </a:solidFill>
              </a:rPr>
              <a:t>DTB</a:t>
            </a:r>
            <a:r>
              <a:rPr lang="zh-CN" altLang="en-US" sz="2000" b="1">
                <a:solidFill>
                  <a:srgbClr val="003399"/>
                </a:solidFill>
                <a:latin typeface="宋体" panose="02010600030101010101" pitchFamily="2" charset="-122"/>
              </a:rPr>
              <a:t>为一个把十进制转换到二进制的转换函数。它把</a:t>
            </a:r>
            <a:r>
              <a:rPr lang="en-US" altLang="zh-CN" sz="2000" b="1">
                <a:solidFill>
                  <a:srgbClr val="DC5900"/>
                </a:solidFill>
                <a:latin typeface="宋体" panose="02010600030101010101" pitchFamily="2" charset="-122"/>
              </a:rPr>
              <a:t>TOKEN</a:t>
            </a:r>
            <a:r>
              <a:rPr lang="zh-CN" altLang="en-US" sz="2000" b="1">
                <a:solidFill>
                  <a:srgbClr val="003399"/>
                </a:solidFill>
                <a:latin typeface="宋体" panose="02010600030101010101" pitchFamily="2" charset="-122"/>
              </a:rPr>
              <a:t>中的数字译成</a:t>
            </a:r>
            <a:r>
              <a:rPr lang="zh-CN" altLang="en-US" sz="2000" b="1">
                <a:solidFill>
                  <a:srgbClr val="DC5900"/>
                </a:solidFill>
                <a:latin typeface="宋体" panose="02010600030101010101" pitchFamily="2" charset="-122"/>
              </a:rPr>
              <a:t>标准二进制码</a:t>
            </a:r>
            <a:r>
              <a:rPr lang="zh-CN" altLang="en-US" sz="2000" b="1">
                <a:solidFill>
                  <a:srgbClr val="003399"/>
                </a:solidFill>
                <a:latin typeface="宋体" panose="02010600030101010101" pitchFamily="2" charset="-122"/>
              </a:rPr>
              <a:t>，并以此为函数值返回。</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fill="hold" nodeType="clickEffect">
                                  <p:stCondLst>
                                    <p:cond delay="0"/>
                                  </p:stCondLst>
                                  <p:childTnLst>
                                    <p:set>
                                      <p:cBhvr>
                                        <p:cTn id="15" dur="1" fill="hold">
                                          <p:stCondLst>
                                            <p:cond delay="0"/>
                                          </p:stCondLst>
                                        </p:cTn>
                                        <p:tgtEl>
                                          <p:spTgt spid="111635"/>
                                        </p:tgtEl>
                                        <p:attrNameLst>
                                          <p:attrName>style.visibility</p:attrName>
                                        </p:attrNameLst>
                                      </p:cBhvr>
                                      <p:to>
                                        <p:strVal val="visible"/>
                                      </p:to>
                                    </p:set>
                                    <p:anim calcmode="lin" valueType="num">
                                      <p:cBhvr additive="base">
                                        <p:cTn id="16" dur="1000" fill="hold"/>
                                        <p:tgtEl>
                                          <p:spTgt spid="111635"/>
                                        </p:tgtEl>
                                        <p:attrNameLst>
                                          <p:attrName>ppt_x</p:attrName>
                                        </p:attrNameLst>
                                      </p:cBhvr>
                                      <p:tavLst>
                                        <p:tav tm="0">
                                          <p:val>
                                            <p:strVal val="1+#ppt_w/2"/>
                                          </p:val>
                                        </p:tav>
                                        <p:tav tm="100000">
                                          <p:val>
                                            <p:strVal val="#ppt_x"/>
                                          </p:val>
                                        </p:tav>
                                      </p:tavLst>
                                    </p:anim>
                                    <p:anim calcmode="lin" valueType="num">
                                      <p:cBhvr additive="base">
                                        <p:cTn id="17" dur="1000" fill="hold"/>
                                        <p:tgtEl>
                                          <p:spTgt spid="111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E91FB732-CB6B-306F-12B0-33A202B92EE1}"/>
              </a:ext>
            </a:extLst>
          </p:cNvPr>
          <p:cNvSpPr>
            <a:spLocks noGrp="1" noChangeArrowheads="1"/>
          </p:cNvSpPr>
          <p:nvPr>
            <p:ph type="title"/>
          </p:nvPr>
        </p:nvSpPr>
        <p:spPr/>
        <p:txBody>
          <a:bodyPr/>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D7EEAD31-E4FA-22D6-4B0B-5CAD30239E99}"/>
              </a:ext>
            </a:extLst>
          </p:cNvPr>
          <p:cNvSpPr>
            <a:spLocks noGrp="1" noChangeArrowheads="1"/>
          </p:cNvSpPr>
          <p:nvPr>
            <p:ph idx="1"/>
          </p:nvPr>
        </p:nvSpPr>
        <p:spPr/>
        <p:txBody>
          <a:bodyPr/>
          <a:lstStyle/>
          <a:p>
            <a:r>
              <a:rPr lang="zh-CN" altLang="en-US">
                <a:solidFill>
                  <a:srgbClr val="000000"/>
                </a:solidFill>
                <a:latin typeface="微软雅黑" panose="020B0503020204020204" pitchFamily="34" charset="-122"/>
                <a:ea typeface="微软雅黑" panose="020B0503020204020204" pitchFamily="34" charset="-122"/>
              </a:rPr>
              <a:t>词法分析器不能</a:t>
            </a:r>
            <a:r>
              <a:rPr lang="en-US" altLang="zh-CN">
                <a:solidFill>
                  <a:srgbClr val="000000"/>
                </a:solidFill>
                <a:latin typeface="微软雅黑" panose="020B0503020204020204" pitchFamily="34" charset="-122"/>
                <a:ea typeface="微软雅黑" panose="020B0503020204020204" pitchFamily="34" charset="-122"/>
              </a:rPr>
              <a:t>(    )</a:t>
            </a:r>
            <a:r>
              <a:rPr lang="zh-CN" altLang="en-US">
                <a:solidFill>
                  <a:srgbClr val="000000"/>
                </a:solidFill>
                <a:latin typeface="微软雅黑" panose="020B0503020204020204" pitchFamily="34" charset="-122"/>
                <a:ea typeface="微软雅黑" panose="020B0503020204020204" pitchFamily="34" charset="-122"/>
              </a:rPr>
              <a:t>。	</a:t>
            </a:r>
          </a:p>
          <a:p>
            <a:r>
              <a:rPr lang="en-US" altLang="zh-CN">
                <a:solidFill>
                  <a:srgbClr val="000000"/>
                </a:solidFill>
                <a:latin typeface="微软雅黑" panose="020B0503020204020204" pitchFamily="34" charset="-122"/>
                <a:ea typeface="微软雅黑" panose="020B0503020204020204" pitchFamily="34" charset="-122"/>
              </a:rPr>
              <a:t>A. </a:t>
            </a:r>
            <a:r>
              <a:rPr lang="zh-CN" altLang="en-US">
                <a:solidFill>
                  <a:srgbClr val="000000"/>
                </a:solidFill>
                <a:latin typeface="微软雅黑" panose="020B0503020204020204" pitchFamily="34" charset="-122"/>
                <a:ea typeface="微软雅黑" panose="020B0503020204020204" pitchFamily="34" charset="-122"/>
              </a:rPr>
              <a:t>识别出数值常量</a:t>
            </a:r>
          </a:p>
          <a:p>
            <a:r>
              <a:rPr lang="en-US" altLang="zh-CN">
                <a:solidFill>
                  <a:srgbClr val="000000"/>
                </a:solidFill>
                <a:latin typeface="微软雅黑" panose="020B0503020204020204" pitchFamily="34" charset="-122"/>
                <a:ea typeface="微软雅黑" panose="020B0503020204020204" pitchFamily="34" charset="-122"/>
              </a:rPr>
              <a:t>B. </a:t>
            </a:r>
            <a:r>
              <a:rPr lang="zh-CN" altLang="en-US">
                <a:solidFill>
                  <a:srgbClr val="000000"/>
                </a:solidFill>
                <a:latin typeface="微软雅黑" panose="020B0503020204020204" pitchFamily="34" charset="-122"/>
                <a:ea typeface="微软雅黑" panose="020B0503020204020204" pitchFamily="34" charset="-122"/>
              </a:rPr>
              <a:t>过滤源程序中的注释</a:t>
            </a:r>
          </a:p>
          <a:p>
            <a:r>
              <a:rPr lang="en-US" altLang="zh-CN">
                <a:solidFill>
                  <a:srgbClr val="000000"/>
                </a:solidFill>
                <a:latin typeface="微软雅黑" panose="020B0503020204020204" pitchFamily="34" charset="-122"/>
                <a:ea typeface="微软雅黑" panose="020B0503020204020204" pitchFamily="34" charset="-122"/>
              </a:rPr>
              <a:t>C. </a:t>
            </a:r>
            <a:r>
              <a:rPr lang="zh-CN" altLang="en-US">
                <a:solidFill>
                  <a:srgbClr val="000000"/>
                </a:solidFill>
                <a:latin typeface="微软雅黑" panose="020B0503020204020204" pitchFamily="34" charset="-122"/>
                <a:ea typeface="微软雅黑" panose="020B0503020204020204" pitchFamily="34" charset="-122"/>
              </a:rPr>
              <a:t>扫描源程序并识别标识符</a:t>
            </a:r>
          </a:p>
          <a:p>
            <a:r>
              <a:rPr lang="en-US" altLang="zh-CN">
                <a:solidFill>
                  <a:srgbClr val="000000"/>
                </a:solidFill>
                <a:latin typeface="微软雅黑" panose="020B0503020204020204" pitchFamily="34" charset="-122"/>
                <a:ea typeface="微软雅黑" panose="020B0503020204020204" pitchFamily="34" charset="-122"/>
              </a:rPr>
              <a:t>D. </a:t>
            </a:r>
            <a:r>
              <a:rPr lang="zh-CN" altLang="en-US">
                <a:solidFill>
                  <a:srgbClr val="000000"/>
                </a:solidFill>
                <a:latin typeface="微软雅黑" panose="020B0503020204020204" pitchFamily="34" charset="-122"/>
                <a:ea typeface="微软雅黑" panose="020B0503020204020204" pitchFamily="34" charset="-122"/>
              </a:rPr>
              <a:t>发现括号不匹配</a:t>
            </a:r>
          </a:p>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ABDA74F-2BD7-9050-14CD-622F38B23B82}"/>
              </a:ext>
            </a:extLst>
          </p:cNvPr>
          <p:cNvSpPr txBox="1">
            <a:spLocks noChangeArrowheads="1"/>
          </p:cNvSpPr>
          <p:nvPr/>
        </p:nvSpPr>
        <p:spPr bwMode="auto">
          <a:xfrm>
            <a:off x="4263391" y="4162425"/>
            <a:ext cx="811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en-US" sz="4800" b="1" dirty="0">
                <a:solidFill>
                  <a:srgbClr val="FF0000"/>
                </a:solidFill>
                <a:latin typeface="楷体_GB2312"/>
                <a:ea typeface="楷体_GB2312"/>
                <a:cs typeface="楷体_GB2312"/>
                <a:sym typeface="Symbol" panose="05050102010706020507" pitchFamily="18" charset="2"/>
              </a:rPr>
              <a:t></a:t>
            </a:r>
            <a:endParaRPr lang="zh-CN" altLang="en-US" sz="4800" b="1" dirty="0">
              <a:solidFill>
                <a:srgbClr val="FF0000"/>
              </a:solidFill>
              <a:latin typeface="楷体_GB2312"/>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D4742363-8B9C-C429-49FD-609F39F223E0}"/>
              </a:ext>
            </a:extLst>
          </p:cNvPr>
          <p:cNvSpPr>
            <a:spLocks noGrp="1" noChangeArrowheads="1"/>
          </p:cNvSpPr>
          <p:nvPr>
            <p:ph type="title"/>
          </p:nvPr>
        </p:nvSpPr>
        <p:spPr/>
        <p:txBody>
          <a:bodyPr/>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6B9589B4-118B-8F14-7D9E-A71038F86E73}"/>
              </a:ext>
            </a:extLst>
          </p:cNvPr>
          <p:cNvSpPr>
            <a:spLocks noGrp="1" noChangeArrowheads="1"/>
          </p:cNvSpPr>
          <p:nvPr>
            <p:ph idx="1"/>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假定</a:t>
            </a:r>
            <a:r>
              <a:rPr lang="en-US" altLang="zh-CN" dirty="0">
                <a:solidFill>
                  <a:srgbClr val="000000"/>
                </a:solidFill>
                <a:latin typeface="微软雅黑" panose="020B0503020204020204" pitchFamily="34" charset="-122"/>
                <a:ea typeface="微软雅黑" panose="020B0503020204020204" pitchFamily="34" charset="-122"/>
              </a:rPr>
              <a:t>C</a:t>
            </a:r>
            <a:r>
              <a:rPr lang="zh-CN" altLang="en-US" dirty="0">
                <a:solidFill>
                  <a:srgbClr val="000000"/>
                </a:solidFill>
                <a:latin typeface="微软雅黑" panose="020B0503020204020204" pitchFamily="34" charset="-122"/>
                <a:ea typeface="微软雅黑" panose="020B0503020204020204" pitchFamily="34" charset="-122"/>
              </a:rPr>
              <a:t>语言正在被编译，下述串中不需要看下一个输入字符就能确定是单词符号及其种别的是（  </a:t>
            </a: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a:t>
            </a:r>
          </a:p>
          <a:p>
            <a:r>
              <a:rPr lang="en-US" altLang="zh-CN" dirty="0">
                <a:solidFill>
                  <a:srgbClr val="000000"/>
                </a:solidFill>
                <a:latin typeface="微软雅黑" panose="020B0503020204020204" pitchFamily="34" charset="-122"/>
                <a:ea typeface="微软雅黑" panose="020B0503020204020204" pitchFamily="34" charset="-122"/>
              </a:rPr>
              <a:t>A.&gt;=</a:t>
            </a:r>
          </a:p>
          <a:p>
            <a:r>
              <a:rPr lang="en-US" altLang="zh-CN" dirty="0" err="1">
                <a:solidFill>
                  <a:srgbClr val="000000"/>
                </a:solidFill>
                <a:latin typeface="微软雅黑" panose="020B0503020204020204" pitchFamily="34" charset="-122"/>
                <a:ea typeface="微软雅黑" panose="020B0503020204020204" pitchFamily="34" charset="-122"/>
              </a:rPr>
              <a:t>B.case</a:t>
            </a:r>
            <a:endParaRPr lang="en-US" altLang="zh-CN" dirty="0">
              <a:solidFill>
                <a:srgbClr val="000000"/>
              </a:solidFill>
              <a:latin typeface="微软雅黑" panose="020B0503020204020204" pitchFamily="34" charset="-122"/>
              <a:ea typeface="微软雅黑" panose="020B0503020204020204" pitchFamily="34" charset="-122"/>
            </a:endParaRPr>
          </a:p>
          <a:p>
            <a:r>
              <a:rPr lang="en-US" altLang="zh-CN" dirty="0" err="1">
                <a:solidFill>
                  <a:srgbClr val="000000"/>
                </a:solidFill>
                <a:latin typeface="微软雅黑" panose="020B0503020204020204" pitchFamily="34" charset="-122"/>
                <a:ea typeface="微软雅黑" panose="020B0503020204020204" pitchFamily="34" charset="-122"/>
              </a:rPr>
              <a:t>C.and</a:t>
            </a:r>
            <a:endParaRPr lang="en-US" altLang="zh-CN" dirty="0">
              <a:solidFill>
                <a:srgbClr val="000000"/>
              </a:solidFill>
              <a:latin typeface="微软雅黑" panose="020B0503020204020204" pitchFamily="34" charset="-122"/>
              <a:ea typeface="微软雅黑" panose="020B0503020204020204" pitchFamily="34" charset="-122"/>
            </a:endParaRPr>
          </a:p>
          <a:p>
            <a:r>
              <a:rPr lang="en-US" altLang="zh-CN" dirty="0">
                <a:solidFill>
                  <a:srgbClr val="000000"/>
                </a:solidFill>
                <a:latin typeface="微软雅黑" panose="020B0503020204020204" pitchFamily="34" charset="-122"/>
                <a:ea typeface="微软雅黑" panose="020B0503020204020204" pitchFamily="34" charset="-122"/>
              </a:rPr>
              <a:t>D.100</a:t>
            </a:r>
          </a:p>
          <a:p>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63CD27EE-06D2-D398-D273-3487DD1F0DDC}"/>
              </a:ext>
            </a:extLst>
          </p:cNvPr>
          <p:cNvSpPr txBox="1">
            <a:spLocks noChangeArrowheads="1"/>
          </p:cNvSpPr>
          <p:nvPr/>
        </p:nvSpPr>
        <p:spPr bwMode="auto">
          <a:xfrm>
            <a:off x="1718628" y="2819083"/>
            <a:ext cx="8112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en-US" sz="4800" b="1" dirty="0">
                <a:solidFill>
                  <a:srgbClr val="FF0000"/>
                </a:solidFill>
                <a:latin typeface="楷体_GB2312"/>
                <a:ea typeface="楷体_GB2312"/>
                <a:cs typeface="楷体_GB2312"/>
                <a:sym typeface="Symbol" panose="05050102010706020507" pitchFamily="18" charset="2"/>
              </a:rPr>
              <a:t></a:t>
            </a:r>
            <a:endParaRPr lang="zh-CN" altLang="en-US" sz="4800" b="1" dirty="0">
              <a:solidFill>
                <a:srgbClr val="FF0000"/>
              </a:solidFill>
              <a:latin typeface="楷体_GB2312"/>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0359BFE4-5BBB-9809-C637-7EE8676A4873}"/>
              </a:ext>
            </a:extLst>
          </p:cNvPr>
          <p:cNvGrpSpPr>
            <a:grpSpLocks/>
          </p:cNvGrpSpPr>
          <p:nvPr/>
        </p:nvGrpSpPr>
        <p:grpSpPr bwMode="auto">
          <a:xfrm>
            <a:off x="1666876" y="1628776"/>
            <a:ext cx="8893175" cy="4321175"/>
            <a:chOff x="158" y="1162"/>
            <a:chExt cx="5444" cy="2223"/>
          </a:xfrm>
        </p:grpSpPr>
        <p:grpSp>
          <p:nvGrpSpPr>
            <p:cNvPr id="97310" name="Group 5">
              <a:extLst>
                <a:ext uri="{FF2B5EF4-FFF2-40B4-BE49-F238E27FC236}">
                  <a16:creationId xmlns:a16="http://schemas.microsoft.com/office/drawing/2014/main" id="{78834310-3F8E-9116-62FA-1121993CA74C}"/>
                </a:ext>
              </a:extLst>
            </p:cNvPr>
            <p:cNvGrpSpPr>
              <a:grpSpLocks/>
            </p:cNvGrpSpPr>
            <p:nvPr/>
          </p:nvGrpSpPr>
          <p:grpSpPr bwMode="auto">
            <a:xfrm>
              <a:off x="159" y="1162"/>
              <a:ext cx="5443" cy="2223"/>
              <a:chOff x="720" y="480"/>
              <a:chExt cx="4224" cy="1390"/>
            </a:xfrm>
          </p:grpSpPr>
          <p:graphicFrame>
            <p:nvGraphicFramePr>
              <p:cNvPr id="97312" name="Object 6">
                <a:extLst>
                  <a:ext uri="{FF2B5EF4-FFF2-40B4-BE49-F238E27FC236}">
                    <a16:creationId xmlns:a16="http://schemas.microsoft.com/office/drawing/2014/main" id="{A8B177F7-C50E-2633-D09B-B0BF211306B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97312" name="Object 6">
                            <a:extLst>
                              <a:ext uri="{FF2B5EF4-FFF2-40B4-BE49-F238E27FC236}">
                                <a16:creationId xmlns:a16="http://schemas.microsoft.com/office/drawing/2014/main" id="{A8B177F7-C50E-2633-D09B-B0BF211306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3" name="Object 7">
                <a:extLst>
                  <a:ext uri="{FF2B5EF4-FFF2-40B4-BE49-F238E27FC236}">
                    <a16:creationId xmlns:a16="http://schemas.microsoft.com/office/drawing/2014/main" id="{4B2D9C6C-185F-EF85-9315-B3FE47E2490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97313" name="Object 7">
                            <a:extLst>
                              <a:ext uri="{FF2B5EF4-FFF2-40B4-BE49-F238E27FC236}">
                                <a16:creationId xmlns:a16="http://schemas.microsoft.com/office/drawing/2014/main" id="{4B2D9C6C-185F-EF85-9315-B3FE47E249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7311" name="Text Box 8">
              <a:extLst>
                <a:ext uri="{FF2B5EF4-FFF2-40B4-BE49-F238E27FC236}">
                  <a16:creationId xmlns:a16="http://schemas.microsoft.com/office/drawing/2014/main" id="{A4938D7A-A45A-11CF-F7DB-D35EF4D0A7CC}"/>
                </a:ext>
              </a:extLst>
            </p:cNvPr>
            <p:cNvSpPr txBox="1">
              <a:spLocks noChangeArrowheads="1"/>
            </p:cNvSpPr>
            <p:nvPr/>
          </p:nvSpPr>
          <p:spPr bwMode="auto">
            <a:xfrm>
              <a:off x="158" y="1207"/>
              <a:ext cx="5398" cy="2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正规式与正规集的递归定义：</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a:t>
              </a:r>
              <a:r>
                <a:rPr lang="el-GR" altLang="zh-CN" sz="2000" b="1">
                  <a:solidFill>
                    <a:srgbClr val="FF0066"/>
                  </a:solidFill>
                  <a:latin typeface="宋体" panose="02010600030101010101" pitchFamily="2" charset="-122"/>
                </a:rPr>
                <a:t>ε</a:t>
              </a:r>
              <a:r>
                <a:rPr lang="zh-CN" altLang="en-US" sz="2000" b="1">
                  <a:solidFill>
                    <a:srgbClr val="003399"/>
                  </a:solidFill>
                  <a:latin typeface="宋体" panose="02010600030101010101" pitchFamily="2" charset="-122"/>
                </a:rPr>
                <a:t>和</a:t>
              </a:r>
              <a:r>
                <a:rPr lang="el-GR" altLang="zh-CN" sz="2000" b="1">
                  <a:solidFill>
                    <a:srgbClr val="FF0066"/>
                  </a:solidFill>
                  <a:latin typeface="宋体" panose="02010600030101010101" pitchFamily="2" charset="-122"/>
                </a:rPr>
                <a:t>Φ</a:t>
              </a:r>
              <a:r>
                <a:rPr lang="zh-CN" altLang="en-US" sz="2000" b="1">
                  <a:solidFill>
                    <a:srgbClr val="003399"/>
                  </a:solidFill>
                  <a:latin typeface="宋体" panose="02010600030101010101" pitchFamily="2" charset="-122"/>
                </a:rPr>
                <a:t>都是</a:t>
              </a:r>
              <a:r>
                <a:rPr lang="zh-CN" altLang="en-US" sz="2000" b="1">
                  <a:solidFill>
                    <a:srgbClr val="FF0066"/>
                  </a:solidFill>
                  <a:latin typeface="宋体" panose="02010600030101010101" pitchFamily="2" charset="-122"/>
                </a:rPr>
                <a:t>字母表∑</a:t>
              </a:r>
              <a:r>
                <a:rPr lang="zh-CN" altLang="en-US" sz="2000" b="1">
                  <a:solidFill>
                    <a:srgbClr val="003399"/>
                  </a:solidFill>
                  <a:latin typeface="宋体" panose="02010600030101010101" pitchFamily="2" charset="-122"/>
                </a:rPr>
                <a:t>上的正规式，它们所表示的正规集分别为</a:t>
              </a:r>
              <a:r>
                <a:rPr lang="en-US" altLang="zh-CN" sz="2000" b="1">
                  <a:solidFill>
                    <a:srgbClr val="FF0066"/>
                  </a:solidFill>
                  <a:latin typeface="宋体" panose="02010600030101010101" pitchFamily="2" charset="-122"/>
                </a:rPr>
                <a:t>{</a:t>
              </a:r>
              <a:r>
                <a:rPr lang="el-GR" altLang="zh-CN" sz="2000" b="1">
                  <a:solidFill>
                    <a:srgbClr val="FF0066"/>
                  </a:solidFill>
                </a:rPr>
                <a:t>ε</a:t>
              </a:r>
              <a:r>
                <a:rPr lang="en-US" altLang="zh-CN" sz="2000" b="1">
                  <a:solidFill>
                    <a:srgbClr val="FF0066"/>
                  </a:solidFill>
                  <a:latin typeface="宋体" panose="02010600030101010101" pitchFamily="2" charset="-122"/>
                </a:rPr>
                <a:t>}</a:t>
              </a:r>
              <a:r>
                <a:rPr lang="zh-CN" altLang="en-US" sz="2000" b="1">
                  <a:solidFill>
                    <a:srgbClr val="003399"/>
                  </a:solidFill>
                  <a:latin typeface="宋体" panose="02010600030101010101" pitchFamily="2" charset="-122"/>
                </a:rPr>
                <a:t>和</a:t>
              </a:r>
              <a:r>
                <a:rPr lang="el-GR" altLang="zh-CN" sz="2000" b="1">
                  <a:solidFill>
                    <a:srgbClr val="FF0066"/>
                  </a:solidFill>
                  <a:latin typeface="宋体" panose="02010600030101010101" pitchFamily="2" charset="-122"/>
                </a:rPr>
                <a:t>Φ</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2</a:t>
              </a:r>
              <a:r>
                <a:rPr lang="zh-CN" altLang="en-US" sz="2000" b="1">
                  <a:solidFill>
                    <a:srgbClr val="003399"/>
                  </a:solidFill>
                  <a:latin typeface="宋体" panose="02010600030101010101" pitchFamily="2" charset="-122"/>
                </a:rPr>
                <a:t>、任何</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a:t>
              </a:r>
              <a:r>
                <a:rPr lang="en-US" altLang="zh-CN" sz="2000" b="1">
                  <a:solidFill>
                    <a:srgbClr val="DC5900"/>
                  </a:solidFill>
                  <a:latin typeface="宋体" panose="02010600030101010101" pitchFamily="2" charset="-122"/>
                </a:rPr>
                <a:t>a</a:t>
              </a:r>
              <a:r>
                <a:rPr lang="zh-CN" altLang="en-US" sz="2000" b="1">
                  <a:solidFill>
                    <a:srgbClr val="003399"/>
                  </a:solidFill>
                  <a:latin typeface="宋体" panose="02010600030101010101" pitchFamily="2" charset="-122"/>
                </a:rPr>
                <a:t>是∑上的一个</a:t>
              </a:r>
              <a:r>
                <a:rPr lang="zh-CN" altLang="en-US" sz="2000" b="1">
                  <a:solidFill>
                    <a:srgbClr val="DC5900"/>
                  </a:solidFill>
                  <a:latin typeface="宋体" panose="02010600030101010101" pitchFamily="2" charset="-122"/>
                </a:rPr>
                <a:t>正规式</a:t>
              </a:r>
              <a:r>
                <a:rPr lang="zh-CN" altLang="en-US" sz="2000" b="1">
                  <a:solidFill>
                    <a:srgbClr val="003399"/>
                  </a:solidFill>
                  <a:latin typeface="宋体" panose="02010600030101010101" pitchFamily="2" charset="-122"/>
                </a:rPr>
                <a:t>，它所表示的</a:t>
              </a:r>
              <a:r>
                <a:rPr lang="zh-CN" altLang="en-US" sz="2000" b="1">
                  <a:solidFill>
                    <a:srgbClr val="DC5900"/>
                  </a:solidFill>
                  <a:latin typeface="宋体" panose="02010600030101010101" pitchFamily="2" charset="-122"/>
                </a:rPr>
                <a:t>正规集</a:t>
              </a:r>
              <a:r>
                <a:rPr lang="zh-CN" altLang="en-US" sz="2000" b="1">
                  <a:solidFill>
                    <a:srgbClr val="003399"/>
                  </a:solidFill>
                  <a:latin typeface="宋体" panose="02010600030101010101" pitchFamily="2" charset="-122"/>
                </a:rPr>
                <a:t>为</a:t>
              </a:r>
              <a:r>
                <a:rPr lang="en-US" altLang="zh-CN" sz="2000" b="1">
                  <a:solidFill>
                    <a:srgbClr val="DC5900"/>
                  </a:solidFill>
                  <a:latin typeface="宋体" panose="02010600030101010101" pitchFamily="2" charset="-122"/>
                </a:rPr>
                <a:t>{a}</a:t>
              </a:r>
              <a:r>
                <a:rPr lang="zh-CN" altLang="en-US" sz="2000" b="1">
                  <a:solidFill>
                    <a:srgbClr val="DC5900"/>
                  </a:solidFill>
                  <a:latin typeface="宋体" panose="02010600030101010101" pitchFamily="2" charset="-122"/>
                </a:rPr>
                <a:t>；</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3</a:t>
              </a:r>
              <a:r>
                <a:rPr lang="zh-CN" altLang="en-US" sz="2000" b="1">
                  <a:solidFill>
                    <a:srgbClr val="003399"/>
                  </a:solidFill>
                  <a:latin typeface="宋体" panose="02010600030101010101" pitchFamily="2" charset="-122"/>
                </a:rPr>
                <a:t>、 </a:t>
              </a:r>
              <a:r>
                <a:rPr lang="zh-CN" altLang="en-US" sz="2000" b="1">
                  <a:solidFill>
                    <a:srgbClr val="DC5900"/>
                  </a:solidFill>
                  <a:latin typeface="宋体" panose="02010600030101010101" pitchFamily="2" charset="-122"/>
                </a:rPr>
                <a:t>正规式            正规集         正规式         正规集</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U                L(U)          </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U </a:t>
              </a:r>
              <a:r>
                <a:rPr lang="en-US" altLang="zh-CN" sz="2000" b="1">
                  <a:solidFill>
                    <a:srgbClr val="DC5900"/>
                  </a:solidFill>
                  <a:latin typeface="宋体" panose="02010600030101010101" pitchFamily="2" charset="-122"/>
                </a:rPr>
                <a:t>| </a:t>
              </a:r>
              <a:r>
                <a:rPr lang="en-US" altLang="zh-CN" sz="2000" b="1">
                  <a:solidFill>
                    <a:srgbClr val="003399"/>
                  </a:solidFill>
                  <a:latin typeface="宋体" panose="02010600030101010101" pitchFamily="2" charset="-122"/>
                </a:rPr>
                <a:t>V</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L(U)</a:t>
              </a:r>
              <a:r>
                <a:rPr lang="en-US" altLang="zh-CN" sz="2000" b="1">
                  <a:solidFill>
                    <a:srgbClr val="DC5900"/>
                  </a:solidFill>
                  <a:latin typeface="宋体" panose="02010600030101010101" pitchFamily="2" charset="-122"/>
                </a:rPr>
                <a:t>∪</a:t>
              </a:r>
              <a:r>
                <a:rPr lang="en-US" altLang="zh-CN" sz="2000" b="1">
                  <a:solidFill>
                    <a:srgbClr val="003399"/>
                  </a:solidFill>
                  <a:latin typeface="宋体" panose="02010600030101010101" pitchFamily="2" charset="-122"/>
                </a:rPr>
                <a:t>L(V)</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V                L(V)          </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U</a:t>
              </a:r>
              <a:r>
                <a:rPr lang="en-US" altLang="zh-CN" sz="2000" b="1">
                  <a:solidFill>
                    <a:srgbClr val="DC5900"/>
                  </a:solidFill>
                  <a:latin typeface="宋体" panose="02010600030101010101" pitchFamily="2" charset="-122"/>
                </a:rPr>
                <a:t>·</a:t>
              </a:r>
              <a:r>
                <a:rPr lang="en-US" altLang="zh-CN" sz="2000" b="1">
                  <a:solidFill>
                    <a:srgbClr val="003399"/>
                  </a:solidFill>
                  <a:latin typeface="宋体" panose="02010600030101010101" pitchFamily="2" charset="-122"/>
                </a:rPr>
                <a:t>V</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L(U)L(V)</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(U)</a:t>
              </a:r>
              <a:r>
                <a:rPr lang="en-US" altLang="zh-CN" sz="2000" b="1" baseline="30000">
                  <a:solidFill>
                    <a:srgbClr val="DC5900"/>
                  </a:solidFill>
                  <a:latin typeface="宋体" panose="02010600030101010101" pitchFamily="2" charset="-122"/>
                </a:rPr>
                <a:t>* </a:t>
              </a:r>
              <a:r>
                <a:rPr lang="en-US" altLang="zh-CN" sz="2000" b="1" baseline="30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L(U)</a:t>
              </a:r>
              <a:r>
                <a:rPr lang="en-US" altLang="zh-CN" sz="2000" b="1" baseline="30000">
                  <a:solidFill>
                    <a:srgbClr val="DC5900"/>
                  </a:solidFill>
                  <a:latin typeface="宋体" panose="02010600030101010101" pitchFamily="2" charset="-122"/>
                </a:rPr>
                <a:t>*</a:t>
              </a:r>
              <a:r>
                <a:rPr lang="zh-CN" altLang="en-US" sz="2000" b="1">
                  <a:solidFill>
                    <a:srgbClr val="DC5900"/>
                  </a:solidFill>
                  <a:latin typeface="宋体" panose="02010600030101010101" pitchFamily="2" charset="-122"/>
                </a:rPr>
                <a:t>（闭包）</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仅由有限次使用上述三步骤而得到的表达式才是∑上的</a:t>
              </a:r>
              <a:r>
                <a:rPr lang="zh-CN" altLang="en-US" sz="2000" b="1">
                  <a:solidFill>
                    <a:srgbClr val="FF0000"/>
                  </a:solidFill>
                  <a:latin typeface="宋体" panose="02010600030101010101" pitchFamily="2" charset="-122"/>
                </a:rPr>
                <a:t>正规式</a:t>
              </a:r>
              <a:r>
                <a:rPr lang="zh-CN" altLang="en-US" sz="2000" b="1">
                  <a:solidFill>
                    <a:srgbClr val="003399"/>
                  </a:solidFill>
                  <a:latin typeface="宋体" panose="02010600030101010101" pitchFamily="2" charset="-122"/>
                </a:rPr>
                <a:t>。仅由这 些正规式所表示的子集才是∑上的</a:t>
              </a:r>
              <a:r>
                <a:rPr lang="zh-CN" altLang="en-US" sz="2000" b="1">
                  <a:solidFill>
                    <a:srgbClr val="FF0000"/>
                  </a:solidFill>
                  <a:latin typeface="宋体" panose="02010600030101010101" pitchFamily="2" charset="-122"/>
                </a:rPr>
                <a:t>正规集</a:t>
              </a:r>
              <a:r>
                <a:rPr lang="zh-CN" altLang="en-US" sz="2000" b="1">
                  <a:solidFill>
                    <a:srgbClr val="003399"/>
                  </a:solidFill>
                  <a:latin typeface="宋体" panose="02010600030101010101" pitchFamily="2" charset="-122"/>
                </a:rPr>
                <a:t>。</a:t>
              </a:r>
            </a:p>
          </p:txBody>
        </p:sp>
      </p:grpSp>
      <p:sp>
        <p:nvSpPr>
          <p:cNvPr id="114699" name="AutoShape 11">
            <a:extLst>
              <a:ext uri="{FF2B5EF4-FFF2-40B4-BE49-F238E27FC236}">
                <a16:creationId xmlns:a16="http://schemas.microsoft.com/office/drawing/2014/main" id="{279888AF-21BD-5D7A-3EFF-9084C81DA9A7}"/>
              </a:ext>
            </a:extLst>
          </p:cNvPr>
          <p:cNvSpPr>
            <a:spLocks noChangeArrowheads="1"/>
          </p:cNvSpPr>
          <p:nvPr/>
        </p:nvSpPr>
        <p:spPr bwMode="auto">
          <a:xfrm>
            <a:off x="6605588" y="-233759"/>
            <a:ext cx="4386262" cy="2593181"/>
          </a:xfrm>
          <a:prstGeom prst="irregularSeal1">
            <a:avLst/>
          </a:prstGeom>
          <a:solidFill>
            <a:schemeClr val="bg1">
              <a:alpha val="98822"/>
            </a:schemeClr>
          </a:solidFill>
          <a:ln w="38100" algn="ctr">
            <a:solidFill>
              <a:srgbClr val="33CCCC"/>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1800" b="1">
                <a:solidFill>
                  <a:srgbClr val="3366FF"/>
                </a:solidFill>
                <a:latin typeface="宋体" panose="02010600030101010101" pitchFamily="2" charset="-122"/>
              </a:rPr>
              <a:t>运算符的优先顺序：先</a:t>
            </a:r>
            <a:r>
              <a:rPr lang="zh-CN" altLang="en-US" sz="1800" b="1">
                <a:solidFill>
                  <a:srgbClr val="FF0000"/>
                </a:solidFill>
                <a:latin typeface="宋体" panose="02010600030101010101" pitchFamily="2" charset="-122"/>
              </a:rPr>
              <a:t>“*”</a:t>
            </a:r>
            <a:r>
              <a:rPr lang="zh-CN" altLang="en-US" sz="1800" b="1">
                <a:solidFill>
                  <a:srgbClr val="3366FF"/>
                </a:solidFill>
                <a:latin typeface="宋体" panose="02010600030101010101" pitchFamily="2" charset="-122"/>
              </a:rPr>
              <a:t>，次</a:t>
            </a:r>
            <a:r>
              <a:rPr lang="zh-CN" altLang="en-US" sz="1800" b="1">
                <a:solidFill>
                  <a:srgbClr val="FF0000"/>
                </a:solidFill>
                <a:latin typeface="宋体" panose="02010600030101010101" pitchFamily="2" charset="-122"/>
              </a:rPr>
              <a:t>“</a:t>
            </a:r>
            <a:r>
              <a:rPr lang="en-US" altLang="zh-CN" sz="1800" b="1">
                <a:solidFill>
                  <a:srgbClr val="FF0000"/>
                </a:solidFill>
                <a:latin typeface="宋体" panose="02010600030101010101" pitchFamily="2" charset="-122"/>
              </a:rPr>
              <a:t>·”</a:t>
            </a:r>
            <a:r>
              <a:rPr lang="en-US" altLang="zh-CN" sz="1800" b="1">
                <a:solidFill>
                  <a:srgbClr val="3366FF"/>
                </a:solidFill>
                <a:latin typeface="宋体" panose="02010600030101010101" pitchFamily="2" charset="-122"/>
              </a:rPr>
              <a:t> </a:t>
            </a:r>
            <a:r>
              <a:rPr lang="zh-CN" altLang="en-US" sz="1800" b="1">
                <a:solidFill>
                  <a:srgbClr val="3366FF"/>
                </a:solidFill>
                <a:latin typeface="宋体" panose="02010600030101010101" pitchFamily="2" charset="-122"/>
              </a:rPr>
              <a:t>，最后</a:t>
            </a:r>
            <a:r>
              <a:rPr lang="zh-CN" altLang="en-US" sz="1800" b="1">
                <a:solidFill>
                  <a:srgbClr val="FF0000"/>
                </a:solidFill>
                <a:latin typeface="宋体" panose="02010600030101010101" pitchFamily="2" charset="-122"/>
              </a:rPr>
              <a:t>“</a:t>
            </a:r>
            <a:r>
              <a:rPr lang="en-US" altLang="zh-CN" sz="1800" b="1">
                <a:solidFill>
                  <a:srgbClr val="FF0000"/>
                </a:solidFill>
                <a:latin typeface="宋体" panose="02010600030101010101" pitchFamily="2" charset="-122"/>
              </a:rPr>
              <a:t>|”</a:t>
            </a:r>
          </a:p>
        </p:txBody>
      </p:sp>
      <p:grpSp>
        <p:nvGrpSpPr>
          <p:cNvPr id="4" name="Group 28">
            <a:extLst>
              <a:ext uri="{FF2B5EF4-FFF2-40B4-BE49-F238E27FC236}">
                <a16:creationId xmlns:a16="http://schemas.microsoft.com/office/drawing/2014/main" id="{C64A4FF8-5C58-ECA3-A4E7-18348D43AFB2}"/>
              </a:ext>
            </a:extLst>
          </p:cNvPr>
          <p:cNvGrpSpPr>
            <a:grpSpLocks/>
          </p:cNvGrpSpPr>
          <p:nvPr/>
        </p:nvGrpSpPr>
        <p:grpSpPr bwMode="auto">
          <a:xfrm>
            <a:off x="4800600" y="3556000"/>
            <a:ext cx="2374900" cy="2968624"/>
            <a:chOff x="2064" y="2240"/>
            <a:chExt cx="1496" cy="1870"/>
          </a:xfrm>
        </p:grpSpPr>
        <p:grpSp>
          <p:nvGrpSpPr>
            <p:cNvPr id="97304" name="Group 27">
              <a:extLst>
                <a:ext uri="{FF2B5EF4-FFF2-40B4-BE49-F238E27FC236}">
                  <a16:creationId xmlns:a16="http://schemas.microsoft.com/office/drawing/2014/main" id="{715EEC7A-9D96-6998-0C9D-69009DAF07DF}"/>
                </a:ext>
              </a:extLst>
            </p:cNvPr>
            <p:cNvGrpSpPr>
              <a:grpSpLocks/>
            </p:cNvGrpSpPr>
            <p:nvPr/>
          </p:nvGrpSpPr>
          <p:grpSpPr bwMode="auto">
            <a:xfrm>
              <a:off x="2789" y="2240"/>
              <a:ext cx="771" cy="1644"/>
              <a:chOff x="2789" y="2240"/>
              <a:chExt cx="771" cy="1644"/>
            </a:xfrm>
          </p:grpSpPr>
          <p:sp>
            <p:nvSpPr>
              <p:cNvPr id="97306" name="Oval 12">
                <a:extLst>
                  <a:ext uri="{FF2B5EF4-FFF2-40B4-BE49-F238E27FC236}">
                    <a16:creationId xmlns:a16="http://schemas.microsoft.com/office/drawing/2014/main" id="{BB66041D-73CA-3E1C-CACE-3FC4299134CA}"/>
                  </a:ext>
                </a:extLst>
              </p:cNvPr>
              <p:cNvSpPr>
                <a:spLocks noChangeArrowheads="1"/>
              </p:cNvSpPr>
              <p:nvPr/>
            </p:nvSpPr>
            <p:spPr bwMode="auto">
              <a:xfrm>
                <a:off x="3345" y="2240"/>
                <a:ext cx="215" cy="354"/>
              </a:xfrm>
              <a:prstGeom prst="ellipse">
                <a:avLst/>
              </a:prstGeom>
              <a:solidFill>
                <a:schemeClr val="bg1">
                  <a:alpha val="0"/>
                </a:schemeClr>
              </a:solidFill>
              <a:ln w="9525" algn="ctr">
                <a:solidFill>
                  <a:srgbClr val="FF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a:solidFill>
                    <a:srgbClr val="000000"/>
                  </a:solidFill>
                  <a:latin typeface="宋体" panose="02010600030101010101" pitchFamily="2" charset="-122"/>
                </a:endParaRPr>
              </a:p>
            </p:txBody>
          </p:sp>
          <p:grpSp>
            <p:nvGrpSpPr>
              <p:cNvPr id="97307" name="Group 13">
                <a:extLst>
                  <a:ext uri="{FF2B5EF4-FFF2-40B4-BE49-F238E27FC236}">
                    <a16:creationId xmlns:a16="http://schemas.microsoft.com/office/drawing/2014/main" id="{BA112EC3-6C54-5170-01AD-8E584F04E84B}"/>
                  </a:ext>
                </a:extLst>
              </p:cNvPr>
              <p:cNvGrpSpPr>
                <a:grpSpLocks/>
              </p:cNvGrpSpPr>
              <p:nvPr/>
            </p:nvGrpSpPr>
            <p:grpSpPr bwMode="auto">
              <a:xfrm>
                <a:off x="2789" y="2614"/>
                <a:ext cx="647" cy="1270"/>
                <a:chOff x="930" y="2659"/>
                <a:chExt cx="544" cy="1089"/>
              </a:xfrm>
            </p:grpSpPr>
            <p:sp>
              <p:nvSpPr>
                <p:cNvPr id="97308" name="Line 14">
                  <a:extLst>
                    <a:ext uri="{FF2B5EF4-FFF2-40B4-BE49-F238E27FC236}">
                      <a16:creationId xmlns:a16="http://schemas.microsoft.com/office/drawing/2014/main" id="{C324613C-9B9F-E2CC-5129-B2EED88A4CE5}"/>
                    </a:ext>
                  </a:extLst>
                </p:cNvPr>
                <p:cNvSpPr>
                  <a:spLocks noChangeShapeType="1"/>
                </p:cNvSpPr>
                <p:nvPr/>
              </p:nvSpPr>
              <p:spPr bwMode="auto">
                <a:xfrm>
                  <a:off x="1474" y="2659"/>
                  <a:ext cx="0" cy="1089"/>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97309" name="Line 15">
                  <a:extLst>
                    <a:ext uri="{FF2B5EF4-FFF2-40B4-BE49-F238E27FC236}">
                      <a16:creationId xmlns:a16="http://schemas.microsoft.com/office/drawing/2014/main" id="{D41E4CEC-841B-557E-1B56-0C5FFAEDD277}"/>
                    </a:ext>
                  </a:extLst>
                </p:cNvPr>
                <p:cNvSpPr>
                  <a:spLocks noChangeShapeType="1"/>
                </p:cNvSpPr>
                <p:nvPr/>
              </p:nvSpPr>
              <p:spPr bwMode="auto">
                <a:xfrm flipH="1">
                  <a:off x="930" y="3748"/>
                  <a:ext cx="544" cy="0"/>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sp>
          <p:nvSpPr>
            <p:cNvPr id="97305" name="Rectangle 16">
              <a:extLst>
                <a:ext uri="{FF2B5EF4-FFF2-40B4-BE49-F238E27FC236}">
                  <a16:creationId xmlns:a16="http://schemas.microsoft.com/office/drawing/2014/main" id="{13CBA967-5413-0981-A392-8A852588A935}"/>
                </a:ext>
              </a:extLst>
            </p:cNvPr>
            <p:cNvSpPr>
              <a:spLocks noChangeArrowheads="1"/>
            </p:cNvSpPr>
            <p:nvPr/>
          </p:nvSpPr>
          <p:spPr bwMode="auto">
            <a:xfrm>
              <a:off x="2064" y="3700"/>
              <a:ext cx="726" cy="41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3366FF"/>
                  </a:solidFill>
                  <a:latin typeface="宋体" panose="02010600030101010101" pitchFamily="2" charset="-122"/>
                </a:rPr>
                <a:t>“</a:t>
              </a:r>
              <a:r>
                <a:rPr lang="en-US" altLang="zh-CN" sz="1800" b="1">
                  <a:solidFill>
                    <a:srgbClr val="FF0000"/>
                  </a:solidFill>
                  <a:latin typeface="宋体" panose="02010600030101010101" pitchFamily="2" charset="-122"/>
                </a:rPr>
                <a:t>|</a:t>
              </a:r>
              <a:r>
                <a:rPr lang="en-US" altLang="zh-CN" sz="1800" b="1">
                  <a:solidFill>
                    <a:srgbClr val="3366FF"/>
                  </a:solidFill>
                  <a:latin typeface="宋体" panose="02010600030101010101" pitchFamily="2" charset="-122"/>
                </a:rPr>
                <a:t>”</a:t>
              </a:r>
              <a:r>
                <a:rPr lang="zh-CN" altLang="en-US" sz="1800" b="1">
                  <a:solidFill>
                    <a:srgbClr val="3366FF"/>
                  </a:solidFill>
                  <a:latin typeface="宋体" panose="02010600030101010101" pitchFamily="2" charset="-122"/>
                </a:rPr>
                <a:t>读做“或”</a:t>
              </a:r>
            </a:p>
          </p:txBody>
        </p:sp>
      </p:grpSp>
      <p:grpSp>
        <p:nvGrpSpPr>
          <p:cNvPr id="7" name="Group 30">
            <a:extLst>
              <a:ext uri="{FF2B5EF4-FFF2-40B4-BE49-F238E27FC236}">
                <a16:creationId xmlns:a16="http://schemas.microsoft.com/office/drawing/2014/main" id="{506A3032-0325-BD0E-99A1-A53754F468D6}"/>
              </a:ext>
            </a:extLst>
          </p:cNvPr>
          <p:cNvGrpSpPr>
            <a:grpSpLocks/>
          </p:cNvGrpSpPr>
          <p:nvPr/>
        </p:nvGrpSpPr>
        <p:grpSpPr bwMode="auto">
          <a:xfrm>
            <a:off x="4656138" y="3990976"/>
            <a:ext cx="2519362" cy="2609849"/>
            <a:chOff x="1973" y="2514"/>
            <a:chExt cx="1587" cy="1644"/>
          </a:xfrm>
        </p:grpSpPr>
        <p:grpSp>
          <p:nvGrpSpPr>
            <p:cNvPr id="97298" name="Group 29">
              <a:extLst>
                <a:ext uri="{FF2B5EF4-FFF2-40B4-BE49-F238E27FC236}">
                  <a16:creationId xmlns:a16="http://schemas.microsoft.com/office/drawing/2014/main" id="{138A6996-C07B-64A4-3BCA-CC736AF88E1D}"/>
                </a:ext>
              </a:extLst>
            </p:cNvPr>
            <p:cNvGrpSpPr>
              <a:grpSpLocks/>
            </p:cNvGrpSpPr>
            <p:nvPr/>
          </p:nvGrpSpPr>
          <p:grpSpPr bwMode="auto">
            <a:xfrm>
              <a:off x="2925" y="2514"/>
              <a:ext cx="635" cy="1506"/>
              <a:chOff x="3651" y="2514"/>
              <a:chExt cx="635" cy="1506"/>
            </a:xfrm>
          </p:grpSpPr>
          <p:sp>
            <p:nvSpPr>
              <p:cNvPr id="97300" name="Oval 17">
                <a:extLst>
                  <a:ext uri="{FF2B5EF4-FFF2-40B4-BE49-F238E27FC236}">
                    <a16:creationId xmlns:a16="http://schemas.microsoft.com/office/drawing/2014/main" id="{1B2F6A7C-3738-74D4-EB97-47F0C836D651}"/>
                  </a:ext>
                </a:extLst>
              </p:cNvPr>
              <p:cNvSpPr>
                <a:spLocks noChangeArrowheads="1"/>
              </p:cNvSpPr>
              <p:nvPr/>
            </p:nvSpPr>
            <p:spPr bwMode="auto">
              <a:xfrm>
                <a:off x="4105" y="2514"/>
                <a:ext cx="181" cy="354"/>
              </a:xfrm>
              <a:prstGeom prst="ellipse">
                <a:avLst/>
              </a:prstGeom>
              <a:solidFill>
                <a:schemeClr val="bg1">
                  <a:alpha val="0"/>
                </a:schemeClr>
              </a:solidFill>
              <a:ln w="9525" algn="ctr">
                <a:solidFill>
                  <a:srgbClr val="FF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2000" b="1">
                  <a:solidFill>
                    <a:srgbClr val="000000"/>
                  </a:solidFill>
                  <a:latin typeface="宋体" panose="02010600030101010101" pitchFamily="2" charset="-122"/>
                </a:endParaRPr>
              </a:p>
            </p:txBody>
          </p:sp>
          <p:grpSp>
            <p:nvGrpSpPr>
              <p:cNvPr id="97301" name="Group 18">
                <a:extLst>
                  <a:ext uri="{FF2B5EF4-FFF2-40B4-BE49-F238E27FC236}">
                    <a16:creationId xmlns:a16="http://schemas.microsoft.com/office/drawing/2014/main" id="{14F10E24-B48E-4F16-42D6-80D39A462037}"/>
                  </a:ext>
                </a:extLst>
              </p:cNvPr>
              <p:cNvGrpSpPr>
                <a:grpSpLocks/>
              </p:cNvGrpSpPr>
              <p:nvPr/>
            </p:nvGrpSpPr>
            <p:grpSpPr bwMode="auto">
              <a:xfrm>
                <a:off x="3651" y="2886"/>
                <a:ext cx="545" cy="1134"/>
                <a:chOff x="930" y="2659"/>
                <a:chExt cx="544" cy="1089"/>
              </a:xfrm>
            </p:grpSpPr>
            <p:sp>
              <p:nvSpPr>
                <p:cNvPr id="97302" name="Line 19">
                  <a:extLst>
                    <a:ext uri="{FF2B5EF4-FFF2-40B4-BE49-F238E27FC236}">
                      <a16:creationId xmlns:a16="http://schemas.microsoft.com/office/drawing/2014/main" id="{6D849BC2-E0C4-17B4-0297-3F204AA26056}"/>
                    </a:ext>
                  </a:extLst>
                </p:cNvPr>
                <p:cNvSpPr>
                  <a:spLocks noChangeShapeType="1"/>
                </p:cNvSpPr>
                <p:nvPr/>
              </p:nvSpPr>
              <p:spPr bwMode="auto">
                <a:xfrm>
                  <a:off x="1474" y="2659"/>
                  <a:ext cx="0" cy="1089"/>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97303" name="Line 20">
                  <a:extLst>
                    <a:ext uri="{FF2B5EF4-FFF2-40B4-BE49-F238E27FC236}">
                      <a16:creationId xmlns:a16="http://schemas.microsoft.com/office/drawing/2014/main" id="{19889120-A382-25DD-EF6F-623E2373D435}"/>
                    </a:ext>
                  </a:extLst>
                </p:cNvPr>
                <p:cNvSpPr>
                  <a:spLocks noChangeShapeType="1"/>
                </p:cNvSpPr>
                <p:nvPr/>
              </p:nvSpPr>
              <p:spPr bwMode="auto">
                <a:xfrm flipH="1">
                  <a:off x="930" y="3748"/>
                  <a:ext cx="544" cy="0"/>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sp>
          <p:nvSpPr>
            <p:cNvPr id="97299" name="Rectangle 21">
              <a:extLst>
                <a:ext uri="{FF2B5EF4-FFF2-40B4-BE49-F238E27FC236}">
                  <a16:creationId xmlns:a16="http://schemas.microsoft.com/office/drawing/2014/main" id="{72EC4550-4578-5134-F2AC-433B7EE6C04C}"/>
                </a:ext>
              </a:extLst>
            </p:cNvPr>
            <p:cNvSpPr>
              <a:spLocks noChangeArrowheads="1"/>
            </p:cNvSpPr>
            <p:nvPr/>
          </p:nvSpPr>
          <p:spPr bwMode="auto">
            <a:xfrm>
              <a:off x="1973" y="3748"/>
              <a:ext cx="953" cy="41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3366FF"/>
                  </a:solidFill>
                  <a:latin typeface="宋体" panose="02010600030101010101" pitchFamily="2" charset="-122"/>
                </a:rPr>
                <a:t>“</a:t>
              </a:r>
              <a:r>
                <a:rPr lang="en-US" altLang="zh-CN" sz="1800" b="1">
                  <a:solidFill>
                    <a:srgbClr val="FF0000"/>
                  </a:solidFill>
                  <a:latin typeface="宋体" panose="02010600030101010101" pitchFamily="2" charset="-122"/>
                </a:rPr>
                <a:t>·</a:t>
              </a:r>
              <a:r>
                <a:rPr lang="en-US" altLang="zh-CN" sz="1800" b="1">
                  <a:solidFill>
                    <a:srgbClr val="3366FF"/>
                  </a:solidFill>
                  <a:latin typeface="宋体" panose="02010600030101010101" pitchFamily="2" charset="-122"/>
                </a:rPr>
                <a:t>”</a:t>
              </a:r>
              <a:r>
                <a:rPr lang="zh-CN" altLang="en-US" sz="1800" b="1">
                  <a:solidFill>
                    <a:srgbClr val="3366FF"/>
                  </a:solidFill>
                  <a:latin typeface="宋体" panose="02010600030101010101" pitchFamily="2" charset="-122"/>
                </a:rPr>
                <a:t>读做“连接”</a:t>
              </a:r>
            </a:p>
          </p:txBody>
        </p:sp>
      </p:grpSp>
      <p:grpSp>
        <p:nvGrpSpPr>
          <p:cNvPr id="10" name="Group 31">
            <a:extLst>
              <a:ext uri="{FF2B5EF4-FFF2-40B4-BE49-F238E27FC236}">
                <a16:creationId xmlns:a16="http://schemas.microsoft.com/office/drawing/2014/main" id="{EA231B6C-EEFC-B5C9-D5A5-2550F904DD2A}"/>
              </a:ext>
            </a:extLst>
          </p:cNvPr>
          <p:cNvGrpSpPr>
            <a:grpSpLocks/>
          </p:cNvGrpSpPr>
          <p:nvPr/>
        </p:nvGrpSpPr>
        <p:grpSpPr bwMode="auto">
          <a:xfrm>
            <a:off x="4587875" y="4351338"/>
            <a:ext cx="2516188" cy="2249488"/>
            <a:chOff x="3334" y="2741"/>
            <a:chExt cx="1585" cy="1417"/>
          </a:xfrm>
        </p:grpSpPr>
        <p:sp>
          <p:nvSpPr>
            <p:cNvPr id="97293" name="Oval 22">
              <a:extLst>
                <a:ext uri="{FF2B5EF4-FFF2-40B4-BE49-F238E27FC236}">
                  <a16:creationId xmlns:a16="http://schemas.microsoft.com/office/drawing/2014/main" id="{ABBE0B7D-D470-F167-49A3-F90C9C87BFAD}"/>
                </a:ext>
              </a:extLst>
            </p:cNvPr>
            <p:cNvSpPr>
              <a:spLocks noChangeArrowheads="1"/>
            </p:cNvSpPr>
            <p:nvPr/>
          </p:nvSpPr>
          <p:spPr bwMode="auto">
            <a:xfrm>
              <a:off x="4785" y="2741"/>
              <a:ext cx="134" cy="354"/>
            </a:xfrm>
            <a:prstGeom prst="ellipse">
              <a:avLst/>
            </a:prstGeom>
            <a:solidFill>
              <a:schemeClr val="bg1">
                <a:alpha val="0"/>
              </a:schemeClr>
            </a:solidFill>
            <a:ln w="9525" algn="ctr">
              <a:solidFill>
                <a:srgbClr val="FF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a:solidFill>
                  <a:srgbClr val="000000"/>
                </a:solidFill>
                <a:latin typeface="宋体" panose="02010600030101010101" pitchFamily="2" charset="-122"/>
              </a:endParaRPr>
            </a:p>
          </p:txBody>
        </p:sp>
        <p:grpSp>
          <p:nvGrpSpPr>
            <p:cNvPr id="97294" name="Group 23">
              <a:extLst>
                <a:ext uri="{FF2B5EF4-FFF2-40B4-BE49-F238E27FC236}">
                  <a16:creationId xmlns:a16="http://schemas.microsoft.com/office/drawing/2014/main" id="{1B4B27B1-C589-3894-D92A-86AEEFD18514}"/>
                </a:ext>
              </a:extLst>
            </p:cNvPr>
            <p:cNvGrpSpPr>
              <a:grpSpLocks/>
            </p:cNvGrpSpPr>
            <p:nvPr/>
          </p:nvGrpSpPr>
          <p:grpSpPr bwMode="auto">
            <a:xfrm>
              <a:off x="4286" y="3067"/>
              <a:ext cx="544" cy="908"/>
              <a:chOff x="930" y="2659"/>
              <a:chExt cx="544" cy="1089"/>
            </a:xfrm>
          </p:grpSpPr>
          <p:sp>
            <p:nvSpPr>
              <p:cNvPr id="97296" name="Line 24">
                <a:extLst>
                  <a:ext uri="{FF2B5EF4-FFF2-40B4-BE49-F238E27FC236}">
                    <a16:creationId xmlns:a16="http://schemas.microsoft.com/office/drawing/2014/main" id="{246BCF19-4F89-1EB4-60AC-FD24E4E51A45}"/>
                  </a:ext>
                </a:extLst>
              </p:cNvPr>
              <p:cNvSpPr>
                <a:spLocks noChangeShapeType="1"/>
              </p:cNvSpPr>
              <p:nvPr/>
            </p:nvSpPr>
            <p:spPr bwMode="auto">
              <a:xfrm>
                <a:off x="1474" y="2659"/>
                <a:ext cx="0" cy="1089"/>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97297" name="Line 25">
                <a:extLst>
                  <a:ext uri="{FF2B5EF4-FFF2-40B4-BE49-F238E27FC236}">
                    <a16:creationId xmlns:a16="http://schemas.microsoft.com/office/drawing/2014/main" id="{9394B36F-5C9A-FF1E-31D5-DFA2B2D584E0}"/>
                  </a:ext>
                </a:extLst>
              </p:cNvPr>
              <p:cNvSpPr>
                <a:spLocks noChangeShapeType="1"/>
              </p:cNvSpPr>
              <p:nvPr/>
            </p:nvSpPr>
            <p:spPr bwMode="auto">
              <a:xfrm flipH="1">
                <a:off x="930" y="3748"/>
                <a:ext cx="544" cy="0"/>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97295" name="Rectangle 26">
              <a:extLst>
                <a:ext uri="{FF2B5EF4-FFF2-40B4-BE49-F238E27FC236}">
                  <a16:creationId xmlns:a16="http://schemas.microsoft.com/office/drawing/2014/main" id="{2B2F1F57-C560-F9CE-AE2B-4EDA48B4DAC2}"/>
                </a:ext>
              </a:extLst>
            </p:cNvPr>
            <p:cNvSpPr>
              <a:spLocks noChangeArrowheads="1"/>
            </p:cNvSpPr>
            <p:nvPr/>
          </p:nvSpPr>
          <p:spPr bwMode="auto">
            <a:xfrm>
              <a:off x="3334" y="3748"/>
              <a:ext cx="953" cy="41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1800" b="1">
                  <a:solidFill>
                    <a:srgbClr val="3366FF"/>
                  </a:solidFill>
                  <a:latin typeface="宋体" panose="02010600030101010101" pitchFamily="2" charset="-122"/>
                </a:rPr>
                <a:t>“</a:t>
              </a:r>
              <a:r>
                <a:rPr lang="en-US" altLang="zh-CN" sz="1800" b="1">
                  <a:solidFill>
                    <a:srgbClr val="FF0000"/>
                  </a:solidFill>
                  <a:latin typeface="宋体" panose="02010600030101010101" pitchFamily="2" charset="-122"/>
                </a:rPr>
                <a:t>*</a:t>
              </a:r>
              <a:r>
                <a:rPr lang="en-US" altLang="zh-CN" sz="1800" b="1">
                  <a:solidFill>
                    <a:srgbClr val="3366FF"/>
                  </a:solidFill>
                  <a:latin typeface="宋体" panose="02010600030101010101" pitchFamily="2" charset="-122"/>
                </a:rPr>
                <a:t>”</a:t>
              </a:r>
              <a:r>
                <a:rPr lang="zh-CN" altLang="en-US" sz="1800" b="1">
                  <a:solidFill>
                    <a:srgbClr val="3366FF"/>
                  </a:solidFill>
                  <a:latin typeface="宋体" panose="02010600030101010101" pitchFamily="2" charset="-122"/>
                </a:rPr>
                <a:t>读做“闭包”</a:t>
              </a:r>
            </a:p>
          </p:txBody>
        </p:sp>
      </p:grpSp>
      <p:grpSp>
        <p:nvGrpSpPr>
          <p:cNvPr id="12" name="Group 32">
            <a:extLst>
              <a:ext uri="{FF2B5EF4-FFF2-40B4-BE49-F238E27FC236}">
                <a16:creationId xmlns:a16="http://schemas.microsoft.com/office/drawing/2014/main" id="{C26A03B4-7E72-64A0-ADA6-B26EE503850C}"/>
              </a:ext>
            </a:extLst>
          </p:cNvPr>
          <p:cNvGrpSpPr>
            <a:grpSpLocks/>
          </p:cNvGrpSpPr>
          <p:nvPr/>
        </p:nvGrpSpPr>
        <p:grpSpPr bwMode="auto">
          <a:xfrm>
            <a:off x="2424113" y="1844676"/>
            <a:ext cx="7632700" cy="4381631"/>
            <a:chOff x="204" y="346"/>
            <a:chExt cx="5307" cy="4128"/>
          </a:xfrm>
        </p:grpSpPr>
        <p:grpSp>
          <p:nvGrpSpPr>
            <p:cNvPr id="97289" name="Group 33">
              <a:extLst>
                <a:ext uri="{FF2B5EF4-FFF2-40B4-BE49-F238E27FC236}">
                  <a16:creationId xmlns:a16="http://schemas.microsoft.com/office/drawing/2014/main" id="{D78CF152-7DBF-5A7B-C829-A9247AD79B68}"/>
                </a:ext>
              </a:extLst>
            </p:cNvPr>
            <p:cNvGrpSpPr>
              <a:grpSpLocks/>
            </p:cNvGrpSpPr>
            <p:nvPr/>
          </p:nvGrpSpPr>
          <p:grpSpPr bwMode="auto">
            <a:xfrm>
              <a:off x="204" y="346"/>
              <a:ext cx="5216" cy="3492"/>
              <a:chOff x="720" y="480"/>
              <a:chExt cx="4224" cy="1390"/>
            </a:xfrm>
          </p:grpSpPr>
          <p:graphicFrame>
            <p:nvGraphicFramePr>
              <p:cNvPr id="97291" name="Object 34">
                <a:extLst>
                  <a:ext uri="{FF2B5EF4-FFF2-40B4-BE49-F238E27FC236}">
                    <a16:creationId xmlns:a16="http://schemas.microsoft.com/office/drawing/2014/main" id="{D38899BF-275F-1FEF-2A12-BBCF6A9BF77D}"/>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97291" name="Object 34">
                            <a:extLst>
                              <a:ext uri="{FF2B5EF4-FFF2-40B4-BE49-F238E27FC236}">
                                <a16:creationId xmlns:a16="http://schemas.microsoft.com/office/drawing/2014/main" id="{D38899BF-275F-1FEF-2A12-BBCF6A9BF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92" name="Object 35">
                <a:extLst>
                  <a:ext uri="{FF2B5EF4-FFF2-40B4-BE49-F238E27FC236}">
                    <a16:creationId xmlns:a16="http://schemas.microsoft.com/office/drawing/2014/main" id="{D095A49F-1591-D610-F98A-062D5075EC3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97292" name="Object 35">
                            <a:extLst>
                              <a:ext uri="{FF2B5EF4-FFF2-40B4-BE49-F238E27FC236}">
                                <a16:creationId xmlns:a16="http://schemas.microsoft.com/office/drawing/2014/main" id="{D095A49F-1591-D610-F98A-062D5075EC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7290" name="Text Box 36">
              <a:extLst>
                <a:ext uri="{FF2B5EF4-FFF2-40B4-BE49-F238E27FC236}">
                  <a16:creationId xmlns:a16="http://schemas.microsoft.com/office/drawing/2014/main" id="{3BB399D5-FDF7-5DD3-CE8B-85410939EF33}"/>
                </a:ext>
              </a:extLst>
            </p:cNvPr>
            <p:cNvSpPr txBox="1">
              <a:spLocks noChangeArrowheads="1"/>
            </p:cNvSpPr>
            <p:nvPr/>
          </p:nvSpPr>
          <p:spPr bwMode="auto">
            <a:xfrm>
              <a:off x="250" y="516"/>
              <a:ext cx="5261" cy="3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rPr>
                <a:t>∑* </a:t>
              </a:r>
              <a:r>
                <a:rPr lang="zh-CN" altLang="en-US" sz="2400" b="1">
                  <a:solidFill>
                    <a:srgbClr val="003399"/>
                  </a:solidFill>
                </a:rPr>
                <a:t>的子集 </a:t>
              </a:r>
              <a:r>
                <a:rPr lang="en-US" altLang="zh-CN" sz="2400" b="1">
                  <a:solidFill>
                    <a:srgbClr val="DC5900"/>
                  </a:solidFill>
                </a:rPr>
                <a:t>U , V</a:t>
              </a:r>
              <a:r>
                <a:rPr lang="zh-CN" altLang="en-US" sz="2400" b="1">
                  <a:solidFill>
                    <a:srgbClr val="003399"/>
                  </a:solidFill>
                </a:rPr>
                <a:t>：</a:t>
              </a:r>
            </a:p>
            <a:p>
              <a:pPr fontAlgn="base">
                <a:spcBef>
                  <a:spcPct val="50000"/>
                </a:spcBef>
                <a:spcAft>
                  <a:spcPct val="0"/>
                </a:spcAft>
                <a:buClrTx/>
                <a:buSzTx/>
                <a:buNone/>
              </a:pPr>
              <a:r>
                <a:rPr lang="zh-CN" altLang="en-US" sz="2400" b="1">
                  <a:solidFill>
                    <a:srgbClr val="003399"/>
                  </a:solidFill>
                </a:rPr>
                <a:t>      </a:t>
              </a:r>
              <a:r>
                <a:rPr lang="zh-CN" altLang="en-US" sz="2400" b="1">
                  <a:solidFill>
                    <a:srgbClr val="DC5900"/>
                  </a:solidFill>
                </a:rPr>
                <a:t>积</a:t>
              </a:r>
              <a:r>
                <a:rPr lang="zh-CN" altLang="en-US" sz="2400" b="1">
                  <a:solidFill>
                    <a:srgbClr val="003399"/>
                  </a:solidFill>
                </a:rPr>
                <a:t>                       </a:t>
              </a:r>
              <a:r>
                <a:rPr lang="en-US" altLang="zh-CN" sz="2400" b="1">
                  <a:solidFill>
                    <a:srgbClr val="003399"/>
                  </a:solidFill>
                </a:rPr>
                <a:t>UV ={</a:t>
              </a:r>
              <a:r>
                <a:rPr lang="el-GR" altLang="zh-CN" sz="2400" b="1">
                  <a:solidFill>
                    <a:srgbClr val="003399"/>
                  </a:solidFill>
                  <a:cs typeface="Arial" panose="020B0604020202020204" pitchFamily="34" charset="0"/>
                </a:rPr>
                <a:t>αβ</a:t>
              </a:r>
              <a:r>
                <a:rPr lang="en-US" altLang="zh-CN" sz="2400" b="1">
                  <a:solidFill>
                    <a:srgbClr val="003399"/>
                  </a:solidFill>
                  <a:cs typeface="Arial" panose="020B0604020202020204" pitchFamily="34" charset="0"/>
                </a:rPr>
                <a:t>|</a:t>
              </a:r>
              <a:r>
                <a:rPr lang="el-GR" altLang="zh-CN" sz="2400" b="1">
                  <a:solidFill>
                    <a:srgbClr val="003399"/>
                  </a:solidFill>
                  <a:cs typeface="Arial" panose="020B0604020202020204" pitchFamily="34" charset="0"/>
                </a:rPr>
                <a:t>α</a:t>
              </a:r>
              <a:r>
                <a:rPr lang="el-GR" altLang="zh-CN" sz="2400" b="1">
                  <a:solidFill>
                    <a:srgbClr val="003399"/>
                  </a:solidFill>
                  <a:latin typeface="宋体" panose="02010600030101010101" pitchFamily="2" charset="-122"/>
                  <a:cs typeface="Arial" panose="020B0604020202020204" pitchFamily="34" charset="0"/>
                </a:rPr>
                <a:t>∈</a:t>
              </a:r>
              <a:r>
                <a:rPr lang="en-US" altLang="zh-CN" sz="2400" b="1">
                  <a:solidFill>
                    <a:srgbClr val="003399"/>
                  </a:solidFill>
                  <a:latin typeface="宋体" panose="02010600030101010101" pitchFamily="2" charset="-122"/>
                  <a:cs typeface="Arial" panose="020B0604020202020204" pitchFamily="34" charset="0"/>
                </a:rPr>
                <a:t> U </a:t>
              </a:r>
              <a:r>
                <a:rPr lang="en-US" altLang="zh-CN" sz="2400" b="1">
                  <a:solidFill>
                    <a:srgbClr val="003399"/>
                  </a:solidFill>
                  <a:cs typeface="Arial" panose="020B0604020202020204" pitchFamily="34" charset="0"/>
                </a:rPr>
                <a:t>&amp; </a:t>
              </a:r>
              <a:r>
                <a:rPr lang="el-GR" altLang="zh-CN" sz="2400" b="1">
                  <a:solidFill>
                    <a:srgbClr val="003399"/>
                  </a:solidFill>
                  <a:cs typeface="Arial" panose="020B0604020202020204" pitchFamily="34" charset="0"/>
                </a:rPr>
                <a:t>β</a:t>
              </a:r>
              <a:r>
                <a:rPr lang="el-GR" altLang="zh-CN" sz="2400" b="1">
                  <a:solidFill>
                    <a:srgbClr val="003399"/>
                  </a:solidFill>
                  <a:latin typeface="宋体" panose="02010600030101010101" pitchFamily="2" charset="-122"/>
                  <a:cs typeface="Arial" panose="020B0604020202020204" pitchFamily="34" charset="0"/>
                </a:rPr>
                <a:t>∈</a:t>
              </a:r>
              <a:r>
                <a:rPr lang="en-US" altLang="zh-CN" sz="2400" b="1">
                  <a:solidFill>
                    <a:srgbClr val="003399"/>
                  </a:solidFill>
                  <a:latin typeface="宋体" panose="02010600030101010101" pitchFamily="2" charset="-122"/>
                  <a:cs typeface="Arial" panose="020B0604020202020204" pitchFamily="34" charset="0"/>
                </a:rPr>
                <a:t>V </a:t>
              </a:r>
              <a:r>
                <a:rPr lang="en-US" altLang="zh-CN" sz="2400" b="1">
                  <a:solidFill>
                    <a:srgbClr val="003399"/>
                  </a:solidFill>
                </a:rPr>
                <a:t>}</a:t>
              </a:r>
            </a:p>
            <a:p>
              <a:pPr fontAlgn="base">
                <a:spcBef>
                  <a:spcPct val="50000"/>
                </a:spcBef>
                <a:spcAft>
                  <a:spcPct val="0"/>
                </a:spcAft>
                <a:buClrTx/>
                <a:buSzTx/>
                <a:buNone/>
              </a:pPr>
              <a:r>
                <a:rPr lang="en-US" altLang="zh-CN" sz="2400" b="1">
                  <a:solidFill>
                    <a:srgbClr val="003399"/>
                  </a:solidFill>
                </a:rPr>
                <a:t>      </a:t>
              </a:r>
              <a:r>
                <a:rPr lang="en-US" altLang="zh-CN" sz="2400" b="1">
                  <a:solidFill>
                    <a:srgbClr val="DC5900"/>
                  </a:solidFill>
                </a:rPr>
                <a:t>n</a:t>
              </a:r>
              <a:r>
                <a:rPr lang="zh-CN" altLang="en-US" sz="2400" b="1">
                  <a:solidFill>
                    <a:srgbClr val="DC5900"/>
                  </a:solidFill>
                </a:rPr>
                <a:t>次积</a:t>
              </a:r>
              <a:r>
                <a:rPr lang="zh-CN" altLang="en-US" sz="2400" b="1">
                  <a:solidFill>
                    <a:srgbClr val="003399"/>
                  </a:solidFill>
                </a:rPr>
                <a:t>                 </a:t>
              </a:r>
              <a:r>
                <a:rPr lang="en-US" altLang="zh-CN" sz="2400" b="1">
                  <a:solidFill>
                    <a:srgbClr val="003399"/>
                  </a:solidFill>
                </a:rPr>
                <a:t>V </a:t>
              </a:r>
              <a:r>
                <a:rPr lang="en-US" altLang="zh-CN" sz="2400" b="1" baseline="30000">
                  <a:solidFill>
                    <a:srgbClr val="003399"/>
                  </a:solidFill>
                </a:rPr>
                <a:t>n</a:t>
              </a:r>
              <a:r>
                <a:rPr lang="en-US" altLang="zh-CN" sz="2400" b="1">
                  <a:solidFill>
                    <a:srgbClr val="003399"/>
                  </a:solidFill>
                </a:rPr>
                <a:t>=  VVV… V</a:t>
              </a:r>
            </a:p>
            <a:p>
              <a:pPr fontAlgn="base">
                <a:spcBef>
                  <a:spcPct val="50000"/>
                </a:spcBef>
                <a:spcAft>
                  <a:spcPct val="0"/>
                </a:spcAft>
                <a:buClrTx/>
                <a:buSzTx/>
                <a:buNone/>
              </a:pPr>
              <a:r>
                <a:rPr lang="en-US" altLang="zh-CN" sz="2400" b="1">
                  <a:solidFill>
                    <a:srgbClr val="003399"/>
                  </a:solidFill>
                </a:rPr>
                <a:t>                                 V</a:t>
              </a:r>
              <a:r>
                <a:rPr lang="en-US" altLang="zh-CN" sz="2400" b="1" baseline="30000">
                  <a:solidFill>
                    <a:srgbClr val="003399"/>
                  </a:solidFill>
                </a:rPr>
                <a:t>0</a:t>
              </a:r>
              <a:r>
                <a:rPr lang="en-US" altLang="zh-CN" sz="2400" b="1">
                  <a:solidFill>
                    <a:srgbClr val="003399"/>
                  </a:solidFill>
                </a:rPr>
                <a:t> = {</a:t>
              </a:r>
              <a:r>
                <a:rPr lang="el-GR" altLang="zh-CN" sz="2400" b="1">
                  <a:solidFill>
                    <a:srgbClr val="003399"/>
                  </a:solidFill>
                  <a:cs typeface="Arial" panose="020B0604020202020204" pitchFamily="34" charset="0"/>
                </a:rPr>
                <a:t>ε</a:t>
              </a:r>
              <a:r>
                <a:rPr lang="en-US" altLang="zh-CN" sz="2400" b="1">
                  <a:solidFill>
                    <a:srgbClr val="003399"/>
                  </a:solidFill>
                </a:rPr>
                <a:t>}</a:t>
              </a:r>
            </a:p>
            <a:p>
              <a:pPr fontAlgn="base">
                <a:spcBef>
                  <a:spcPct val="50000"/>
                </a:spcBef>
                <a:spcAft>
                  <a:spcPct val="0"/>
                </a:spcAft>
                <a:buClrTx/>
                <a:buSzTx/>
                <a:buNone/>
              </a:pPr>
              <a:r>
                <a:rPr lang="en-US" altLang="zh-CN" sz="2400" b="1">
                  <a:solidFill>
                    <a:srgbClr val="DC5900"/>
                  </a:solidFill>
                </a:rPr>
                <a:t>      V</a:t>
              </a:r>
              <a:r>
                <a:rPr lang="zh-CN" altLang="en-US" sz="2400" b="1">
                  <a:solidFill>
                    <a:srgbClr val="DC5900"/>
                  </a:solidFill>
                </a:rPr>
                <a:t>的闭包</a:t>
              </a:r>
              <a:r>
                <a:rPr lang="zh-CN" altLang="en-US" sz="2400" b="1">
                  <a:solidFill>
                    <a:srgbClr val="003399"/>
                  </a:solidFill>
                </a:rPr>
                <a:t>              </a:t>
              </a:r>
              <a:r>
                <a:rPr lang="en-US" altLang="zh-CN" sz="2400" b="1">
                  <a:solidFill>
                    <a:srgbClr val="003399"/>
                  </a:solidFill>
                </a:rPr>
                <a:t>V*  = V</a:t>
              </a:r>
              <a:r>
                <a:rPr lang="en-US" altLang="zh-CN" sz="2400" b="1" baseline="30000">
                  <a:solidFill>
                    <a:srgbClr val="003399"/>
                  </a:solidFill>
                </a:rPr>
                <a:t>0</a:t>
              </a:r>
              <a:r>
                <a:rPr lang="en-US" altLang="zh-CN" sz="2400" b="1">
                  <a:solidFill>
                    <a:srgbClr val="003399"/>
                  </a:solidFill>
                </a:rPr>
                <a:t>  </a:t>
              </a:r>
              <a:r>
                <a:rPr lang="en-US" altLang="zh-CN" sz="2400" b="1">
                  <a:solidFill>
                    <a:srgbClr val="003399"/>
                  </a:solidFill>
                  <a:cs typeface="Arial" panose="020B0604020202020204" pitchFamily="34" charset="0"/>
                </a:rPr>
                <a:t>U  </a:t>
              </a:r>
              <a:r>
                <a:rPr lang="en-US" altLang="zh-CN" sz="2400" b="1">
                  <a:solidFill>
                    <a:srgbClr val="003399"/>
                  </a:solidFill>
                </a:rPr>
                <a:t>V</a:t>
              </a:r>
              <a:r>
                <a:rPr lang="en-US" altLang="zh-CN" sz="2400" b="1" baseline="30000">
                  <a:solidFill>
                    <a:srgbClr val="003399"/>
                  </a:solidFill>
                </a:rPr>
                <a:t>1</a:t>
              </a:r>
              <a:r>
                <a:rPr lang="en-US" altLang="zh-CN" sz="2400" b="1">
                  <a:solidFill>
                    <a:srgbClr val="003399"/>
                  </a:solidFill>
                </a:rPr>
                <a:t> </a:t>
              </a:r>
              <a:r>
                <a:rPr lang="en-US" altLang="zh-CN" sz="2400" b="1">
                  <a:solidFill>
                    <a:srgbClr val="003399"/>
                  </a:solidFill>
                  <a:cs typeface="Arial" panose="020B0604020202020204" pitchFamily="34" charset="0"/>
                </a:rPr>
                <a:t> </a:t>
              </a:r>
              <a:r>
                <a:rPr lang="en-US" altLang="zh-CN" sz="2400" b="1">
                  <a:solidFill>
                    <a:srgbClr val="003399"/>
                  </a:solidFill>
                </a:rPr>
                <a:t>U  V</a:t>
              </a:r>
              <a:r>
                <a:rPr lang="en-US" altLang="zh-CN" sz="2400" b="1" baseline="30000">
                  <a:solidFill>
                    <a:srgbClr val="003399"/>
                  </a:solidFill>
                </a:rPr>
                <a:t>2</a:t>
              </a:r>
              <a:r>
                <a:rPr lang="en-US" altLang="zh-CN" sz="2400" b="1">
                  <a:solidFill>
                    <a:srgbClr val="003399"/>
                  </a:solidFill>
                </a:rPr>
                <a:t>  U …</a:t>
              </a:r>
            </a:p>
            <a:p>
              <a:pPr fontAlgn="base">
                <a:spcBef>
                  <a:spcPct val="50000"/>
                </a:spcBef>
                <a:spcAft>
                  <a:spcPct val="0"/>
                </a:spcAft>
                <a:buClrTx/>
                <a:buSzTx/>
                <a:buNone/>
              </a:pPr>
              <a:r>
                <a:rPr lang="en-US" altLang="zh-CN" sz="2400" b="1">
                  <a:solidFill>
                    <a:srgbClr val="DC5900"/>
                  </a:solidFill>
                </a:rPr>
                <a:t>      V</a:t>
              </a:r>
              <a:r>
                <a:rPr lang="zh-CN" altLang="en-US" sz="2400" b="1">
                  <a:solidFill>
                    <a:srgbClr val="DC5900"/>
                  </a:solidFill>
                </a:rPr>
                <a:t>的正则闭包       </a:t>
              </a:r>
              <a:r>
                <a:rPr lang="en-US" altLang="zh-CN" sz="2400" b="1">
                  <a:solidFill>
                    <a:srgbClr val="003399"/>
                  </a:solidFill>
                </a:rPr>
                <a:t>V</a:t>
              </a:r>
              <a:r>
                <a:rPr lang="en-US" altLang="zh-CN" sz="2400" b="1" baseline="30000">
                  <a:solidFill>
                    <a:srgbClr val="003399"/>
                  </a:solidFill>
                </a:rPr>
                <a:t>+ </a:t>
              </a:r>
              <a:r>
                <a:rPr lang="en-US" altLang="zh-CN" sz="2400" b="1">
                  <a:solidFill>
                    <a:srgbClr val="003399"/>
                  </a:solidFill>
                </a:rPr>
                <a:t> = V V* </a:t>
              </a:r>
            </a:p>
            <a:p>
              <a:pPr fontAlgn="base">
                <a:spcBef>
                  <a:spcPct val="50000"/>
                </a:spcBef>
                <a:spcAft>
                  <a:spcPct val="0"/>
                </a:spcAft>
                <a:buClrTx/>
                <a:buSzTx/>
                <a:buNone/>
              </a:pPr>
              <a:endParaRPr lang="en-US" altLang="zh-CN" sz="2400" b="1">
                <a:solidFill>
                  <a:srgbClr val="003399"/>
                </a:solidFill>
              </a:endParaRPr>
            </a:p>
            <a:p>
              <a:pPr fontAlgn="base">
                <a:spcBef>
                  <a:spcPct val="50000"/>
                </a:spcBef>
                <a:spcAft>
                  <a:spcPct val="0"/>
                </a:spcAft>
                <a:buClrTx/>
                <a:buSzTx/>
                <a:buNone/>
              </a:pPr>
              <a:endParaRPr lang="en-US" altLang="zh-CN" sz="1800">
                <a:solidFill>
                  <a:srgbClr val="007A77"/>
                </a:solidFill>
              </a:endParaRPr>
            </a:p>
          </p:txBody>
        </p:sp>
      </p:grpSp>
      <p:sp>
        <p:nvSpPr>
          <p:cNvPr id="97288" name="标题 1">
            <a:extLst>
              <a:ext uri="{FF2B5EF4-FFF2-40B4-BE49-F238E27FC236}">
                <a16:creationId xmlns:a16="http://schemas.microsoft.com/office/drawing/2014/main" id="{3C604303-F2E2-B4BC-3C81-3AB9D115E79E}"/>
              </a:ext>
            </a:extLst>
          </p:cNvPr>
          <p:cNvSpPr>
            <a:spLocks noGrp="1" noChangeArrowheads="1"/>
          </p:cNvSpPr>
          <p:nvPr>
            <p:ph type="title"/>
          </p:nvPr>
        </p:nvSpPr>
        <p:spPr>
          <a:xfrm>
            <a:off x="1487488" y="404813"/>
            <a:ext cx="8540751" cy="1143000"/>
          </a:xfrm>
        </p:spPr>
        <p:txBody>
          <a:bodyPr/>
          <a:lstStyle/>
          <a:p>
            <a:pPr algn="l"/>
            <a:r>
              <a:rPr lang="zh-CN" altLang="en-US" b="1"/>
              <a:t>正规式、正规集定义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1000"/>
                                        <p:tgtEl>
                                          <p:spTgt spid="12"/>
                                        </p:tgtEl>
                                      </p:cBhvr>
                                    </p:animEffect>
                                    <p:set>
                                      <p:cBhvr>
                                        <p:cTn id="12" dur="1" fill="hold">
                                          <p:stCondLst>
                                            <p:cond delay="999"/>
                                          </p:stCondLst>
                                        </p:cTn>
                                        <p:tgtEl>
                                          <p:spTgt spid="12"/>
                                        </p:tgtEl>
                                        <p:attrNameLst>
                                          <p:attrName>style.visibility</p:attrName>
                                        </p:attrNameLst>
                                      </p:cBhvr>
                                      <p:to>
                                        <p:strVal val="hidden"/>
                                      </p:to>
                                    </p:se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xit" presetSubtype="0" fill="hold" nodeType="clickEffect">
                                  <p:stCondLst>
                                    <p:cond delay="0"/>
                                  </p:stCondLst>
                                  <p:childTnLst>
                                    <p:animEffect transition="out" filter="fade">
                                      <p:cBhvr>
                                        <p:cTn id="25" dur="1000"/>
                                        <p:tgtEl>
                                          <p:spTgt spid="4"/>
                                        </p:tgtEl>
                                      </p:cBhvr>
                                    </p:animEffect>
                                    <p:set>
                                      <p:cBhvr>
                                        <p:cTn id="26" dur="1" fill="hold">
                                          <p:stCondLst>
                                            <p:cond delay="999"/>
                                          </p:stCondLst>
                                        </p:cTn>
                                        <p:tgtEl>
                                          <p:spTgt spid="4"/>
                                        </p:tgtEl>
                                        <p:attrNameLst>
                                          <p:attrName>style.visibility</p:attrName>
                                        </p:attrNameLst>
                                      </p:cBhvr>
                                      <p:to>
                                        <p:strVal val="hidden"/>
                                      </p:to>
                                    </p:set>
                                  </p:childTnLst>
                                </p:cTn>
                              </p:par>
                            </p:childTnLst>
                          </p:cTn>
                        </p:par>
                        <p:par>
                          <p:cTn id="27" fill="hold" nodeType="afterGroup">
                            <p:stCondLst>
                              <p:cond delay="1000"/>
                            </p:stCondLst>
                            <p:childTnLst>
                              <p:par>
                                <p:cTn id="28" presetID="10" presetClass="entr" presetSubtype="0"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xit" presetSubtype="0" fill="hold" nodeType="clickEffect">
                                  <p:stCondLst>
                                    <p:cond delay="0"/>
                                  </p:stCondLst>
                                  <p:childTnLst>
                                    <p:animEffect transition="out" filter="fade">
                                      <p:cBhvr>
                                        <p:cTn id="34" dur="1000"/>
                                        <p:tgtEl>
                                          <p:spTgt spid="7"/>
                                        </p:tgtEl>
                                      </p:cBhvr>
                                    </p:animEffect>
                                    <p:set>
                                      <p:cBhvr>
                                        <p:cTn id="35" dur="1" fill="hold">
                                          <p:stCondLst>
                                            <p:cond delay="999"/>
                                          </p:stCondLst>
                                        </p:cTn>
                                        <p:tgtEl>
                                          <p:spTgt spid="7"/>
                                        </p:tgtEl>
                                        <p:attrNameLst>
                                          <p:attrName>style.visibility</p:attrName>
                                        </p:attrNameLst>
                                      </p:cBhvr>
                                      <p:to>
                                        <p:strVal val="hidden"/>
                                      </p:to>
                                    </p:set>
                                  </p:childTnLst>
                                </p:cTn>
                              </p:par>
                            </p:childTnLst>
                          </p:cTn>
                        </p:par>
                        <p:par>
                          <p:cTn id="36" fill="hold" nodeType="afterGroup">
                            <p:stCondLst>
                              <p:cond delay="1000"/>
                            </p:stCondLst>
                            <p:childTnLst>
                              <p:par>
                                <p:cTn id="37" presetID="10" presetClass="entr" presetSubtype="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xit" presetSubtype="0" fill="hold" nodeType="clickEffect">
                                  <p:stCondLst>
                                    <p:cond delay="0"/>
                                  </p:stCondLst>
                                  <p:childTnLst>
                                    <p:animEffect transition="out" filter="fade">
                                      <p:cBhvr>
                                        <p:cTn id="43" dur="1000"/>
                                        <p:tgtEl>
                                          <p:spTgt spid="10"/>
                                        </p:tgtEl>
                                      </p:cBhvr>
                                    </p:animEffect>
                                    <p:set>
                                      <p:cBhvr>
                                        <p:cTn id="44" dur="1" fill="hold">
                                          <p:stCondLst>
                                            <p:cond delay="999"/>
                                          </p:stCondLst>
                                        </p:cTn>
                                        <p:tgtEl>
                                          <p:spTgt spid="10"/>
                                        </p:tgtEl>
                                        <p:attrNameLst>
                                          <p:attrName>style.visibility</p:attrName>
                                        </p:attrNameLst>
                                      </p:cBhvr>
                                      <p:to>
                                        <p:strVal val="hidden"/>
                                      </p:to>
                                    </p:set>
                                  </p:childTnLst>
                                </p:cTn>
                              </p:par>
                            </p:childTnLst>
                          </p:cTn>
                        </p:par>
                        <p:par>
                          <p:cTn id="45" fill="hold" nodeType="afterGroup">
                            <p:stCondLst>
                              <p:cond delay="1000"/>
                            </p:stCondLst>
                            <p:childTnLst>
                              <p:par>
                                <p:cTn id="46" presetID="2" presetClass="entr" presetSubtype="2" fill="hold" nodeType="afterEffect">
                                  <p:stCondLst>
                                    <p:cond delay="0"/>
                                  </p:stCondLst>
                                  <p:childTnLst>
                                    <p:set>
                                      <p:cBhvr>
                                        <p:cTn id="47" dur="1" fill="hold">
                                          <p:stCondLst>
                                            <p:cond delay="0"/>
                                          </p:stCondLst>
                                        </p:cTn>
                                        <p:tgtEl>
                                          <p:spTgt spid="114699"/>
                                        </p:tgtEl>
                                        <p:attrNameLst>
                                          <p:attrName>style.visibility</p:attrName>
                                        </p:attrNameLst>
                                      </p:cBhvr>
                                      <p:to>
                                        <p:strVal val="visible"/>
                                      </p:to>
                                    </p:set>
                                    <p:anim calcmode="lin" valueType="num">
                                      <p:cBhvr additive="base">
                                        <p:cTn id="48" dur="1000" fill="hold"/>
                                        <p:tgtEl>
                                          <p:spTgt spid="114699"/>
                                        </p:tgtEl>
                                        <p:attrNameLst>
                                          <p:attrName>ppt_x</p:attrName>
                                        </p:attrNameLst>
                                      </p:cBhvr>
                                      <p:tavLst>
                                        <p:tav tm="0">
                                          <p:val>
                                            <p:strVal val="1+#ppt_w/2"/>
                                          </p:val>
                                        </p:tav>
                                        <p:tav tm="100000">
                                          <p:val>
                                            <p:strVal val="#ppt_x"/>
                                          </p:val>
                                        </p:tav>
                                      </p:tavLst>
                                    </p:anim>
                                    <p:anim calcmode="lin" valueType="num">
                                      <p:cBhvr additive="base">
                                        <p:cTn id="49" dur="1000" fill="hold"/>
                                        <p:tgtEl>
                                          <p:spTgt spid="1146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99EFF62-38CC-28D6-B137-146826EC3EC0}"/>
              </a:ext>
            </a:extLst>
          </p:cNvPr>
          <p:cNvGrpSpPr>
            <a:grpSpLocks/>
          </p:cNvGrpSpPr>
          <p:nvPr/>
        </p:nvGrpSpPr>
        <p:grpSpPr bwMode="auto">
          <a:xfrm>
            <a:off x="1703389" y="3427413"/>
            <a:ext cx="8497887" cy="3097212"/>
            <a:chOff x="249" y="436"/>
            <a:chExt cx="5353" cy="1951"/>
          </a:xfrm>
        </p:grpSpPr>
        <p:grpSp>
          <p:nvGrpSpPr>
            <p:cNvPr id="99337" name="Group 3">
              <a:extLst>
                <a:ext uri="{FF2B5EF4-FFF2-40B4-BE49-F238E27FC236}">
                  <a16:creationId xmlns:a16="http://schemas.microsoft.com/office/drawing/2014/main" id="{9680A987-6100-6A68-F21B-B461F15FA665}"/>
                </a:ext>
              </a:extLst>
            </p:cNvPr>
            <p:cNvGrpSpPr>
              <a:grpSpLocks/>
            </p:cNvGrpSpPr>
            <p:nvPr/>
          </p:nvGrpSpPr>
          <p:grpSpPr bwMode="auto">
            <a:xfrm>
              <a:off x="249" y="436"/>
              <a:ext cx="5353" cy="1951"/>
              <a:chOff x="720" y="480"/>
              <a:chExt cx="4224" cy="1390"/>
            </a:xfrm>
          </p:grpSpPr>
          <p:graphicFrame>
            <p:nvGraphicFramePr>
              <p:cNvPr id="99339" name="Object 4">
                <a:extLst>
                  <a:ext uri="{FF2B5EF4-FFF2-40B4-BE49-F238E27FC236}">
                    <a16:creationId xmlns:a16="http://schemas.microsoft.com/office/drawing/2014/main" id="{3506AD24-1E3E-E7A0-6A3D-0CB4275EBBF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99339" name="Object 4">
                            <a:extLst>
                              <a:ext uri="{FF2B5EF4-FFF2-40B4-BE49-F238E27FC236}">
                                <a16:creationId xmlns:a16="http://schemas.microsoft.com/office/drawing/2014/main" id="{3506AD24-1E3E-E7A0-6A3D-0CB4275EBB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40" name="Object 5">
                <a:extLst>
                  <a:ext uri="{FF2B5EF4-FFF2-40B4-BE49-F238E27FC236}">
                    <a16:creationId xmlns:a16="http://schemas.microsoft.com/office/drawing/2014/main" id="{39639D5B-DAC7-1CDD-242D-C1D45B37E7C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99340" name="Object 5">
                            <a:extLst>
                              <a:ext uri="{FF2B5EF4-FFF2-40B4-BE49-F238E27FC236}">
                                <a16:creationId xmlns:a16="http://schemas.microsoft.com/office/drawing/2014/main" id="{39639D5B-DAC7-1CDD-242D-C1D45B37E7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9338" name="Text Box 6">
              <a:extLst>
                <a:ext uri="{FF2B5EF4-FFF2-40B4-BE49-F238E27FC236}">
                  <a16:creationId xmlns:a16="http://schemas.microsoft.com/office/drawing/2014/main" id="{6162E183-A533-7BEF-6B2A-0BCF43AC6603}"/>
                </a:ext>
              </a:extLst>
            </p:cNvPr>
            <p:cNvSpPr txBox="1">
              <a:spLocks noChangeArrowheads="1"/>
            </p:cNvSpPr>
            <p:nvPr/>
          </p:nvSpPr>
          <p:spPr bwMode="auto">
            <a:xfrm>
              <a:off x="294" y="533"/>
              <a:ext cx="5262" cy="1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56050" indent="-3956050">
                <a:spcBef>
                  <a:spcPct val="20000"/>
                </a:spcBef>
                <a:buClr>
                  <a:schemeClr val="hlink"/>
                </a:buClr>
                <a:buSzPct val="75000"/>
                <a:buFont typeface="Wingdings" panose="05000000000000000000" pitchFamily="2" charset="2"/>
                <a:buChar char="v"/>
                <a:tabLst>
                  <a:tab pos="258763"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258763"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258763"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258763"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3-11</a:t>
              </a:r>
              <a:r>
                <a:rPr lang="zh-CN" altLang="en-US" sz="2000" b="1">
                  <a:solidFill>
                    <a:srgbClr val="003399"/>
                  </a:solidFill>
                  <a:latin typeface="宋体" panose="02010600030101010101" pitchFamily="2" charset="-122"/>
                </a:rPr>
                <a:t>：令∑＝</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b}</a:t>
              </a:r>
              <a:r>
                <a:rPr lang="zh-CN" altLang="en-US" sz="2000" b="1">
                  <a:solidFill>
                    <a:srgbClr val="003399"/>
                  </a:solidFill>
                  <a:latin typeface="宋体" panose="02010600030101010101" pitchFamily="2" charset="-122"/>
                </a:rPr>
                <a:t>，下面是∑上的</a:t>
              </a:r>
              <a:r>
                <a:rPr lang="zh-CN" altLang="en-US" sz="2000" b="1">
                  <a:solidFill>
                    <a:srgbClr val="FF0000"/>
                  </a:solidFill>
                  <a:latin typeface="宋体" panose="02010600030101010101" pitchFamily="2" charset="-122"/>
                </a:rPr>
                <a:t>正规式</a:t>
              </a:r>
              <a:r>
                <a:rPr lang="zh-CN" altLang="en-US" sz="2000" b="1">
                  <a:solidFill>
                    <a:srgbClr val="003399"/>
                  </a:solidFill>
                  <a:latin typeface="宋体" panose="02010600030101010101" pitchFamily="2" charset="-122"/>
                </a:rPr>
                <a:t>和相应的</a:t>
              </a:r>
              <a:r>
                <a:rPr lang="zh-CN" altLang="en-US" sz="2000" b="1">
                  <a:solidFill>
                    <a:srgbClr val="FF0000"/>
                  </a:solidFill>
                  <a:latin typeface="宋体" panose="02010600030101010101" pitchFamily="2" charset="-122"/>
                </a:rPr>
                <a:t>正规集</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zh-CN" altLang="en-US" sz="2000" b="1">
                  <a:solidFill>
                    <a:srgbClr val="FF0000"/>
                  </a:solidFill>
                  <a:latin typeface="宋体" panose="02010600030101010101" pitchFamily="2" charset="-122"/>
                </a:rPr>
                <a:t>正规式                       正规集</a:t>
              </a:r>
            </a:p>
            <a:p>
              <a:pPr fontAlgn="base">
                <a:spcBef>
                  <a:spcPct val="50000"/>
                </a:spcBef>
                <a:spcAft>
                  <a:spcPct val="0"/>
                </a:spcAft>
                <a:buClrTx/>
                <a:buSzTx/>
                <a:buNone/>
              </a:pPr>
              <a:r>
                <a:rPr lang="zh-CN" altLang="en-US" sz="2000" b="1">
                  <a:solidFill>
                    <a:srgbClr val="FF0000"/>
                  </a:solidFill>
                  <a:latin typeface="宋体" panose="02010600030101010101" pitchFamily="2" charset="-122"/>
                </a:rPr>
                <a:t>  </a:t>
              </a:r>
              <a:r>
                <a:rPr lang="en-US" altLang="zh-CN" sz="2400" b="1">
                  <a:solidFill>
                    <a:srgbClr val="003399"/>
                  </a:solidFill>
                  <a:latin typeface="宋体" panose="02010600030101010101" pitchFamily="2" charset="-122"/>
                </a:rPr>
                <a:t>ba</a:t>
              </a:r>
              <a:r>
                <a:rPr lang="en-US" altLang="zh-CN" sz="2400" b="1" baseline="30000">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上所有的以</a:t>
              </a:r>
              <a:r>
                <a:rPr lang="en-US" altLang="zh-CN" sz="2000" b="1">
                  <a:solidFill>
                    <a:srgbClr val="003399"/>
                  </a:solidFill>
                  <a:latin typeface="宋体" panose="02010600030101010101" pitchFamily="2" charset="-122"/>
                </a:rPr>
                <a:t>b</a:t>
              </a:r>
              <a:r>
                <a:rPr lang="zh-CN" altLang="en-US" sz="2000" b="1">
                  <a:solidFill>
                    <a:srgbClr val="003399"/>
                  </a:solidFill>
                  <a:latin typeface="宋体" panose="02010600030101010101" pitchFamily="2" charset="-122"/>
                </a:rPr>
                <a:t>为首，并且后跟任                        </a:t>
              </a:r>
              <a:r>
                <a:rPr lang="zh-CN" altLang="en-US" sz="800" b="1">
                  <a:solidFill>
                    <a:srgbClr val="003399"/>
                  </a:solidFill>
                  <a:latin typeface="宋体" panose="02010600030101010101" pitchFamily="2" charset="-122"/>
                </a:rPr>
                <a:t>  </a:t>
              </a:r>
              <a:r>
                <a:rPr lang="zh-CN" altLang="en-US" sz="2000" b="1">
                  <a:solidFill>
                    <a:srgbClr val="003399"/>
                  </a:solidFill>
                  <a:latin typeface="宋体" panose="02010600030101010101" pitchFamily="2" charset="-122"/>
                </a:rPr>
                <a:t>意多个</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的字，</a:t>
              </a:r>
              <a:r>
                <a:rPr lang="en-US" altLang="zh-CN" sz="2000" b="1">
                  <a:solidFill>
                    <a:srgbClr val="003399"/>
                  </a:solidFill>
                  <a:latin typeface="宋体" panose="02010600030101010101" pitchFamily="2" charset="-122"/>
                </a:rPr>
                <a:t>{b, ba,baa,baaa,…}</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r>
                <a:rPr lang="en-US" altLang="zh-CN" sz="2400" b="1">
                  <a:solidFill>
                    <a:srgbClr val="003399"/>
                  </a:solidFill>
                  <a:latin typeface="宋体" panose="02010600030101010101" pitchFamily="2" charset="-122"/>
                </a:rPr>
                <a:t>a(a|b)</a:t>
              </a:r>
              <a:r>
                <a:rPr lang="en-US" altLang="zh-CN" sz="2400" b="1" baseline="30000">
                  <a:solidFill>
                    <a:srgbClr val="003399"/>
                  </a:solidFill>
                  <a:latin typeface="宋体" panose="02010600030101010101" pitchFamily="2" charset="-122"/>
                </a:rPr>
                <a:t>*                          </a:t>
              </a:r>
              <a:r>
                <a:rPr lang="en-US" altLang="zh-CN" sz="8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上所有的以</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为首的字</a:t>
              </a:r>
              <a:endParaRPr lang="zh-CN" altLang="en-US" sz="2400" b="1" baseline="30000">
                <a:solidFill>
                  <a:srgbClr val="003399"/>
                </a:solidFill>
                <a:latin typeface="宋体" panose="02010600030101010101" pitchFamily="2" charset="-122"/>
              </a:endParaRPr>
            </a:p>
            <a:p>
              <a:pPr fontAlgn="base">
                <a:spcBef>
                  <a:spcPct val="50000"/>
                </a:spcBef>
                <a:spcAft>
                  <a:spcPct val="0"/>
                </a:spcAft>
                <a:buClrTx/>
                <a:buSzTx/>
                <a:buNone/>
              </a:pPr>
              <a:r>
                <a:rPr lang="zh-CN" altLang="en-US" sz="2400" b="1" baseline="30000">
                  <a:solidFill>
                    <a:srgbClr val="003399"/>
                  </a:solidFill>
                  <a:latin typeface="宋体" panose="02010600030101010101" pitchFamily="2" charset="-122"/>
                </a:rPr>
                <a:t>  </a:t>
              </a:r>
              <a:r>
                <a:rPr lang="en-US" altLang="zh-CN" sz="2400" b="1">
                  <a:solidFill>
                    <a:srgbClr val="003399"/>
                  </a:solidFill>
                  <a:latin typeface="宋体" panose="02010600030101010101" pitchFamily="2" charset="-122"/>
                </a:rPr>
                <a:t>(a|b)* (aa|bb) (a|b)*</a:t>
              </a:r>
              <a:r>
                <a:rPr lang="en-US" altLang="zh-CN" sz="2000" b="1" i="1">
                  <a:solidFill>
                    <a:srgbClr val="006600"/>
                  </a:solidFill>
                  <a:latin typeface="宋体" panose="02010600030101010101" pitchFamily="2" charset="-122"/>
                </a:rPr>
                <a:t>    </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上所有含有两个连续的</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或者</a:t>
              </a:r>
              <a:r>
                <a:rPr lang="en-US" altLang="zh-CN" sz="2000" b="1">
                  <a:solidFill>
                    <a:srgbClr val="003399"/>
                  </a:solidFill>
                  <a:latin typeface="宋体" panose="02010600030101010101" pitchFamily="2" charset="-122"/>
                </a:rPr>
                <a:t>b</a:t>
              </a:r>
              <a:r>
                <a:rPr lang="zh-CN" altLang="en-US" sz="2000" b="1">
                  <a:solidFill>
                    <a:srgbClr val="003399"/>
                  </a:solidFill>
                  <a:latin typeface="宋体" panose="02010600030101010101" pitchFamily="2" charset="-122"/>
                </a:rPr>
                <a:t>的字</a:t>
              </a:r>
            </a:p>
          </p:txBody>
        </p:sp>
      </p:grpSp>
      <p:grpSp>
        <p:nvGrpSpPr>
          <p:cNvPr id="4" name="Group 7">
            <a:extLst>
              <a:ext uri="{FF2B5EF4-FFF2-40B4-BE49-F238E27FC236}">
                <a16:creationId xmlns:a16="http://schemas.microsoft.com/office/drawing/2014/main" id="{1B65F503-824C-7648-CA5F-158BCBC8E377}"/>
              </a:ext>
            </a:extLst>
          </p:cNvPr>
          <p:cNvGrpSpPr>
            <a:grpSpLocks/>
          </p:cNvGrpSpPr>
          <p:nvPr/>
        </p:nvGrpSpPr>
        <p:grpSpPr bwMode="auto">
          <a:xfrm>
            <a:off x="1703389" y="809626"/>
            <a:ext cx="6840537" cy="2403475"/>
            <a:chOff x="204" y="2369"/>
            <a:chExt cx="4400" cy="1469"/>
          </a:xfrm>
        </p:grpSpPr>
        <p:grpSp>
          <p:nvGrpSpPr>
            <p:cNvPr id="99333" name="Group 8">
              <a:extLst>
                <a:ext uri="{FF2B5EF4-FFF2-40B4-BE49-F238E27FC236}">
                  <a16:creationId xmlns:a16="http://schemas.microsoft.com/office/drawing/2014/main" id="{21F47B19-2BAC-99A1-2067-25B1D674D21F}"/>
                </a:ext>
              </a:extLst>
            </p:cNvPr>
            <p:cNvGrpSpPr>
              <a:grpSpLocks/>
            </p:cNvGrpSpPr>
            <p:nvPr/>
          </p:nvGrpSpPr>
          <p:grpSpPr bwMode="auto">
            <a:xfrm>
              <a:off x="204" y="2369"/>
              <a:ext cx="4400" cy="1469"/>
              <a:chOff x="720" y="480"/>
              <a:chExt cx="4224" cy="1390"/>
            </a:xfrm>
          </p:grpSpPr>
          <p:graphicFrame>
            <p:nvGraphicFramePr>
              <p:cNvPr id="99335" name="Object 9">
                <a:extLst>
                  <a:ext uri="{FF2B5EF4-FFF2-40B4-BE49-F238E27FC236}">
                    <a16:creationId xmlns:a16="http://schemas.microsoft.com/office/drawing/2014/main" id="{5CE9C40D-E41B-5766-8D1A-3805DCE07B9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99335" name="Object 9">
                            <a:extLst>
                              <a:ext uri="{FF2B5EF4-FFF2-40B4-BE49-F238E27FC236}">
                                <a16:creationId xmlns:a16="http://schemas.microsoft.com/office/drawing/2014/main" id="{5CE9C40D-E41B-5766-8D1A-3805DCE07B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6" name="Object 10">
                <a:extLst>
                  <a:ext uri="{FF2B5EF4-FFF2-40B4-BE49-F238E27FC236}">
                    <a16:creationId xmlns:a16="http://schemas.microsoft.com/office/drawing/2014/main" id="{3B3E45CA-898F-B211-2E38-A09FD464F06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99336" name="Object 10">
                            <a:extLst>
                              <a:ext uri="{FF2B5EF4-FFF2-40B4-BE49-F238E27FC236}">
                                <a16:creationId xmlns:a16="http://schemas.microsoft.com/office/drawing/2014/main" id="{3B3E45CA-898F-B211-2E38-A09FD464F0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9334" name="Text Box 11">
              <a:extLst>
                <a:ext uri="{FF2B5EF4-FFF2-40B4-BE49-F238E27FC236}">
                  <a16:creationId xmlns:a16="http://schemas.microsoft.com/office/drawing/2014/main" id="{861A37E5-7B47-8C3C-E82C-FAAE1479EE84}"/>
                </a:ext>
              </a:extLst>
            </p:cNvPr>
            <p:cNvSpPr txBox="1">
              <a:spLocks noChangeArrowheads="1"/>
            </p:cNvSpPr>
            <p:nvPr/>
          </p:nvSpPr>
          <p:spPr bwMode="auto">
            <a:xfrm>
              <a:off x="249" y="2466"/>
              <a:ext cx="4264" cy="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56050" indent="-3956050">
                <a:spcBef>
                  <a:spcPct val="20000"/>
                </a:spcBef>
                <a:buClr>
                  <a:schemeClr val="hlink"/>
                </a:buClr>
                <a:buSzPct val="75000"/>
                <a:buFont typeface="Wingdings" panose="05000000000000000000" pitchFamily="2" charset="2"/>
                <a:buChar char="v"/>
                <a:tabLst>
                  <a:tab pos="258763"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258763"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258763"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258763"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258763" algn="l"/>
                </a:tabLst>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3-10</a:t>
              </a:r>
              <a:r>
                <a:rPr lang="zh-CN" altLang="en-US" sz="2000" b="1">
                  <a:solidFill>
                    <a:srgbClr val="003399"/>
                  </a:solidFill>
                  <a:latin typeface="宋体" panose="02010600030101010101" pitchFamily="2" charset="-122"/>
                </a:rPr>
                <a:t>：令∑＝</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B</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0</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，则：</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zh-CN" altLang="en-US" sz="2000" b="1">
                  <a:solidFill>
                    <a:srgbClr val="FF0000"/>
                  </a:solidFill>
                  <a:latin typeface="宋体" panose="02010600030101010101" pitchFamily="2" charset="-122"/>
                </a:rPr>
                <a:t>正规式                       正规集</a:t>
              </a:r>
            </a:p>
            <a:p>
              <a:pPr fontAlgn="base">
                <a:spcBef>
                  <a:spcPct val="50000"/>
                </a:spcBef>
                <a:spcAft>
                  <a:spcPct val="0"/>
                </a:spcAft>
                <a:buClrTx/>
                <a:buSzTx/>
                <a:buNone/>
              </a:pPr>
              <a:r>
                <a:rPr lang="zh-CN" altLang="en-US" sz="2000" b="1">
                  <a:solidFill>
                    <a:srgbClr val="FF0000"/>
                  </a:solidFill>
                  <a:latin typeface="宋体" panose="02010600030101010101" pitchFamily="2" charset="-122"/>
                </a:rPr>
                <a:t>  </a:t>
              </a:r>
              <a:r>
                <a:rPr lang="en-US" altLang="zh-CN" sz="2000" b="1">
                  <a:solidFill>
                    <a:srgbClr val="003399"/>
                  </a:solidFill>
                  <a:latin typeface="宋体" panose="02010600030101010101" pitchFamily="2" charset="-122"/>
                </a:rPr>
                <a:t>(A|B)(A|B|0|1)</a:t>
              </a:r>
              <a:r>
                <a:rPr lang="en-US" altLang="zh-CN" sz="2000" b="1" baseline="30000">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en-US" altLang="zh-CN" sz="8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上“标识符”的全体</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(0|1)(0|1)</a:t>
              </a:r>
              <a:r>
                <a:rPr lang="en-US" altLang="zh-CN" sz="2000" b="1" baseline="30000">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上“数”的全体</a:t>
              </a:r>
            </a:p>
          </p:txBody>
        </p:sp>
      </p:grpSp>
      <p:sp>
        <p:nvSpPr>
          <p:cNvPr id="55308" name="AutoShape 12">
            <a:extLst>
              <a:ext uri="{FF2B5EF4-FFF2-40B4-BE49-F238E27FC236}">
                <a16:creationId xmlns:a16="http://schemas.microsoft.com/office/drawing/2014/main" id="{776E76B1-D0B9-BAB0-9A5C-051740EFDE06}"/>
              </a:ext>
            </a:extLst>
          </p:cNvPr>
          <p:cNvSpPr>
            <a:spLocks noChangeArrowheads="1"/>
          </p:cNvSpPr>
          <p:nvPr/>
        </p:nvSpPr>
        <p:spPr bwMode="auto">
          <a:xfrm>
            <a:off x="7319964" y="333376"/>
            <a:ext cx="3348037" cy="2951163"/>
          </a:xfrm>
          <a:prstGeom prst="cloudCallout">
            <a:avLst>
              <a:gd name="adj1" fmla="val 112208"/>
              <a:gd name="adj2" fmla="val -85824"/>
            </a:avLst>
          </a:prstGeom>
          <a:solidFill>
            <a:schemeClr val="bg1"/>
          </a:solidFill>
          <a:ln w="38100">
            <a:solidFill>
              <a:srgbClr val="33CCCC"/>
            </a:solidFill>
            <a:round/>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3366FF"/>
                </a:solidFill>
                <a:latin typeface="宋体" panose="02010600030101010101" pitchFamily="2" charset="-122"/>
              </a:rPr>
              <a:t>若两个正规式表示相同的正规集，则认为二者</a:t>
            </a:r>
            <a:r>
              <a:rPr lang="zh-CN" altLang="en-US" sz="2000" b="1">
                <a:solidFill>
                  <a:srgbClr val="FF0000"/>
                </a:solidFill>
                <a:latin typeface="宋体" panose="02010600030101010101" pitchFamily="2" charset="-122"/>
              </a:rPr>
              <a:t>等价</a:t>
            </a:r>
            <a:r>
              <a:rPr lang="zh-CN" altLang="en-US" sz="2000" b="1">
                <a:solidFill>
                  <a:srgbClr val="3366FF"/>
                </a:solidFill>
                <a:latin typeface="宋体" panose="02010600030101010101" pitchFamily="2" charset="-122"/>
              </a:rPr>
              <a:t>，记为</a:t>
            </a:r>
            <a:r>
              <a:rPr lang="en-US" altLang="zh-CN" sz="2000" b="1">
                <a:solidFill>
                  <a:srgbClr val="3366FF"/>
                </a:solidFill>
                <a:latin typeface="宋体" panose="02010600030101010101" pitchFamily="2" charset="-122"/>
              </a:rPr>
              <a:t>U=V</a:t>
            </a:r>
            <a:r>
              <a:rPr lang="zh-CN" altLang="en-US" sz="2000" b="1">
                <a:solidFill>
                  <a:srgbClr val="3366FF"/>
                </a:solidFill>
                <a:latin typeface="宋体" panose="02010600030101010101" pitchFamily="2" charset="-122"/>
              </a:rPr>
              <a:t>。例如：</a:t>
            </a:r>
            <a:r>
              <a:rPr lang="en-US" altLang="zh-CN" sz="2000" b="1">
                <a:solidFill>
                  <a:srgbClr val="FF0000"/>
                </a:solidFill>
                <a:latin typeface="宋体" panose="02010600030101010101" pitchFamily="2" charset="-122"/>
              </a:rPr>
              <a:t>b(ab)</a:t>
            </a:r>
            <a:r>
              <a:rPr lang="en-US" altLang="zh-CN" sz="2000" b="1" baseline="30000">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=(ba)</a:t>
            </a:r>
            <a:r>
              <a:rPr lang="en-US" altLang="zh-CN" sz="2000" b="1" baseline="30000">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b</a:t>
            </a:r>
          </a:p>
          <a:p>
            <a:pPr fontAlgn="base">
              <a:spcBef>
                <a:spcPct val="50000"/>
              </a:spcBef>
              <a:spcAft>
                <a:spcPct val="0"/>
              </a:spcAft>
              <a:buClrTx/>
              <a:buSzTx/>
              <a:buNone/>
            </a:pPr>
            <a:r>
              <a:rPr lang="en-US" altLang="zh-CN" sz="2000" b="1">
                <a:solidFill>
                  <a:srgbClr val="FF0000"/>
                </a:solidFill>
                <a:latin typeface="宋体" panose="02010600030101010101" pitchFamily="2" charset="-122"/>
              </a:rPr>
              <a:t>(a|b)</a:t>
            </a:r>
            <a:r>
              <a:rPr lang="en-US" altLang="zh-CN" sz="2000" b="1" baseline="30000">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=(a</a:t>
            </a:r>
            <a:r>
              <a:rPr lang="en-US" altLang="zh-CN" sz="2000" b="1" baseline="30000">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b</a:t>
            </a:r>
            <a:r>
              <a:rPr lang="en-US" altLang="zh-CN" sz="2000" b="1" baseline="30000">
                <a:solidFill>
                  <a:srgbClr val="FF0000"/>
                </a:solidFill>
                <a:latin typeface="宋体" panose="02010600030101010101" pitchFamily="2" charset="-122"/>
              </a:rPr>
              <a:t>*</a:t>
            </a:r>
            <a:r>
              <a:rPr lang="en-US" altLang="zh-CN" sz="2000" b="1">
                <a:solidFill>
                  <a:srgbClr val="FF0000"/>
                </a:solidFill>
                <a:latin typeface="宋体" panose="02010600030101010101" pitchFamily="2" charset="-122"/>
              </a:rPr>
              <a:t>)</a:t>
            </a:r>
            <a:r>
              <a:rPr lang="en-US" altLang="zh-CN" sz="2000" b="1" baseline="30000">
                <a:solidFill>
                  <a:srgbClr val="FF0000"/>
                </a:solidFill>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par>
                          <p:cTn id="8" fill="hold" nodeType="afterGroup">
                            <p:stCondLst>
                              <p:cond delay="2000"/>
                            </p:stCondLst>
                            <p:childTnLst>
                              <p:par>
                                <p:cTn id="9" presetID="2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edge">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fill="hold" nodeType="clickEffect">
                                  <p:stCondLst>
                                    <p:cond delay="0"/>
                                  </p:stCondLst>
                                  <p:childTnLst>
                                    <p:set>
                                      <p:cBhvr>
                                        <p:cTn id="15" dur="1" fill="hold">
                                          <p:stCondLst>
                                            <p:cond delay="0"/>
                                          </p:stCondLst>
                                        </p:cTn>
                                        <p:tgtEl>
                                          <p:spTgt spid="55308"/>
                                        </p:tgtEl>
                                        <p:attrNameLst>
                                          <p:attrName>style.visibility</p:attrName>
                                        </p:attrNameLst>
                                      </p:cBhvr>
                                      <p:to>
                                        <p:strVal val="visible"/>
                                      </p:to>
                                    </p:set>
                                    <p:anim calcmode="lin" valueType="num">
                                      <p:cBhvr additive="base">
                                        <p:cTn id="16" dur="500" fill="hold"/>
                                        <p:tgtEl>
                                          <p:spTgt spid="55308"/>
                                        </p:tgtEl>
                                        <p:attrNameLst>
                                          <p:attrName>ppt_x</p:attrName>
                                        </p:attrNameLst>
                                      </p:cBhvr>
                                      <p:tavLst>
                                        <p:tav tm="0">
                                          <p:val>
                                            <p:strVal val="1+#ppt_w/2"/>
                                          </p:val>
                                        </p:tav>
                                        <p:tav tm="100000">
                                          <p:val>
                                            <p:strVal val="#ppt_x"/>
                                          </p:val>
                                        </p:tav>
                                      </p:tavLst>
                                    </p:anim>
                                    <p:anim calcmode="lin" valueType="num">
                                      <p:cBhvr additive="base">
                                        <p:cTn id="17" dur="500" fill="hold"/>
                                        <p:tgtEl>
                                          <p:spTgt spid="553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718C2404-F844-2CB2-B07F-AC51CB15034C}"/>
              </a:ext>
            </a:extLst>
          </p:cNvPr>
          <p:cNvSpPr>
            <a:spLocks noGrp="1" noChangeArrowheads="1"/>
          </p:cNvSpPr>
          <p:nvPr>
            <p:ph type="title"/>
          </p:nvPr>
        </p:nvSpPr>
        <p:spPr/>
        <p:txBody>
          <a:bodyPr/>
          <a:lstStyle/>
          <a:p>
            <a:r>
              <a:rPr lang="zh-CN" altLang="en-US" b="1"/>
              <a:t>小    结</a:t>
            </a:r>
          </a:p>
        </p:txBody>
      </p:sp>
      <p:sp>
        <p:nvSpPr>
          <p:cNvPr id="151555" name="内容占位符 2">
            <a:extLst>
              <a:ext uri="{FF2B5EF4-FFF2-40B4-BE49-F238E27FC236}">
                <a16:creationId xmlns:a16="http://schemas.microsoft.com/office/drawing/2014/main" id="{860A3B31-7E42-3180-CC7B-9706BB34C6A5}"/>
              </a:ext>
            </a:extLst>
          </p:cNvPr>
          <p:cNvSpPr>
            <a:spLocks noGrp="1"/>
          </p:cNvSpPr>
          <p:nvPr>
            <p:ph idx="1"/>
          </p:nvPr>
        </p:nvSpPr>
        <p:spPr/>
        <p:txBody>
          <a:bodyPr/>
          <a:lstStyle/>
          <a:p>
            <a:pPr>
              <a:defRPr/>
            </a:pPr>
            <a:r>
              <a:rPr lang="zh-CN" altLang="en-US" b="1" dirty="0">
                <a:solidFill>
                  <a:schemeClr val="accent6">
                    <a:lumMod val="75000"/>
                  </a:schemeClr>
                </a:solidFill>
              </a:rPr>
              <a:t>正规集</a:t>
            </a:r>
            <a:r>
              <a:rPr lang="zh-CN" altLang="en-US" b="1" dirty="0">
                <a:solidFill>
                  <a:srgbClr val="000808"/>
                </a:solidFill>
              </a:rPr>
              <a:t>是程序设计语言定义的合法单词的集合</a:t>
            </a:r>
            <a:endParaRPr lang="en-US" altLang="zh-CN" b="1" dirty="0">
              <a:solidFill>
                <a:srgbClr val="000808"/>
              </a:solidFill>
            </a:endParaRPr>
          </a:p>
          <a:p>
            <a:pPr>
              <a:defRPr/>
            </a:pPr>
            <a:r>
              <a:rPr lang="zh-CN" altLang="en-US" b="1" dirty="0">
                <a:solidFill>
                  <a:srgbClr val="000808"/>
                </a:solidFill>
              </a:rPr>
              <a:t>每一个</a:t>
            </a:r>
            <a:r>
              <a:rPr lang="zh-CN" altLang="en-US" b="1" dirty="0">
                <a:solidFill>
                  <a:schemeClr val="accent6">
                    <a:lumMod val="75000"/>
                  </a:schemeClr>
                </a:solidFill>
              </a:rPr>
              <a:t>正规集</a:t>
            </a:r>
            <a:r>
              <a:rPr lang="zh-CN" altLang="en-US" b="1" dirty="0">
                <a:solidFill>
                  <a:srgbClr val="000808"/>
                </a:solidFill>
              </a:rPr>
              <a:t>都可以用</a:t>
            </a:r>
            <a:r>
              <a:rPr lang="zh-CN" altLang="en-US" b="1" dirty="0">
                <a:solidFill>
                  <a:schemeClr val="accent6">
                    <a:lumMod val="75000"/>
                  </a:schemeClr>
                </a:solidFill>
              </a:rPr>
              <a:t>正规式</a:t>
            </a:r>
            <a:r>
              <a:rPr lang="zh-CN" altLang="en-US" b="1" dirty="0">
                <a:solidFill>
                  <a:srgbClr val="000808"/>
                </a:solidFill>
              </a:rPr>
              <a:t>描述</a:t>
            </a:r>
            <a:endParaRPr lang="en-US" altLang="zh-CN" b="1" dirty="0">
              <a:solidFill>
                <a:srgbClr val="000808"/>
              </a:solidFill>
            </a:endParaRPr>
          </a:p>
          <a:p>
            <a:pPr>
              <a:defRPr/>
            </a:pPr>
            <a:r>
              <a:rPr lang="zh-CN" altLang="en-US" b="1" dirty="0">
                <a:solidFill>
                  <a:srgbClr val="000808"/>
                </a:solidFill>
              </a:rPr>
              <a:t>用</a:t>
            </a:r>
            <a:r>
              <a:rPr lang="zh-CN" altLang="en-US" b="1" dirty="0">
                <a:solidFill>
                  <a:schemeClr val="accent6">
                    <a:lumMod val="75000"/>
                  </a:schemeClr>
                </a:solidFill>
              </a:rPr>
              <a:t>正规式</a:t>
            </a:r>
            <a:r>
              <a:rPr lang="zh-CN" altLang="en-US" b="1" dirty="0">
                <a:solidFill>
                  <a:srgbClr val="000808"/>
                </a:solidFill>
              </a:rPr>
              <a:t>对</a:t>
            </a:r>
            <a:r>
              <a:rPr lang="zh-CN" altLang="en-US" b="1" dirty="0">
                <a:solidFill>
                  <a:schemeClr val="accent6">
                    <a:lumMod val="75000"/>
                  </a:schemeClr>
                </a:solidFill>
              </a:rPr>
              <a:t>正规集</a:t>
            </a:r>
            <a:r>
              <a:rPr lang="zh-CN" altLang="en-US" b="1" dirty="0">
                <a:solidFill>
                  <a:srgbClr val="000808"/>
                </a:solidFill>
              </a:rPr>
              <a:t>进行命名</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WordArt 2">
            <a:extLst>
              <a:ext uri="{FF2B5EF4-FFF2-40B4-BE49-F238E27FC236}">
                <a16:creationId xmlns:a16="http://schemas.microsoft.com/office/drawing/2014/main" id="{10FEFD7D-F881-E4F1-6B37-1A9324703EAC}"/>
              </a:ext>
            </a:extLst>
          </p:cNvPr>
          <p:cNvSpPr>
            <a:spLocks noChangeArrowheads="1" noChangeShapeType="1" noTextEdit="1"/>
          </p:cNvSpPr>
          <p:nvPr/>
        </p:nvSpPr>
        <p:spPr bwMode="auto">
          <a:xfrm>
            <a:off x="3523332" y="848582"/>
            <a:ext cx="5943600" cy="457200"/>
          </a:xfrm>
          <a:prstGeom prst="rect">
            <a:avLst/>
          </a:prstGeom>
        </p:spPr>
        <p:txBody>
          <a:bodyPr wrap="none" fromWordArt="1">
            <a:prstTxWarp prst="textPlain">
              <a:avLst>
                <a:gd name="adj" fmla="val 50000"/>
              </a:avLst>
            </a:prstTxWarp>
          </a:bodyPr>
          <a:lstStyle/>
          <a:p>
            <a:pPr fontAlgn="base">
              <a:spcBef>
                <a:spcPct val="0"/>
              </a:spcBef>
              <a:spcAft>
                <a:spcPct val="0"/>
              </a:spcAft>
              <a:defRPr/>
            </a:pPr>
            <a:r>
              <a:rPr lang="en-US" altLang="zh-CN" sz="3600" b="1" dirty="0">
                <a:solidFill>
                  <a:srgbClr val="003399"/>
                </a:solidFill>
                <a:latin typeface="宋体" panose="02010600030101010101" pitchFamily="2" charset="-122"/>
                <a:ea typeface="宋体" panose="02010600030101010101" pitchFamily="2" charset="-122"/>
              </a:rPr>
              <a:t>3.3.2</a:t>
            </a:r>
            <a:r>
              <a:rPr lang="zh-CN" altLang="en-US" sz="3600" b="1" dirty="0">
                <a:solidFill>
                  <a:srgbClr val="003399"/>
                </a:solidFill>
                <a:latin typeface="宋体" panose="02010600030101010101" pitchFamily="2" charset="-122"/>
                <a:ea typeface="宋体" panose="02010600030101010101" pitchFamily="2" charset="-122"/>
              </a:rPr>
              <a:t>确定有限自动机（</a:t>
            </a:r>
            <a:r>
              <a:rPr lang="en-US" altLang="zh-CN" sz="3600" b="1" dirty="0">
                <a:solidFill>
                  <a:srgbClr val="003399"/>
                </a:solidFill>
                <a:latin typeface="宋体" panose="02010600030101010101" pitchFamily="2" charset="-122"/>
                <a:ea typeface="宋体" panose="02010600030101010101" pitchFamily="2" charset="-122"/>
              </a:rPr>
              <a:t>DFA</a:t>
            </a:r>
            <a:r>
              <a:rPr lang="zh-CN" altLang="en-US" sz="3600" b="1" dirty="0">
                <a:solidFill>
                  <a:srgbClr val="003399"/>
                </a:solidFill>
                <a:latin typeface="宋体" panose="02010600030101010101" pitchFamily="2" charset="-122"/>
                <a:ea typeface="宋体" panose="02010600030101010101" pitchFamily="2" charset="-122"/>
              </a:rPr>
              <a:t>）</a:t>
            </a:r>
            <a:endParaRPr lang="en-US" sz="3600" b="1" dirty="0">
              <a:solidFill>
                <a:srgbClr val="003399"/>
              </a:solidFill>
              <a:latin typeface="宋体" panose="02010600030101010101" pitchFamily="2" charset="-122"/>
              <a:ea typeface="宋体" panose="02010600030101010101" pitchFamily="2" charset="-122"/>
            </a:endParaRPr>
          </a:p>
        </p:txBody>
      </p:sp>
      <p:grpSp>
        <p:nvGrpSpPr>
          <p:cNvPr id="107523" name="Group 4">
            <a:extLst>
              <a:ext uri="{FF2B5EF4-FFF2-40B4-BE49-F238E27FC236}">
                <a16:creationId xmlns:a16="http://schemas.microsoft.com/office/drawing/2014/main" id="{416E18A3-9C5F-C389-0992-E45F45306975}"/>
              </a:ext>
            </a:extLst>
          </p:cNvPr>
          <p:cNvGrpSpPr>
            <a:grpSpLocks/>
          </p:cNvGrpSpPr>
          <p:nvPr/>
        </p:nvGrpSpPr>
        <p:grpSpPr bwMode="auto">
          <a:xfrm>
            <a:off x="1847850" y="1628775"/>
            <a:ext cx="8497888" cy="4668838"/>
            <a:chOff x="249" y="890"/>
            <a:chExt cx="5353" cy="2941"/>
          </a:xfrm>
        </p:grpSpPr>
        <p:grpSp>
          <p:nvGrpSpPr>
            <p:cNvPr id="107524" name="Group 5">
              <a:extLst>
                <a:ext uri="{FF2B5EF4-FFF2-40B4-BE49-F238E27FC236}">
                  <a16:creationId xmlns:a16="http://schemas.microsoft.com/office/drawing/2014/main" id="{5BCE1911-FBCF-C63B-9D0B-A9A64745BFF7}"/>
                </a:ext>
              </a:extLst>
            </p:cNvPr>
            <p:cNvGrpSpPr>
              <a:grpSpLocks/>
            </p:cNvGrpSpPr>
            <p:nvPr/>
          </p:nvGrpSpPr>
          <p:grpSpPr bwMode="auto">
            <a:xfrm>
              <a:off x="249" y="890"/>
              <a:ext cx="5353" cy="2903"/>
              <a:chOff x="720" y="480"/>
              <a:chExt cx="4224" cy="1390"/>
            </a:xfrm>
          </p:grpSpPr>
          <p:graphicFrame>
            <p:nvGraphicFramePr>
              <p:cNvPr id="107526" name="Object 6">
                <a:extLst>
                  <a:ext uri="{FF2B5EF4-FFF2-40B4-BE49-F238E27FC236}">
                    <a16:creationId xmlns:a16="http://schemas.microsoft.com/office/drawing/2014/main" id="{1C576C28-0060-7838-1E36-A0176F67BF9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07526" name="Object 6">
                            <a:extLst>
                              <a:ext uri="{FF2B5EF4-FFF2-40B4-BE49-F238E27FC236}">
                                <a16:creationId xmlns:a16="http://schemas.microsoft.com/office/drawing/2014/main" id="{1C576C28-0060-7838-1E36-A0176F67BF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27" name="Object 7">
                <a:extLst>
                  <a:ext uri="{FF2B5EF4-FFF2-40B4-BE49-F238E27FC236}">
                    <a16:creationId xmlns:a16="http://schemas.microsoft.com/office/drawing/2014/main" id="{87B1CCD3-BF7F-3821-C2D1-704D76D312B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07527" name="Object 7">
                            <a:extLst>
                              <a:ext uri="{FF2B5EF4-FFF2-40B4-BE49-F238E27FC236}">
                                <a16:creationId xmlns:a16="http://schemas.microsoft.com/office/drawing/2014/main" id="{87B1CCD3-BF7F-3821-C2D1-704D76D312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7525" name="Text Box 8">
              <a:extLst>
                <a:ext uri="{FF2B5EF4-FFF2-40B4-BE49-F238E27FC236}">
                  <a16:creationId xmlns:a16="http://schemas.microsoft.com/office/drawing/2014/main" id="{42449602-8F86-D5DE-3C54-8D558700EA6A}"/>
                </a:ext>
              </a:extLst>
            </p:cNvPr>
            <p:cNvSpPr txBox="1">
              <a:spLocks noChangeArrowheads="1"/>
            </p:cNvSpPr>
            <p:nvPr/>
          </p:nvSpPr>
          <p:spPr bwMode="auto">
            <a:xfrm>
              <a:off x="340" y="981"/>
              <a:ext cx="5171" cy="2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3600" b="1">
                  <a:solidFill>
                    <a:srgbClr val="000808"/>
                  </a:solidFill>
                  <a:latin typeface="宋体" panose="02010600030101010101" pitchFamily="2" charset="-122"/>
                </a:rPr>
                <a:t>为了构造词法分析程序，要研究构词法，每种词类的结构模式以及识别它的数学模型</a:t>
              </a:r>
              <a:r>
                <a:rPr lang="en-US" altLang="zh-CN" sz="3600" b="1">
                  <a:solidFill>
                    <a:srgbClr val="000808"/>
                  </a:solidFill>
                  <a:latin typeface="宋体" panose="02010600030101010101" pitchFamily="2" charset="-122"/>
                </a:rPr>
                <a:t>——</a:t>
              </a:r>
              <a:r>
                <a:rPr lang="zh-CN" altLang="en-US" sz="3600" b="1">
                  <a:solidFill>
                    <a:srgbClr val="000808"/>
                  </a:solidFill>
                  <a:latin typeface="宋体" panose="02010600030101010101" pitchFamily="2" charset="-122"/>
                </a:rPr>
                <a:t>有穷自动机。它的模拟程序可以作为词法分析程序的控制程序。</a:t>
              </a:r>
              <a:endParaRPr lang="en-US" altLang="zh-CN" sz="3600" b="1">
                <a:solidFill>
                  <a:srgbClr val="000808"/>
                </a:solidFill>
                <a:latin typeface="宋体" panose="02010600030101010101" pitchFamily="2" charset="-122"/>
              </a:endParaRPr>
            </a:p>
            <a:p>
              <a:pPr fontAlgn="base">
                <a:spcBef>
                  <a:spcPct val="0"/>
                </a:spcBef>
                <a:spcAft>
                  <a:spcPct val="0"/>
                </a:spcAft>
                <a:buClrTx/>
                <a:buSzTx/>
                <a:buNone/>
              </a:pPr>
              <a:endParaRPr lang="en-US" altLang="zh-CN" sz="3600" b="1">
                <a:solidFill>
                  <a:srgbClr val="003399"/>
                </a:solidFill>
                <a:latin typeface="宋体" panose="02010600030101010101" pitchFamily="2" charset="-122"/>
              </a:endParaRPr>
            </a:p>
            <a:p>
              <a:pPr fontAlgn="base">
                <a:spcBef>
                  <a:spcPct val="0"/>
                </a:spcBef>
                <a:spcAft>
                  <a:spcPct val="0"/>
                </a:spcAft>
                <a:buClrTx/>
                <a:buSzTx/>
                <a:buNone/>
              </a:pPr>
              <a:r>
                <a:rPr lang="zh-CN" altLang="en-US" sz="3600" b="1">
                  <a:solidFill>
                    <a:srgbClr val="003399"/>
                  </a:solidFill>
                  <a:latin typeface="宋体" panose="02010600030101010101" pitchFamily="2" charset="-122"/>
                </a:rPr>
                <a:t>有限自动机 将状态图精确化、形式化</a:t>
              </a:r>
              <a:endParaRPr lang="en-US" altLang="zh-CN" sz="3600" b="1">
                <a:solidFill>
                  <a:srgbClr val="003399"/>
                </a:solidFill>
                <a:latin typeface="宋体" panose="02010600030101010101" pitchFamily="2" charset="-122"/>
              </a:endParaRPr>
            </a:p>
            <a:p>
              <a:pPr fontAlgn="base">
                <a:spcBef>
                  <a:spcPct val="0"/>
                </a:spcBef>
                <a:spcAft>
                  <a:spcPct val="0"/>
                </a:spcAft>
                <a:buClrTx/>
                <a:buSzTx/>
                <a:buNone/>
              </a:pPr>
              <a:r>
                <a:rPr lang="zh-CN" altLang="en-US" sz="3600" b="1">
                  <a:solidFill>
                    <a:srgbClr val="003399"/>
                  </a:solidFill>
                  <a:latin typeface="宋体" panose="02010600030101010101" pitchFamily="2" charset="-122"/>
                </a:rPr>
                <a:t>有限自动机是状态转换图的形式化表达</a:t>
              </a:r>
              <a:endParaRPr lang="en-US" altLang="zh-CN" sz="3600" b="1">
                <a:solidFill>
                  <a:srgbClr val="003399"/>
                </a:solidFill>
                <a:latin typeface="宋体" panose="02010600030101010101" pitchFamily="2" charset="-122"/>
              </a:endParaRPr>
            </a:p>
            <a:p>
              <a:pPr fontAlgn="base">
                <a:spcBef>
                  <a:spcPct val="0"/>
                </a:spcBef>
                <a:spcAft>
                  <a:spcPct val="0"/>
                </a:spcAft>
                <a:buClrTx/>
                <a:buSzTx/>
                <a:buNone/>
              </a:pPr>
              <a:endParaRPr lang="en-US" altLang="zh-CN" sz="3600" b="1">
                <a:solidFill>
                  <a:srgbClr val="003399"/>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fade">
                                      <p:cBhvr>
                                        <p:cTn id="7" dur="20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WordArt 2">
            <a:extLst>
              <a:ext uri="{FF2B5EF4-FFF2-40B4-BE49-F238E27FC236}">
                <a16:creationId xmlns:a16="http://schemas.microsoft.com/office/drawing/2014/main" id="{B8E9EA01-A470-DBCF-BCBC-C2145552BC4E}"/>
              </a:ext>
            </a:extLst>
          </p:cNvPr>
          <p:cNvSpPr>
            <a:spLocks noChangeArrowheads="1" noChangeShapeType="1" noTextEdit="1"/>
          </p:cNvSpPr>
          <p:nvPr/>
        </p:nvSpPr>
        <p:spPr bwMode="auto">
          <a:xfrm>
            <a:off x="3124200" y="811213"/>
            <a:ext cx="5943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3.3.2</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确定有限自动机（</a:t>
            </a: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DFA</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a:t>
            </a:r>
            <a:endParaRPr 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grpSp>
        <p:nvGrpSpPr>
          <p:cNvPr id="2" name="Group 10">
            <a:extLst>
              <a:ext uri="{FF2B5EF4-FFF2-40B4-BE49-F238E27FC236}">
                <a16:creationId xmlns:a16="http://schemas.microsoft.com/office/drawing/2014/main" id="{3A048B77-0DC2-389D-8D8E-EB72EABA1624}"/>
              </a:ext>
            </a:extLst>
          </p:cNvPr>
          <p:cNvGrpSpPr>
            <a:grpSpLocks/>
          </p:cNvGrpSpPr>
          <p:nvPr/>
        </p:nvGrpSpPr>
        <p:grpSpPr bwMode="auto">
          <a:xfrm>
            <a:off x="1847850" y="1628776"/>
            <a:ext cx="8497888" cy="4608513"/>
            <a:chOff x="249" y="1026"/>
            <a:chExt cx="5353" cy="2903"/>
          </a:xfrm>
        </p:grpSpPr>
        <p:grpSp>
          <p:nvGrpSpPr>
            <p:cNvPr id="113668" name="Group 4">
              <a:extLst>
                <a:ext uri="{FF2B5EF4-FFF2-40B4-BE49-F238E27FC236}">
                  <a16:creationId xmlns:a16="http://schemas.microsoft.com/office/drawing/2014/main" id="{1766D67D-4CB3-02F1-D82E-500388C188ED}"/>
                </a:ext>
              </a:extLst>
            </p:cNvPr>
            <p:cNvGrpSpPr>
              <a:grpSpLocks/>
            </p:cNvGrpSpPr>
            <p:nvPr/>
          </p:nvGrpSpPr>
          <p:grpSpPr bwMode="auto">
            <a:xfrm>
              <a:off x="249" y="1026"/>
              <a:ext cx="5353" cy="2903"/>
              <a:chOff x="249" y="890"/>
              <a:chExt cx="5353" cy="2903"/>
            </a:xfrm>
          </p:grpSpPr>
          <p:grpSp>
            <p:nvGrpSpPr>
              <p:cNvPr id="113670" name="Group 5">
                <a:extLst>
                  <a:ext uri="{FF2B5EF4-FFF2-40B4-BE49-F238E27FC236}">
                    <a16:creationId xmlns:a16="http://schemas.microsoft.com/office/drawing/2014/main" id="{1A8BDC0C-4CC2-3B56-8F53-45D85E7CA66A}"/>
                  </a:ext>
                </a:extLst>
              </p:cNvPr>
              <p:cNvGrpSpPr>
                <a:grpSpLocks/>
              </p:cNvGrpSpPr>
              <p:nvPr/>
            </p:nvGrpSpPr>
            <p:grpSpPr bwMode="auto">
              <a:xfrm>
                <a:off x="249" y="890"/>
                <a:ext cx="5353" cy="2903"/>
                <a:chOff x="720" y="480"/>
                <a:chExt cx="4224" cy="1390"/>
              </a:xfrm>
            </p:grpSpPr>
            <p:graphicFrame>
              <p:nvGraphicFramePr>
                <p:cNvPr id="113672" name="Object 6">
                  <a:extLst>
                    <a:ext uri="{FF2B5EF4-FFF2-40B4-BE49-F238E27FC236}">
                      <a16:creationId xmlns:a16="http://schemas.microsoft.com/office/drawing/2014/main" id="{2E95B295-E8E4-7CB3-FE8F-D21060243046}"/>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13672" name="Object 6">
                              <a:extLst>
                                <a:ext uri="{FF2B5EF4-FFF2-40B4-BE49-F238E27FC236}">
                                  <a16:creationId xmlns:a16="http://schemas.microsoft.com/office/drawing/2014/main" id="{2E95B295-E8E4-7CB3-FE8F-D210602430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73" name="Object 7">
                  <a:extLst>
                    <a:ext uri="{FF2B5EF4-FFF2-40B4-BE49-F238E27FC236}">
                      <a16:creationId xmlns:a16="http://schemas.microsoft.com/office/drawing/2014/main" id="{E7594554-1A92-5DBF-D971-79B9112D5E6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13673" name="Object 7">
                              <a:extLst>
                                <a:ext uri="{FF2B5EF4-FFF2-40B4-BE49-F238E27FC236}">
                                  <a16:creationId xmlns:a16="http://schemas.microsoft.com/office/drawing/2014/main" id="{E7594554-1A92-5DBF-D971-79B9112D5E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3671" name="Text Box 8">
                <a:extLst>
                  <a:ext uri="{FF2B5EF4-FFF2-40B4-BE49-F238E27FC236}">
                    <a16:creationId xmlns:a16="http://schemas.microsoft.com/office/drawing/2014/main" id="{94045C26-BFDC-E2CD-D071-52D86D714154}"/>
                  </a:ext>
                </a:extLst>
              </p:cNvPr>
              <p:cNvSpPr txBox="1">
                <a:spLocks noChangeArrowheads="1"/>
              </p:cNvSpPr>
              <p:nvPr/>
            </p:nvSpPr>
            <p:spPr bwMode="auto">
              <a:xfrm>
                <a:off x="340" y="981"/>
                <a:ext cx="5171" cy="25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6575" indent="-536575">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一个</a:t>
                </a:r>
                <a:r>
                  <a:rPr lang="zh-CN" altLang="en-US" sz="2400" b="1">
                    <a:solidFill>
                      <a:srgbClr val="DC5900"/>
                    </a:solidFill>
                    <a:latin typeface="宋体" panose="02010600030101010101" pitchFamily="2" charset="-122"/>
                  </a:rPr>
                  <a:t>确定有限自动机（</a:t>
                </a:r>
                <a:r>
                  <a:rPr lang="en-US" altLang="zh-CN" sz="2400" b="1">
                    <a:solidFill>
                      <a:srgbClr val="DC5900"/>
                    </a:solidFill>
                    <a:latin typeface="宋体" panose="02010600030101010101" pitchFamily="2" charset="-122"/>
                  </a:rPr>
                  <a:t>DFA</a:t>
                </a:r>
                <a:r>
                  <a:rPr lang="zh-CN" altLang="en-US" sz="2400" b="1">
                    <a:solidFill>
                      <a:srgbClr val="DC5900"/>
                    </a:solidFill>
                    <a:latin typeface="宋体" panose="02010600030101010101" pitchFamily="2" charset="-122"/>
                  </a:rPr>
                  <a:t>）</a:t>
                </a:r>
                <a:r>
                  <a:rPr lang="zh-CN" altLang="en-US" sz="2400" b="1">
                    <a:solidFill>
                      <a:srgbClr val="003399"/>
                    </a:solidFill>
                    <a:latin typeface="宋体" panose="02010600030101010101" pitchFamily="2" charset="-122"/>
                  </a:rPr>
                  <a:t> </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是一个五元式：</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M </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a:t>
                </a:r>
                <a:r>
                  <a:rPr lang="el-GR" altLang="zh-CN" sz="2000" b="1">
                    <a:solidFill>
                      <a:srgbClr val="003399"/>
                    </a:solidFill>
                    <a:latin typeface="宋体" panose="02010600030101010101" pitchFamily="2" charset="-122"/>
                  </a:rPr>
                  <a:t>δ</a:t>
                </a:r>
                <a:r>
                  <a:rPr lang="en-US" altLang="zh-CN" sz="2000" b="1">
                    <a:solidFill>
                      <a:srgbClr val="003399"/>
                    </a:solidFill>
                    <a:latin typeface="宋体" panose="02010600030101010101" pitchFamily="2" charset="-122"/>
                  </a:rPr>
                  <a:t>,s</a:t>
                </a:r>
                <a:r>
                  <a:rPr lang="en-US" altLang="zh-CN" sz="2000" b="1" baseline="-25000">
                    <a:solidFill>
                      <a:srgbClr val="003399"/>
                    </a:solidFill>
                    <a:latin typeface="宋体" panose="02010600030101010101" pitchFamily="2" charset="-122"/>
                  </a:rPr>
                  <a:t>0 </a:t>
                </a:r>
                <a:r>
                  <a:rPr lang="en-US" altLang="zh-CN" sz="2000" b="1">
                    <a:solidFill>
                      <a:srgbClr val="003399"/>
                    </a:solidFill>
                    <a:latin typeface="宋体" panose="02010600030101010101" pitchFamily="2" charset="-122"/>
                  </a:rPr>
                  <a:t>,F) </a:t>
                </a:r>
                <a:r>
                  <a:rPr lang="zh-CN" altLang="en-US" sz="2000" b="1">
                    <a:solidFill>
                      <a:srgbClr val="003399"/>
                    </a:solidFill>
                    <a:latin typeface="宋体" panose="02010600030101010101" pitchFamily="2" charset="-122"/>
                  </a:rPr>
                  <a:t>，其中</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1</a:t>
                </a:r>
                <a:r>
                  <a:rPr lang="zh-CN" altLang="en-US" sz="2000" b="1">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是一个有限集，它的每个元素称为一个</a:t>
                </a:r>
                <a:r>
                  <a:rPr lang="zh-CN" altLang="en-US" sz="2000" b="1">
                    <a:solidFill>
                      <a:srgbClr val="FF0066"/>
                    </a:solidFill>
                    <a:latin typeface="宋体" panose="02010600030101010101" pitchFamily="2" charset="-122"/>
                  </a:rPr>
                  <a:t>状态</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2</a:t>
                </a:r>
                <a:r>
                  <a:rPr lang="zh-CN" altLang="en-US" sz="2000" b="1">
                    <a:solidFill>
                      <a:srgbClr val="003399"/>
                    </a:solidFill>
                    <a:latin typeface="宋体" panose="02010600030101010101" pitchFamily="2" charset="-122"/>
                  </a:rPr>
                  <a:t>、∑是一个有穷</a:t>
                </a:r>
                <a:r>
                  <a:rPr lang="zh-CN" altLang="en-US" sz="2000" b="1">
                    <a:solidFill>
                      <a:srgbClr val="FF0066"/>
                    </a:solidFill>
                    <a:latin typeface="宋体" panose="02010600030101010101" pitchFamily="2" charset="-122"/>
                  </a:rPr>
                  <a:t>字母表</a:t>
                </a:r>
                <a:r>
                  <a:rPr lang="zh-CN" altLang="en-US" sz="2000" b="1">
                    <a:solidFill>
                      <a:srgbClr val="003399"/>
                    </a:solidFill>
                    <a:latin typeface="宋体" panose="02010600030101010101" pitchFamily="2" charset="-122"/>
                  </a:rPr>
                  <a:t>，它的每个元素称为一个</a:t>
                </a:r>
                <a:r>
                  <a:rPr lang="zh-CN" altLang="en-US" sz="2000" b="1">
                    <a:solidFill>
                      <a:srgbClr val="FF0066"/>
                    </a:solidFill>
                    <a:latin typeface="宋体" panose="02010600030101010101" pitchFamily="2" charset="-122"/>
                  </a:rPr>
                  <a:t>输入字符</a:t>
                </a:r>
              </a:p>
              <a:p>
                <a:pPr fontAlgn="base">
                  <a:lnSpc>
                    <a:spcPct val="130000"/>
                  </a:lnSpc>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3</a:t>
                </a:r>
                <a:r>
                  <a:rPr lang="zh-CN" altLang="en-US" sz="2000" b="1">
                    <a:solidFill>
                      <a:srgbClr val="003399"/>
                    </a:solidFill>
                    <a:latin typeface="宋体" panose="02010600030101010101" pitchFamily="2" charset="-122"/>
                  </a:rPr>
                  <a:t>、</a:t>
                </a:r>
                <a:r>
                  <a:rPr lang="el-GR" altLang="zh-CN" sz="2000" b="1">
                    <a:solidFill>
                      <a:srgbClr val="003399"/>
                    </a:solidFill>
                  </a:rPr>
                  <a:t>δ</a:t>
                </a:r>
                <a:r>
                  <a:rPr lang="zh-CN" altLang="en-US" sz="2000" b="1">
                    <a:solidFill>
                      <a:srgbClr val="003399"/>
                    </a:solidFill>
                    <a:latin typeface="宋体" panose="02010600030101010101" pitchFamily="2" charset="-122"/>
                  </a:rPr>
                  <a:t>是一个从</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至</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的单值部分映射。 </a:t>
                </a:r>
                <a:r>
                  <a:rPr lang="el-GR" altLang="zh-CN" sz="2000" b="1">
                    <a:solidFill>
                      <a:srgbClr val="003399"/>
                    </a:solidFill>
                  </a:rPr>
                  <a:t>δ</a:t>
                </a:r>
                <a:r>
                  <a:rPr lang="en-US" altLang="zh-CN" sz="2000" b="1">
                    <a:solidFill>
                      <a:srgbClr val="003399"/>
                    </a:solidFill>
                    <a:latin typeface="宋体" panose="02010600030101010101" pitchFamily="2" charset="-122"/>
                  </a:rPr>
                  <a:t>(s,a)=s´</a:t>
                </a:r>
                <a:r>
                  <a:rPr lang="zh-CN" altLang="en-US" sz="2000" b="1">
                    <a:solidFill>
                      <a:srgbClr val="003399"/>
                    </a:solidFill>
                    <a:latin typeface="宋体" panose="02010600030101010101" pitchFamily="2" charset="-122"/>
                  </a:rPr>
                  <a:t>意味着：当现行状态为</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、输入字符为</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时，将转换到下一状态</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。我们称</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为</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的一个后继状态。</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4</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a:t>
                </a:r>
                <a:r>
                  <a:rPr lang="en-US" altLang="zh-CN" sz="2000" b="1" baseline="-25000">
                    <a:solidFill>
                      <a:srgbClr val="003399"/>
                    </a:solidFill>
                    <a:latin typeface="宋体" panose="02010600030101010101" pitchFamily="2" charset="-122"/>
                  </a:rPr>
                  <a:t>0</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是唯一的</a:t>
                </a:r>
                <a:r>
                  <a:rPr lang="zh-CN" altLang="en-US" sz="2000" b="1">
                    <a:solidFill>
                      <a:srgbClr val="FF0066"/>
                    </a:solidFill>
                    <a:latin typeface="宋体" panose="02010600030101010101" pitchFamily="2" charset="-122"/>
                  </a:rPr>
                  <a:t>初态</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5</a:t>
                </a: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F   S</a:t>
                </a:r>
                <a:r>
                  <a:rPr lang="zh-CN" altLang="en-US" sz="2000" b="1">
                    <a:solidFill>
                      <a:srgbClr val="003399"/>
                    </a:solidFill>
                    <a:latin typeface="宋体" panose="02010600030101010101" pitchFamily="2" charset="-122"/>
                  </a:rPr>
                  <a:t>是一个</a:t>
                </a:r>
                <a:r>
                  <a:rPr lang="zh-CN" altLang="en-US" sz="2000" b="1">
                    <a:solidFill>
                      <a:srgbClr val="FF0066"/>
                    </a:solidFill>
                    <a:latin typeface="宋体" panose="02010600030101010101" pitchFamily="2" charset="-122"/>
                  </a:rPr>
                  <a:t>终态集</a:t>
                </a:r>
                <a:r>
                  <a:rPr lang="zh-CN" altLang="en-US" sz="2000" b="1">
                    <a:solidFill>
                      <a:srgbClr val="003399"/>
                    </a:solidFill>
                    <a:latin typeface="宋体" panose="02010600030101010101" pitchFamily="2" charset="-122"/>
                  </a:rPr>
                  <a:t>（可空）。</a:t>
                </a:r>
              </a:p>
            </p:txBody>
          </p:sp>
        </p:grpSp>
        <p:pic>
          <p:nvPicPr>
            <p:cNvPr id="113669" name="Picture 9" descr="2">
              <a:extLst>
                <a:ext uri="{FF2B5EF4-FFF2-40B4-BE49-F238E27FC236}">
                  <a16:creationId xmlns:a16="http://schemas.microsoft.com/office/drawing/2014/main" id="{72168C2A-EF34-77EF-9EE2-839851974D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6" y="3555"/>
              <a:ext cx="180"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fade">
                                      <p:cBhvr>
                                        <p:cTn id="7" dur="2000"/>
                                        <p:tgtEl>
                                          <p:spTgt spid="57346"/>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
            <a:extLst>
              <a:ext uri="{FF2B5EF4-FFF2-40B4-BE49-F238E27FC236}">
                <a16:creationId xmlns:a16="http://schemas.microsoft.com/office/drawing/2014/main" id="{435EA477-3486-D7DB-4873-DEA388DC7136}"/>
              </a:ext>
            </a:extLst>
          </p:cNvPr>
          <p:cNvGrpSpPr>
            <a:grpSpLocks/>
          </p:cNvGrpSpPr>
          <p:nvPr/>
        </p:nvGrpSpPr>
        <p:grpSpPr bwMode="auto">
          <a:xfrm>
            <a:off x="1847851" y="836613"/>
            <a:ext cx="8424863" cy="1441450"/>
            <a:chOff x="204" y="436"/>
            <a:chExt cx="5307" cy="908"/>
          </a:xfrm>
          <a:solidFill>
            <a:schemeClr val="bg1"/>
          </a:solidFill>
        </p:grpSpPr>
        <p:grpSp>
          <p:nvGrpSpPr>
            <p:cNvPr id="29" name="Group 3">
              <a:extLst>
                <a:ext uri="{FF2B5EF4-FFF2-40B4-BE49-F238E27FC236}">
                  <a16:creationId xmlns:a16="http://schemas.microsoft.com/office/drawing/2014/main" id="{95431275-C261-10F9-299F-B97FEB65A255}"/>
                </a:ext>
              </a:extLst>
            </p:cNvPr>
            <p:cNvGrpSpPr>
              <a:grpSpLocks/>
            </p:cNvGrpSpPr>
            <p:nvPr/>
          </p:nvGrpSpPr>
          <p:grpSpPr bwMode="auto">
            <a:xfrm>
              <a:off x="204" y="436"/>
              <a:ext cx="5307" cy="908"/>
              <a:chOff x="720" y="480"/>
              <a:chExt cx="4224" cy="1390"/>
            </a:xfrm>
            <a:grpFill/>
          </p:grpSpPr>
          <p:graphicFrame>
            <p:nvGraphicFramePr>
              <p:cNvPr id="28674" name="Object 4">
                <a:extLst>
                  <a:ext uri="{FF2B5EF4-FFF2-40B4-BE49-F238E27FC236}">
                    <a16:creationId xmlns:a16="http://schemas.microsoft.com/office/drawing/2014/main" id="{C07309AF-4704-44D2-D2CF-F577073F019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28674" name="Object 4">
                            <a:extLst>
                              <a:ext uri="{FF2B5EF4-FFF2-40B4-BE49-F238E27FC236}">
                                <a16:creationId xmlns:a16="http://schemas.microsoft.com/office/drawing/2014/main" id="{C07309AF-4704-44D2-D2CF-F577073F019B}"/>
                              </a:ext>
                            </a:extLst>
                          </p:cNvPr>
                          <p:cNvPicPr>
                            <a:picLocks noChangeAspect="1" noChangeArrowheads="1"/>
                          </p:cNvPicPr>
                          <p:nvPr/>
                        </p:nvPicPr>
                        <p:blipFill>
                          <a:blip r:embed="rId4"/>
                          <a:srcRect/>
                          <a:stretch>
                            <a:fillRect/>
                          </a:stretch>
                        </p:blipFill>
                        <p:spPr bwMode="auto">
                          <a:xfrm>
                            <a:off x="720" y="480"/>
                            <a:ext cx="4224" cy="1390"/>
                          </a:xfrm>
                          <a:prstGeom prst="rect">
                            <a:avLst/>
                          </a:prstGeom>
                          <a:noFill/>
                          <a:ln>
                            <a:noFill/>
                          </a:ln>
                          <a:effectLst/>
                        </p:spPr>
                      </p:pic>
                    </p:oleObj>
                  </mc:Fallback>
                </mc:AlternateContent>
              </a:graphicData>
            </a:graphic>
          </p:graphicFrame>
          <p:graphicFrame>
            <p:nvGraphicFramePr>
              <p:cNvPr id="28675" name="Object 5">
                <a:extLst>
                  <a:ext uri="{FF2B5EF4-FFF2-40B4-BE49-F238E27FC236}">
                    <a16:creationId xmlns:a16="http://schemas.microsoft.com/office/drawing/2014/main" id="{9E78B05D-AE6E-C2AD-2D52-2C0853C2B4A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28675" name="Object 5">
                            <a:extLst>
                              <a:ext uri="{FF2B5EF4-FFF2-40B4-BE49-F238E27FC236}">
                                <a16:creationId xmlns:a16="http://schemas.microsoft.com/office/drawing/2014/main" id="{9E78B05D-AE6E-C2AD-2D52-2C0853C2B4A4}"/>
                              </a:ext>
                            </a:extLst>
                          </p:cNvPr>
                          <p:cNvPicPr>
                            <a:picLocks noChangeAspect="1" noChangeArrowheads="1"/>
                          </p:cNvPicPr>
                          <p:nvPr/>
                        </p:nvPicPr>
                        <p:blipFill>
                          <a:blip r:embed="rId6"/>
                          <a:srcRect/>
                          <a:stretch>
                            <a:fillRect/>
                          </a:stretch>
                        </p:blipFill>
                        <p:spPr bwMode="auto">
                          <a:xfrm>
                            <a:off x="2873" y="1028"/>
                            <a:ext cx="157" cy="296"/>
                          </a:xfrm>
                          <a:prstGeom prst="rect">
                            <a:avLst/>
                          </a:prstGeom>
                          <a:noFill/>
                        </p:spPr>
                      </p:pic>
                    </p:oleObj>
                  </mc:Fallback>
                </mc:AlternateContent>
              </a:graphicData>
            </a:graphic>
          </p:graphicFrame>
        </p:grpSp>
        <p:sp>
          <p:nvSpPr>
            <p:cNvPr id="30773" name="Text Box 6">
              <a:extLst>
                <a:ext uri="{FF2B5EF4-FFF2-40B4-BE49-F238E27FC236}">
                  <a16:creationId xmlns:a16="http://schemas.microsoft.com/office/drawing/2014/main" id="{E3E07E2A-9D07-840E-B5BC-FBD940A718E7}"/>
                </a:ext>
              </a:extLst>
            </p:cNvPr>
            <p:cNvSpPr txBox="1">
              <a:spLocks noChangeArrowheads="1"/>
            </p:cNvSpPr>
            <p:nvPr/>
          </p:nvSpPr>
          <p:spPr bwMode="auto">
            <a:xfrm>
              <a:off x="249" y="527"/>
              <a:ext cx="5171" cy="756"/>
            </a:xfrm>
            <a:prstGeom prst="rect">
              <a:avLst/>
            </a:prstGeom>
            <a:grpFill/>
            <a:ln w="9525">
              <a:noFill/>
              <a:miter lim="800000"/>
              <a:headEnd/>
              <a:tailEnd/>
            </a:ln>
          </p:spPr>
          <p:txBody>
            <a:bodyPr>
              <a:spAutoFit/>
            </a:bodyPr>
            <a:lstStyle/>
            <a:p>
              <a:pPr fontAlgn="base">
                <a:spcBef>
                  <a:spcPct val="50000"/>
                </a:spcBef>
                <a:spcAft>
                  <a:spcPct val="0"/>
                </a:spcAft>
                <a:defRPr/>
              </a:pPr>
              <a:r>
                <a:rPr lang="en-US" altLang="zh-CN" sz="2400" b="1">
                  <a:solidFill>
                    <a:srgbClr val="003399"/>
                  </a:solidFill>
                  <a:latin typeface="宋体" panose="02010600030101010101" pitchFamily="2" charset="-122"/>
                  <a:ea typeface="宋体" panose="02010600030101010101" pitchFamily="2" charset="-122"/>
                </a:rPr>
                <a:t>   </a:t>
              </a:r>
              <a:r>
                <a:rPr lang="zh-CN" altLang="en-US" sz="2400" b="1">
                  <a:solidFill>
                    <a:srgbClr val="003399"/>
                  </a:solidFill>
                  <a:latin typeface="宋体" panose="02010600030101010101" pitchFamily="2" charset="-122"/>
                  <a:ea typeface="宋体" panose="02010600030101010101" pitchFamily="2" charset="-122"/>
                </a:rPr>
                <a:t>显然，一个</a:t>
              </a:r>
              <a:r>
                <a:rPr lang="en-US" altLang="zh-CN" sz="2400" b="1">
                  <a:solidFill>
                    <a:srgbClr val="003399"/>
                  </a:solidFill>
                  <a:latin typeface="宋体" panose="02010600030101010101" pitchFamily="2" charset="-122"/>
                  <a:ea typeface="宋体" panose="02010600030101010101" pitchFamily="2" charset="-122"/>
                </a:rPr>
                <a:t>DFA</a:t>
              </a:r>
              <a:r>
                <a:rPr lang="zh-CN" altLang="en-US" sz="2400" b="1">
                  <a:solidFill>
                    <a:srgbClr val="003399"/>
                  </a:solidFill>
                  <a:latin typeface="宋体" panose="02010600030101010101" pitchFamily="2" charset="-122"/>
                  <a:ea typeface="宋体" panose="02010600030101010101" pitchFamily="2" charset="-122"/>
                </a:rPr>
                <a:t>可用一个矩阵表示，该矩阵的行表示输入字符，列表示状态，矩阵元素表示</a:t>
              </a:r>
              <a:r>
                <a:rPr lang="el-GR" altLang="zh-CN" sz="2400" b="1">
                  <a:solidFill>
                    <a:srgbClr val="FF0000"/>
                  </a:solidFill>
                  <a:latin typeface="Arial" pitchFamily="34" charset="0"/>
                  <a:ea typeface="宋体" panose="02010600030101010101" pitchFamily="2" charset="-122"/>
                </a:rPr>
                <a:t>δ</a:t>
              </a:r>
              <a:r>
                <a:rPr lang="en-US" altLang="zh-CN" sz="2400" b="1">
                  <a:solidFill>
                    <a:srgbClr val="FF0000"/>
                  </a:solidFill>
                  <a:latin typeface="Arial" pitchFamily="34" charset="0"/>
                  <a:ea typeface="宋体" panose="02010600030101010101" pitchFamily="2" charset="-122"/>
                </a:rPr>
                <a:t>(s,a)</a:t>
              </a:r>
              <a:r>
                <a:rPr lang="zh-CN" altLang="en-US" sz="2400" b="1">
                  <a:solidFill>
                    <a:srgbClr val="003399"/>
                  </a:solidFill>
                  <a:latin typeface="宋体" panose="02010600030101010101" pitchFamily="2" charset="-122"/>
                  <a:ea typeface="宋体" panose="02010600030101010101" pitchFamily="2" charset="-122"/>
                </a:rPr>
                <a:t>的值。这个矩阵称为</a:t>
              </a:r>
              <a:r>
                <a:rPr lang="zh-CN" altLang="en-US" sz="2400" b="1">
                  <a:solidFill>
                    <a:srgbClr val="FF0066"/>
                  </a:solidFill>
                  <a:latin typeface="宋体" panose="02010600030101010101" pitchFamily="2" charset="-122"/>
                  <a:ea typeface="宋体" panose="02010600030101010101" pitchFamily="2" charset="-122"/>
                </a:rPr>
                <a:t>状态转换矩阵</a:t>
              </a:r>
              <a:r>
                <a:rPr lang="zh-CN" altLang="en-US" sz="2400" b="1">
                  <a:solidFill>
                    <a:srgbClr val="003399"/>
                  </a:solidFill>
                  <a:latin typeface="宋体" panose="02010600030101010101" pitchFamily="2" charset="-122"/>
                  <a:ea typeface="宋体" panose="02010600030101010101" pitchFamily="2" charset="-122"/>
                </a:rPr>
                <a:t>。</a:t>
              </a:r>
            </a:p>
          </p:txBody>
        </p:sp>
      </p:grpSp>
      <p:sp>
        <p:nvSpPr>
          <p:cNvPr id="58375" name="Text Box 7">
            <a:extLst>
              <a:ext uri="{FF2B5EF4-FFF2-40B4-BE49-F238E27FC236}">
                <a16:creationId xmlns:a16="http://schemas.microsoft.com/office/drawing/2014/main" id="{0B63C48B-1DE1-DB7E-329E-79188416278C}"/>
              </a:ext>
            </a:extLst>
          </p:cNvPr>
          <p:cNvSpPr txBox="1">
            <a:spLocks noChangeArrowheads="1"/>
          </p:cNvSpPr>
          <p:nvPr/>
        </p:nvSpPr>
        <p:spPr bwMode="auto">
          <a:xfrm>
            <a:off x="1847851" y="3141664"/>
            <a:ext cx="47529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3-12</a:t>
            </a:r>
            <a:r>
              <a:rPr lang="zh-CN" altLang="en-US" sz="2000" b="1">
                <a:solidFill>
                  <a:srgbClr val="003399"/>
                </a:solidFill>
                <a:latin typeface="宋体" panose="02010600030101010101" pitchFamily="2" charset="-122"/>
              </a:rPr>
              <a:t>：有</a:t>
            </a:r>
            <a:r>
              <a:rPr lang="en-US" altLang="zh-CN" sz="2000" b="1">
                <a:solidFill>
                  <a:srgbClr val="003399"/>
                </a:solidFill>
                <a:latin typeface="宋体" panose="02010600030101010101" pitchFamily="2" charset="-122"/>
              </a:rPr>
              <a:t>DFA</a:t>
            </a:r>
            <a:r>
              <a:rPr lang="en-US" altLang="zh-CN" sz="2000">
                <a:solidFill>
                  <a:srgbClr val="003399"/>
                </a:solidFill>
                <a:latin typeface="宋体" panose="02010600030101010101" pitchFamily="2" charset="-122"/>
              </a:rPr>
              <a:t> </a:t>
            </a:r>
          </a:p>
          <a:p>
            <a:pPr fontAlgn="base">
              <a:spcBef>
                <a:spcPct val="50000"/>
              </a:spcBef>
              <a:spcAft>
                <a:spcPct val="0"/>
              </a:spcAft>
              <a:buClrTx/>
              <a:buSzTx/>
              <a:buNone/>
            </a:pPr>
            <a:r>
              <a:rPr lang="en-US" altLang="zh-CN" sz="2000">
                <a:solidFill>
                  <a:srgbClr val="003399"/>
                </a:solidFill>
                <a:latin typeface="宋体" panose="02010600030101010101" pitchFamily="2" charset="-122"/>
              </a:rPr>
              <a:t>      </a:t>
            </a:r>
            <a:r>
              <a:rPr lang="en-US" altLang="zh-CN" sz="2000" b="1">
                <a:solidFill>
                  <a:srgbClr val="FF0000"/>
                </a:solidFill>
                <a:latin typeface="宋体" panose="02010600030101010101" pitchFamily="2" charset="-122"/>
              </a:rPr>
              <a:t>M = ({0,1,2,3},{a,b},</a:t>
            </a:r>
            <a:r>
              <a:rPr lang="el-GR" altLang="zh-CN" sz="2000" b="1">
                <a:solidFill>
                  <a:srgbClr val="FF0000"/>
                </a:solidFill>
              </a:rPr>
              <a:t>δ</a:t>
            </a:r>
            <a:r>
              <a:rPr lang="en-US" altLang="zh-CN" sz="2000" b="1">
                <a:solidFill>
                  <a:srgbClr val="FF0000"/>
                </a:solidFill>
                <a:latin typeface="宋体" panose="02010600030101010101" pitchFamily="2" charset="-122"/>
              </a:rPr>
              <a:t>,0,{3})</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其中</a:t>
            </a:r>
            <a:r>
              <a:rPr lang="el-GR" altLang="zh-CN" sz="2000" b="1">
                <a:solidFill>
                  <a:srgbClr val="FF0000"/>
                </a:solidFill>
              </a:rPr>
              <a:t>δ</a:t>
            </a:r>
            <a:r>
              <a:rPr lang="zh-CN" altLang="en-US" sz="2000" b="1">
                <a:solidFill>
                  <a:srgbClr val="003399"/>
                </a:solidFill>
                <a:latin typeface="宋体" panose="02010600030101010101" pitchFamily="2" charset="-122"/>
              </a:rPr>
              <a:t>为</a:t>
            </a:r>
            <a:r>
              <a:rPr lang="en-US" altLang="zh-CN"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sym typeface="Wingdings" panose="05000000000000000000" pitchFamily="2" charset="2"/>
              </a:rPr>
              <a:t> </a:t>
            </a:r>
            <a:r>
              <a:rPr lang="el-GR" altLang="zh-CN" sz="2000" b="1">
                <a:solidFill>
                  <a:srgbClr val="003399"/>
                </a:solidFill>
              </a:rPr>
              <a:t>δ</a:t>
            </a:r>
            <a:r>
              <a:rPr lang="en-US" altLang="zh-CN" sz="2000" b="1">
                <a:solidFill>
                  <a:srgbClr val="003399"/>
                </a:solidFill>
                <a:sym typeface="Wingdings" panose="05000000000000000000" pitchFamily="2" charset="2"/>
              </a:rPr>
              <a:t>(0,a)=1            </a:t>
            </a:r>
            <a:r>
              <a:rPr lang="el-GR" altLang="zh-CN" sz="2000" b="1">
                <a:solidFill>
                  <a:srgbClr val="003399"/>
                </a:solidFill>
              </a:rPr>
              <a:t>δ</a:t>
            </a:r>
            <a:r>
              <a:rPr lang="en-US" altLang="zh-CN" sz="2000" b="1">
                <a:solidFill>
                  <a:srgbClr val="003399"/>
                </a:solidFill>
                <a:sym typeface="Wingdings" panose="05000000000000000000" pitchFamily="2" charset="2"/>
              </a:rPr>
              <a:t>(0,b)=2 </a:t>
            </a:r>
          </a:p>
          <a:p>
            <a:pPr fontAlgn="base">
              <a:spcBef>
                <a:spcPct val="50000"/>
              </a:spcBef>
              <a:spcAft>
                <a:spcPct val="0"/>
              </a:spcAft>
              <a:buClrTx/>
              <a:buSzTx/>
              <a:buNone/>
            </a:pPr>
            <a:r>
              <a:rPr lang="en-US" altLang="zh-CN" sz="2000" b="1">
                <a:solidFill>
                  <a:srgbClr val="003399"/>
                </a:solidFill>
              </a:rPr>
              <a:t>                    </a:t>
            </a:r>
            <a:r>
              <a:rPr lang="el-GR" altLang="zh-CN" sz="2000" b="1">
                <a:solidFill>
                  <a:srgbClr val="003399"/>
                </a:solidFill>
              </a:rPr>
              <a:t>δ</a:t>
            </a:r>
            <a:r>
              <a:rPr lang="en-US" altLang="zh-CN" sz="2000" b="1">
                <a:solidFill>
                  <a:srgbClr val="003399"/>
                </a:solidFill>
                <a:sym typeface="Wingdings" panose="05000000000000000000" pitchFamily="2" charset="2"/>
              </a:rPr>
              <a:t>(1,a)=3            </a:t>
            </a:r>
            <a:r>
              <a:rPr lang="el-GR" altLang="zh-CN" sz="2000" b="1">
                <a:solidFill>
                  <a:srgbClr val="003399"/>
                </a:solidFill>
              </a:rPr>
              <a:t>δ</a:t>
            </a:r>
            <a:r>
              <a:rPr lang="en-US" altLang="zh-CN" sz="2000" b="1">
                <a:solidFill>
                  <a:srgbClr val="003399"/>
                </a:solidFill>
                <a:sym typeface="Wingdings" panose="05000000000000000000" pitchFamily="2" charset="2"/>
              </a:rPr>
              <a:t>(1,b)=2</a:t>
            </a:r>
          </a:p>
          <a:p>
            <a:pPr fontAlgn="base">
              <a:spcBef>
                <a:spcPct val="50000"/>
              </a:spcBef>
              <a:spcAft>
                <a:spcPct val="0"/>
              </a:spcAft>
              <a:buClrTx/>
              <a:buSzTx/>
              <a:buNone/>
            </a:pPr>
            <a:r>
              <a:rPr lang="en-US" altLang="zh-CN" sz="2000" b="1">
                <a:solidFill>
                  <a:srgbClr val="003399"/>
                </a:solidFill>
              </a:rPr>
              <a:t>                    </a:t>
            </a:r>
            <a:r>
              <a:rPr lang="el-GR" altLang="zh-CN" sz="2000" b="1">
                <a:solidFill>
                  <a:srgbClr val="003399"/>
                </a:solidFill>
              </a:rPr>
              <a:t>δ</a:t>
            </a:r>
            <a:r>
              <a:rPr lang="en-US" altLang="zh-CN" sz="2000" b="1">
                <a:solidFill>
                  <a:srgbClr val="003399"/>
                </a:solidFill>
                <a:sym typeface="Wingdings" panose="05000000000000000000" pitchFamily="2" charset="2"/>
              </a:rPr>
              <a:t>(2,a)=1            </a:t>
            </a:r>
            <a:r>
              <a:rPr lang="el-GR" altLang="zh-CN" sz="2000" b="1">
                <a:solidFill>
                  <a:srgbClr val="003399"/>
                </a:solidFill>
              </a:rPr>
              <a:t>δ</a:t>
            </a:r>
            <a:r>
              <a:rPr lang="en-US" altLang="zh-CN" sz="2000" b="1">
                <a:solidFill>
                  <a:srgbClr val="003399"/>
                </a:solidFill>
                <a:sym typeface="Wingdings" panose="05000000000000000000" pitchFamily="2" charset="2"/>
              </a:rPr>
              <a:t>(2,b)=3</a:t>
            </a:r>
          </a:p>
          <a:p>
            <a:pPr fontAlgn="base">
              <a:spcBef>
                <a:spcPct val="50000"/>
              </a:spcBef>
              <a:spcAft>
                <a:spcPct val="0"/>
              </a:spcAft>
              <a:buClrTx/>
              <a:buSzTx/>
              <a:buNone/>
            </a:pPr>
            <a:r>
              <a:rPr lang="en-US" altLang="zh-CN" sz="2000" b="1">
                <a:solidFill>
                  <a:srgbClr val="003399"/>
                </a:solidFill>
              </a:rPr>
              <a:t>                    </a:t>
            </a:r>
            <a:r>
              <a:rPr lang="el-GR" altLang="zh-CN" sz="2000" b="1">
                <a:solidFill>
                  <a:srgbClr val="003399"/>
                </a:solidFill>
              </a:rPr>
              <a:t>δ</a:t>
            </a:r>
            <a:r>
              <a:rPr lang="en-US" altLang="zh-CN" sz="2000" b="1">
                <a:solidFill>
                  <a:srgbClr val="003399"/>
                </a:solidFill>
                <a:sym typeface="Wingdings" panose="05000000000000000000" pitchFamily="2" charset="2"/>
              </a:rPr>
              <a:t>(3,a)=3            </a:t>
            </a:r>
            <a:r>
              <a:rPr lang="el-GR" altLang="zh-CN" sz="2000" b="1">
                <a:solidFill>
                  <a:srgbClr val="003399"/>
                </a:solidFill>
              </a:rPr>
              <a:t>δ</a:t>
            </a:r>
            <a:r>
              <a:rPr lang="en-US" altLang="zh-CN" sz="2000" b="1">
                <a:solidFill>
                  <a:srgbClr val="003399"/>
                </a:solidFill>
                <a:sym typeface="Wingdings" panose="05000000000000000000" pitchFamily="2" charset="2"/>
              </a:rPr>
              <a:t>(3,b)=3</a:t>
            </a:r>
            <a:endParaRPr lang="en-US" altLang="zh-CN" sz="2000" b="1">
              <a:solidFill>
                <a:srgbClr val="003399"/>
              </a:solidFill>
              <a:latin typeface="宋体" panose="02010600030101010101" pitchFamily="2" charset="-122"/>
            </a:endParaRP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p>
        </p:txBody>
      </p:sp>
      <p:graphicFrame>
        <p:nvGraphicFramePr>
          <p:cNvPr id="58376" name="Group 8">
            <a:extLst>
              <a:ext uri="{FF2B5EF4-FFF2-40B4-BE49-F238E27FC236}">
                <a16:creationId xmlns:a16="http://schemas.microsoft.com/office/drawing/2014/main" id="{BF357D73-DCE8-F42A-5350-0B45E35CBC81}"/>
              </a:ext>
            </a:extLst>
          </p:cNvPr>
          <p:cNvGraphicFramePr>
            <a:graphicFrameLocks noGrp="1"/>
          </p:cNvGraphicFramePr>
          <p:nvPr>
            <p:ph/>
          </p:nvPr>
        </p:nvGraphicFramePr>
        <p:xfrm>
          <a:off x="6816725" y="3573463"/>
          <a:ext cx="3455988" cy="2286000"/>
        </p:xfrm>
        <a:graphic>
          <a:graphicData uri="http://schemas.openxmlformats.org/drawingml/2006/table">
            <a:tbl>
              <a:tblPr/>
              <a:tblGrid>
                <a:gridCol w="1152525">
                  <a:extLst>
                    <a:ext uri="{9D8B030D-6E8A-4147-A177-3AD203B41FA5}">
                      <a16:colId xmlns:a16="http://schemas.microsoft.com/office/drawing/2014/main" val="20000"/>
                    </a:ext>
                  </a:extLst>
                </a:gridCol>
                <a:gridCol w="1150938">
                  <a:extLst>
                    <a:ext uri="{9D8B030D-6E8A-4147-A177-3AD203B41FA5}">
                      <a16:colId xmlns:a16="http://schemas.microsoft.com/office/drawing/2014/main" val="20001"/>
                    </a:ext>
                  </a:extLst>
                </a:gridCol>
                <a:gridCol w="1152525">
                  <a:extLst>
                    <a:ext uri="{9D8B030D-6E8A-4147-A177-3AD203B41FA5}">
                      <a16:colId xmlns:a16="http://schemas.microsoft.com/office/drawing/2014/main" val="20002"/>
                    </a:ext>
                  </a:extLst>
                </a:gridCol>
              </a:tblGrid>
              <a:tr h="39846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状态</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a</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b</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0</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8402" name="Rectangle 34">
            <a:extLst>
              <a:ext uri="{FF2B5EF4-FFF2-40B4-BE49-F238E27FC236}">
                <a16:creationId xmlns:a16="http://schemas.microsoft.com/office/drawing/2014/main" id="{38BBB027-1F58-39BC-A098-E066217F327A}"/>
              </a:ext>
            </a:extLst>
          </p:cNvPr>
          <p:cNvSpPr>
            <a:spLocks noChangeArrowheads="1"/>
          </p:cNvSpPr>
          <p:nvPr/>
        </p:nvSpPr>
        <p:spPr bwMode="auto">
          <a:xfrm>
            <a:off x="6737537" y="2940020"/>
            <a:ext cx="3539752" cy="400110"/>
          </a:xfrm>
          <a:prstGeom prst="rect">
            <a:avLst/>
          </a:prstGeom>
          <a:solidFill>
            <a:schemeClr val="bg1"/>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相应的状态转换矩阵如下表：</a:t>
            </a:r>
          </a:p>
        </p:txBody>
      </p:sp>
      <p:sp>
        <p:nvSpPr>
          <p:cNvPr id="58413" name="Oval 45">
            <a:extLst>
              <a:ext uri="{FF2B5EF4-FFF2-40B4-BE49-F238E27FC236}">
                <a16:creationId xmlns:a16="http://schemas.microsoft.com/office/drawing/2014/main" id="{290F5B6D-8259-9071-ADA8-D9F1BD024ACE}"/>
              </a:ext>
            </a:extLst>
          </p:cNvPr>
          <p:cNvSpPr>
            <a:spLocks noChangeArrowheads="1"/>
          </p:cNvSpPr>
          <p:nvPr/>
        </p:nvSpPr>
        <p:spPr bwMode="auto">
          <a:xfrm>
            <a:off x="3287713" y="4941888"/>
            <a:ext cx="1223962" cy="431800"/>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58414" name="Oval 46">
            <a:extLst>
              <a:ext uri="{FF2B5EF4-FFF2-40B4-BE49-F238E27FC236}">
                <a16:creationId xmlns:a16="http://schemas.microsoft.com/office/drawing/2014/main" id="{3AC78B68-4CF7-748E-934B-F1E474AC8E21}"/>
              </a:ext>
            </a:extLst>
          </p:cNvPr>
          <p:cNvSpPr>
            <a:spLocks noChangeArrowheads="1"/>
          </p:cNvSpPr>
          <p:nvPr/>
        </p:nvSpPr>
        <p:spPr bwMode="auto">
          <a:xfrm>
            <a:off x="3287713" y="5445125"/>
            <a:ext cx="1223962" cy="431800"/>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58415" name="Oval 47">
            <a:extLst>
              <a:ext uri="{FF2B5EF4-FFF2-40B4-BE49-F238E27FC236}">
                <a16:creationId xmlns:a16="http://schemas.microsoft.com/office/drawing/2014/main" id="{6A0AF2A9-7B6D-C813-A96D-4CFD2626C68A}"/>
              </a:ext>
            </a:extLst>
          </p:cNvPr>
          <p:cNvSpPr>
            <a:spLocks noChangeArrowheads="1"/>
          </p:cNvSpPr>
          <p:nvPr/>
        </p:nvSpPr>
        <p:spPr bwMode="auto">
          <a:xfrm>
            <a:off x="5159376" y="4941888"/>
            <a:ext cx="1223963" cy="431800"/>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58416" name="Oval 48">
            <a:extLst>
              <a:ext uri="{FF2B5EF4-FFF2-40B4-BE49-F238E27FC236}">
                <a16:creationId xmlns:a16="http://schemas.microsoft.com/office/drawing/2014/main" id="{E9054160-D92F-0D3C-D263-987BBEA0EEA3}"/>
              </a:ext>
            </a:extLst>
          </p:cNvPr>
          <p:cNvSpPr>
            <a:spLocks noChangeArrowheads="1"/>
          </p:cNvSpPr>
          <p:nvPr/>
        </p:nvSpPr>
        <p:spPr bwMode="auto">
          <a:xfrm>
            <a:off x="5159376" y="4437063"/>
            <a:ext cx="1223963" cy="431800"/>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58417" name="Oval 49">
            <a:extLst>
              <a:ext uri="{FF2B5EF4-FFF2-40B4-BE49-F238E27FC236}">
                <a16:creationId xmlns:a16="http://schemas.microsoft.com/office/drawing/2014/main" id="{6DE951E8-2486-6639-E16A-365FC82DD15F}"/>
              </a:ext>
            </a:extLst>
          </p:cNvPr>
          <p:cNvSpPr>
            <a:spLocks noChangeArrowheads="1"/>
          </p:cNvSpPr>
          <p:nvPr/>
        </p:nvSpPr>
        <p:spPr bwMode="auto">
          <a:xfrm>
            <a:off x="5232401" y="5373688"/>
            <a:ext cx="1223963" cy="431800"/>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grpSp>
        <p:nvGrpSpPr>
          <p:cNvPr id="4" name="Group 52">
            <a:extLst>
              <a:ext uri="{FF2B5EF4-FFF2-40B4-BE49-F238E27FC236}">
                <a16:creationId xmlns:a16="http://schemas.microsoft.com/office/drawing/2014/main" id="{97475F6D-0598-F610-FF1C-EC5CFCF05687}"/>
              </a:ext>
            </a:extLst>
          </p:cNvPr>
          <p:cNvGrpSpPr>
            <a:grpSpLocks/>
          </p:cNvGrpSpPr>
          <p:nvPr/>
        </p:nvGrpSpPr>
        <p:grpSpPr bwMode="auto">
          <a:xfrm>
            <a:off x="3287713" y="4005263"/>
            <a:ext cx="5040312" cy="431800"/>
            <a:chOff x="1111" y="2523"/>
            <a:chExt cx="3175" cy="272"/>
          </a:xfrm>
        </p:grpSpPr>
        <p:sp>
          <p:nvSpPr>
            <p:cNvPr id="115760" name="Oval 43">
              <a:extLst>
                <a:ext uri="{FF2B5EF4-FFF2-40B4-BE49-F238E27FC236}">
                  <a16:creationId xmlns:a16="http://schemas.microsoft.com/office/drawing/2014/main" id="{EC7A642A-4202-3DDB-F817-A42E772C2A7B}"/>
                </a:ext>
              </a:extLst>
            </p:cNvPr>
            <p:cNvSpPr>
              <a:spLocks noChangeArrowheads="1"/>
            </p:cNvSpPr>
            <p:nvPr/>
          </p:nvSpPr>
          <p:spPr bwMode="auto">
            <a:xfrm>
              <a:off x="1111" y="2523"/>
              <a:ext cx="771" cy="272"/>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15761" name="Line 51">
              <a:extLst>
                <a:ext uri="{FF2B5EF4-FFF2-40B4-BE49-F238E27FC236}">
                  <a16:creationId xmlns:a16="http://schemas.microsoft.com/office/drawing/2014/main" id="{D172202C-7E77-780E-70EA-BB3E8FEEFDBE}"/>
                </a:ext>
              </a:extLst>
            </p:cNvPr>
            <p:cNvSpPr>
              <a:spLocks noChangeShapeType="1"/>
            </p:cNvSpPr>
            <p:nvPr/>
          </p:nvSpPr>
          <p:spPr bwMode="auto">
            <a:xfrm>
              <a:off x="1882" y="2659"/>
              <a:ext cx="2404"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5" name="Group 54">
            <a:extLst>
              <a:ext uri="{FF2B5EF4-FFF2-40B4-BE49-F238E27FC236}">
                <a16:creationId xmlns:a16="http://schemas.microsoft.com/office/drawing/2014/main" id="{3E7FF853-35FB-A256-1D77-26E610DBEC11}"/>
              </a:ext>
            </a:extLst>
          </p:cNvPr>
          <p:cNvGrpSpPr>
            <a:grpSpLocks/>
          </p:cNvGrpSpPr>
          <p:nvPr/>
        </p:nvGrpSpPr>
        <p:grpSpPr bwMode="auto">
          <a:xfrm>
            <a:off x="5159375" y="4005263"/>
            <a:ext cx="4249738" cy="431800"/>
            <a:chOff x="2290" y="2523"/>
            <a:chExt cx="2677" cy="272"/>
          </a:xfrm>
        </p:grpSpPr>
        <p:sp>
          <p:nvSpPr>
            <p:cNvPr id="115758" name="Oval 50">
              <a:extLst>
                <a:ext uri="{FF2B5EF4-FFF2-40B4-BE49-F238E27FC236}">
                  <a16:creationId xmlns:a16="http://schemas.microsoft.com/office/drawing/2014/main" id="{D64CF476-77AF-9C93-4025-46A38DFEF506}"/>
                </a:ext>
              </a:extLst>
            </p:cNvPr>
            <p:cNvSpPr>
              <a:spLocks noChangeArrowheads="1"/>
            </p:cNvSpPr>
            <p:nvPr/>
          </p:nvSpPr>
          <p:spPr bwMode="auto">
            <a:xfrm>
              <a:off x="2290" y="2523"/>
              <a:ext cx="771" cy="272"/>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15759" name="Line 53">
              <a:extLst>
                <a:ext uri="{FF2B5EF4-FFF2-40B4-BE49-F238E27FC236}">
                  <a16:creationId xmlns:a16="http://schemas.microsoft.com/office/drawing/2014/main" id="{96F47F35-5AB2-0726-B608-C283F2A84A5D}"/>
                </a:ext>
              </a:extLst>
            </p:cNvPr>
            <p:cNvSpPr>
              <a:spLocks noChangeShapeType="1"/>
            </p:cNvSpPr>
            <p:nvPr/>
          </p:nvSpPr>
          <p:spPr bwMode="auto">
            <a:xfrm>
              <a:off x="3016" y="2659"/>
              <a:ext cx="1951"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6" name="Group 56">
            <a:extLst>
              <a:ext uri="{FF2B5EF4-FFF2-40B4-BE49-F238E27FC236}">
                <a16:creationId xmlns:a16="http://schemas.microsoft.com/office/drawing/2014/main" id="{EEE0A337-3F4E-92F2-F2EE-13B74A1AD703}"/>
              </a:ext>
            </a:extLst>
          </p:cNvPr>
          <p:cNvGrpSpPr>
            <a:grpSpLocks/>
          </p:cNvGrpSpPr>
          <p:nvPr/>
        </p:nvGrpSpPr>
        <p:grpSpPr bwMode="auto">
          <a:xfrm>
            <a:off x="3287714" y="4437063"/>
            <a:ext cx="4968875" cy="431800"/>
            <a:chOff x="1111" y="2795"/>
            <a:chExt cx="3130" cy="272"/>
          </a:xfrm>
        </p:grpSpPr>
        <p:sp>
          <p:nvSpPr>
            <p:cNvPr id="115756" name="Oval 44">
              <a:extLst>
                <a:ext uri="{FF2B5EF4-FFF2-40B4-BE49-F238E27FC236}">
                  <a16:creationId xmlns:a16="http://schemas.microsoft.com/office/drawing/2014/main" id="{4573FCFD-3914-37C0-54E8-AED67BE51C53}"/>
                </a:ext>
              </a:extLst>
            </p:cNvPr>
            <p:cNvSpPr>
              <a:spLocks noChangeArrowheads="1"/>
            </p:cNvSpPr>
            <p:nvPr/>
          </p:nvSpPr>
          <p:spPr bwMode="auto">
            <a:xfrm>
              <a:off x="1111" y="2795"/>
              <a:ext cx="771" cy="272"/>
            </a:xfrm>
            <a:prstGeom prst="ellipse">
              <a:avLst/>
            </a:prstGeom>
            <a:solidFill>
              <a:srgbClr val="EBF7FF">
                <a:alpha val="0"/>
              </a:srgbClr>
            </a:solidFill>
            <a:ln w="28575">
              <a:solidFill>
                <a:srgbClr val="FF00FF"/>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15757" name="Line 55">
              <a:extLst>
                <a:ext uri="{FF2B5EF4-FFF2-40B4-BE49-F238E27FC236}">
                  <a16:creationId xmlns:a16="http://schemas.microsoft.com/office/drawing/2014/main" id="{EABFC990-4A52-FED2-A5F9-4CA5527A196E}"/>
                </a:ext>
              </a:extLst>
            </p:cNvPr>
            <p:cNvSpPr>
              <a:spLocks noChangeShapeType="1"/>
            </p:cNvSpPr>
            <p:nvPr/>
          </p:nvSpPr>
          <p:spPr bwMode="auto">
            <a:xfrm>
              <a:off x="1882" y="2931"/>
              <a:ext cx="2359"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58425" name="Line 57">
            <a:extLst>
              <a:ext uri="{FF2B5EF4-FFF2-40B4-BE49-F238E27FC236}">
                <a16:creationId xmlns:a16="http://schemas.microsoft.com/office/drawing/2014/main" id="{5D0E19CE-AB6F-53A1-A57A-F0644CCCAE1F}"/>
              </a:ext>
            </a:extLst>
          </p:cNvPr>
          <p:cNvSpPr>
            <a:spLocks noChangeShapeType="1"/>
          </p:cNvSpPr>
          <p:nvPr/>
        </p:nvSpPr>
        <p:spPr bwMode="auto">
          <a:xfrm>
            <a:off x="6383339" y="4652963"/>
            <a:ext cx="3025775"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58426" name="Line 58">
            <a:extLst>
              <a:ext uri="{FF2B5EF4-FFF2-40B4-BE49-F238E27FC236}">
                <a16:creationId xmlns:a16="http://schemas.microsoft.com/office/drawing/2014/main" id="{830919C1-C59D-F1FF-B625-80C5DF5B62BD}"/>
              </a:ext>
            </a:extLst>
          </p:cNvPr>
          <p:cNvSpPr>
            <a:spLocks noChangeShapeType="1"/>
          </p:cNvSpPr>
          <p:nvPr/>
        </p:nvSpPr>
        <p:spPr bwMode="auto">
          <a:xfrm>
            <a:off x="4511676" y="5157788"/>
            <a:ext cx="3744913"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58427" name="Line 59">
            <a:extLst>
              <a:ext uri="{FF2B5EF4-FFF2-40B4-BE49-F238E27FC236}">
                <a16:creationId xmlns:a16="http://schemas.microsoft.com/office/drawing/2014/main" id="{98BA3F96-61C7-2689-A242-B8E5B290C420}"/>
              </a:ext>
            </a:extLst>
          </p:cNvPr>
          <p:cNvSpPr>
            <a:spLocks noChangeShapeType="1"/>
          </p:cNvSpPr>
          <p:nvPr/>
        </p:nvSpPr>
        <p:spPr bwMode="auto">
          <a:xfrm>
            <a:off x="6383338" y="5157788"/>
            <a:ext cx="2952750"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58428" name="Line 60">
            <a:extLst>
              <a:ext uri="{FF2B5EF4-FFF2-40B4-BE49-F238E27FC236}">
                <a16:creationId xmlns:a16="http://schemas.microsoft.com/office/drawing/2014/main" id="{BCE08E93-0DB6-0C18-0806-0C44BCA9A114}"/>
              </a:ext>
            </a:extLst>
          </p:cNvPr>
          <p:cNvSpPr>
            <a:spLocks noChangeShapeType="1"/>
          </p:cNvSpPr>
          <p:nvPr/>
        </p:nvSpPr>
        <p:spPr bwMode="auto">
          <a:xfrm>
            <a:off x="4511676" y="5661025"/>
            <a:ext cx="3744913"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58429" name="Line 61">
            <a:extLst>
              <a:ext uri="{FF2B5EF4-FFF2-40B4-BE49-F238E27FC236}">
                <a16:creationId xmlns:a16="http://schemas.microsoft.com/office/drawing/2014/main" id="{96615FBD-1D6A-87B0-A7F0-7154A1ACDE10}"/>
              </a:ext>
            </a:extLst>
          </p:cNvPr>
          <p:cNvSpPr>
            <a:spLocks noChangeShapeType="1"/>
          </p:cNvSpPr>
          <p:nvPr/>
        </p:nvSpPr>
        <p:spPr bwMode="auto">
          <a:xfrm>
            <a:off x="6456364" y="5589588"/>
            <a:ext cx="2879725" cy="0"/>
          </a:xfrm>
          <a:prstGeom prst="line">
            <a:avLst/>
          </a:prstGeom>
          <a:noFill/>
          <a:ln w="28575">
            <a:solidFill>
              <a:srgbClr val="FD00C6"/>
            </a:solidFill>
            <a:prstDash val="lgDashDot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2000"/>
                                        <p:tgtEl>
                                          <p:spTgt spid="30"/>
                                        </p:tgtEl>
                                      </p:cBhvr>
                                    </p:animEffect>
                                  </p:childTnLst>
                                </p:cTn>
                              </p:par>
                            </p:childTnLst>
                          </p:cTn>
                        </p:par>
                        <p:par>
                          <p:cTn id="8" fill="hold" nodeType="afterGroup">
                            <p:stCondLst>
                              <p:cond delay="2000"/>
                            </p:stCondLst>
                            <p:childTnLst>
                              <p:par>
                                <p:cTn id="9" presetID="2" presetClass="entr" presetSubtype="8" fill="hold" nodeType="afterEffect">
                                  <p:stCondLst>
                                    <p:cond delay="0"/>
                                  </p:stCondLst>
                                  <p:childTnLst>
                                    <p:set>
                                      <p:cBhvr>
                                        <p:cTn id="10" dur="1" fill="hold">
                                          <p:stCondLst>
                                            <p:cond delay="0"/>
                                          </p:stCondLst>
                                        </p:cTn>
                                        <p:tgtEl>
                                          <p:spTgt spid="58375"/>
                                        </p:tgtEl>
                                        <p:attrNameLst>
                                          <p:attrName>style.visibility</p:attrName>
                                        </p:attrNameLst>
                                      </p:cBhvr>
                                      <p:to>
                                        <p:strVal val="visible"/>
                                      </p:to>
                                    </p:set>
                                    <p:anim calcmode="lin" valueType="num">
                                      <p:cBhvr additive="base">
                                        <p:cTn id="11" dur="2000" fill="hold"/>
                                        <p:tgtEl>
                                          <p:spTgt spid="58375"/>
                                        </p:tgtEl>
                                        <p:attrNameLst>
                                          <p:attrName>ppt_x</p:attrName>
                                        </p:attrNameLst>
                                      </p:cBhvr>
                                      <p:tavLst>
                                        <p:tav tm="0">
                                          <p:val>
                                            <p:strVal val="0-#ppt_w/2"/>
                                          </p:val>
                                        </p:tav>
                                        <p:tav tm="100000">
                                          <p:val>
                                            <p:strVal val="#ppt_x"/>
                                          </p:val>
                                        </p:tav>
                                      </p:tavLst>
                                    </p:anim>
                                    <p:anim calcmode="lin" valueType="num">
                                      <p:cBhvr additive="base">
                                        <p:cTn id="12" dur="2000" fill="hold"/>
                                        <p:tgtEl>
                                          <p:spTgt spid="58375"/>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58402"/>
                                        </p:tgtEl>
                                        <p:attrNameLst>
                                          <p:attrName>style.visibility</p:attrName>
                                        </p:attrNameLst>
                                      </p:cBhvr>
                                      <p:to>
                                        <p:strVal val="visible"/>
                                      </p:to>
                                    </p:set>
                                    <p:anim calcmode="lin" valueType="num">
                                      <p:cBhvr additive="base">
                                        <p:cTn id="17" dur="1000" fill="hold"/>
                                        <p:tgtEl>
                                          <p:spTgt spid="58402"/>
                                        </p:tgtEl>
                                        <p:attrNameLst>
                                          <p:attrName>ppt_x</p:attrName>
                                        </p:attrNameLst>
                                      </p:cBhvr>
                                      <p:tavLst>
                                        <p:tav tm="0">
                                          <p:val>
                                            <p:strVal val="1+#ppt_w/2"/>
                                          </p:val>
                                        </p:tav>
                                        <p:tav tm="100000">
                                          <p:val>
                                            <p:strVal val="#ppt_x"/>
                                          </p:val>
                                        </p:tav>
                                      </p:tavLst>
                                    </p:anim>
                                    <p:anim calcmode="lin" valueType="num">
                                      <p:cBhvr additive="base">
                                        <p:cTn id="18" dur="1000" fill="hold"/>
                                        <p:tgtEl>
                                          <p:spTgt spid="5840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000"/>
                            </p:stCondLst>
                            <p:childTnLst>
                              <p:par>
                                <p:cTn id="20" presetID="8" presetClass="emph" presetSubtype="0" fill="hold" nodeType="afterEffect">
                                  <p:stCondLst>
                                    <p:cond delay="0"/>
                                  </p:stCondLst>
                                  <p:childTnLst>
                                    <p:animRot by="21600000">
                                      <p:cBhvr>
                                        <p:cTn id="21" dur="1000" fill="hold"/>
                                        <p:tgtEl>
                                          <p:spTgt spid="58402"/>
                                        </p:tgtEl>
                                        <p:attrNameLst>
                                          <p:attrName>r</p:attrName>
                                        </p:attrNameLst>
                                      </p:cBhvr>
                                    </p:animRot>
                                  </p:childTnLst>
                                </p:cTn>
                              </p:par>
                            </p:childTnLst>
                          </p:cTn>
                        </p:par>
                        <p:par>
                          <p:cTn id="22" fill="hold" nodeType="afterGroup">
                            <p:stCondLst>
                              <p:cond delay="2000"/>
                            </p:stCondLst>
                            <p:childTnLst>
                              <p:par>
                                <p:cTn id="23" presetID="2" presetClass="entr" presetSubtype="2" fill="hold" nodeType="afterEffect">
                                  <p:stCondLst>
                                    <p:cond delay="0"/>
                                  </p:stCondLst>
                                  <p:childTnLst>
                                    <p:set>
                                      <p:cBhvr>
                                        <p:cTn id="24" dur="1" fill="hold">
                                          <p:stCondLst>
                                            <p:cond delay="0"/>
                                          </p:stCondLst>
                                        </p:cTn>
                                        <p:tgtEl>
                                          <p:spTgt spid="58376"/>
                                        </p:tgtEl>
                                        <p:attrNameLst>
                                          <p:attrName>style.visibility</p:attrName>
                                        </p:attrNameLst>
                                      </p:cBhvr>
                                      <p:to>
                                        <p:strVal val="visible"/>
                                      </p:to>
                                    </p:set>
                                    <p:anim calcmode="lin" valueType="num">
                                      <p:cBhvr additive="base">
                                        <p:cTn id="25" dur="2000" fill="hold"/>
                                        <p:tgtEl>
                                          <p:spTgt spid="58376"/>
                                        </p:tgtEl>
                                        <p:attrNameLst>
                                          <p:attrName>ppt_x</p:attrName>
                                        </p:attrNameLst>
                                      </p:cBhvr>
                                      <p:tavLst>
                                        <p:tav tm="0">
                                          <p:val>
                                            <p:strVal val="1+#ppt_w/2"/>
                                          </p:val>
                                        </p:tav>
                                        <p:tav tm="100000">
                                          <p:val>
                                            <p:strVal val="#ppt_x"/>
                                          </p:val>
                                        </p:tav>
                                      </p:tavLst>
                                    </p:anim>
                                    <p:anim calcmode="lin" valueType="num">
                                      <p:cBhvr additive="base">
                                        <p:cTn id="26" dur="2000" fill="hold"/>
                                        <p:tgtEl>
                                          <p:spTgt spid="5837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2000"/>
                                        <p:tgtEl>
                                          <p:spTgt spid="4"/>
                                        </p:tgtEl>
                                      </p:cBhvr>
                                    </p:animEffect>
                                  </p:childTnLst>
                                </p:cTn>
                              </p:par>
                            </p:childTnLst>
                          </p:cTn>
                        </p:par>
                        <p:par>
                          <p:cTn id="32" fill="hold" nodeType="afterGroup">
                            <p:stCondLst>
                              <p:cond delay="2000"/>
                            </p:stCondLst>
                            <p:childTnLst>
                              <p:par>
                                <p:cTn id="33" presetID="55" presetClass="exit" presetSubtype="0" fill="hold" nodeType="afterEffect">
                                  <p:stCondLst>
                                    <p:cond delay="0"/>
                                  </p:stCondLst>
                                  <p:childTnLst>
                                    <p:anim calcmode="lin" valueType="num">
                                      <p:cBhvr>
                                        <p:cTn id="34" dur="1000"/>
                                        <p:tgtEl>
                                          <p:spTgt spid="4"/>
                                        </p:tgtEl>
                                        <p:attrNameLst>
                                          <p:attrName>ppt_w</p:attrName>
                                        </p:attrNameLst>
                                      </p:cBhvr>
                                      <p:tavLst>
                                        <p:tav tm="0">
                                          <p:val>
                                            <p:strVal val="ppt_w"/>
                                          </p:val>
                                        </p:tav>
                                        <p:tav tm="100000">
                                          <p:val>
                                            <p:strVal val="ppt_w*0.70"/>
                                          </p:val>
                                        </p:tav>
                                      </p:tavLst>
                                    </p:anim>
                                    <p:anim calcmode="lin" valueType="num">
                                      <p:cBhvr>
                                        <p:cTn id="35" dur="1000"/>
                                        <p:tgtEl>
                                          <p:spTgt spid="4"/>
                                        </p:tgtEl>
                                        <p:attrNameLst>
                                          <p:attrName>ppt_h</p:attrName>
                                        </p:attrNameLst>
                                      </p:cBhvr>
                                      <p:tavLst>
                                        <p:tav tm="0">
                                          <p:val>
                                            <p:strVal val="ppt_h"/>
                                          </p:val>
                                        </p:tav>
                                        <p:tav tm="100000">
                                          <p:val>
                                            <p:strVal val="ppt_h"/>
                                          </p:val>
                                        </p:tav>
                                      </p:tavLst>
                                    </p:anim>
                                    <p:animEffect transition="out" filter="fade">
                                      <p:cBhvr>
                                        <p:cTn id="36" dur="1000"/>
                                        <p:tgtEl>
                                          <p:spTgt spid="4"/>
                                        </p:tgtEl>
                                      </p:cBhvr>
                                    </p:animEffect>
                                    <p:set>
                                      <p:cBhvr>
                                        <p:cTn id="37" dur="1" fill="hold">
                                          <p:stCondLst>
                                            <p:cond delay="999"/>
                                          </p:stCondLst>
                                        </p:cTn>
                                        <p:tgtEl>
                                          <p:spTgt spid="4"/>
                                        </p:tgtEl>
                                        <p:attrNameLst>
                                          <p:attrName>style.visibility</p:attrName>
                                        </p:attrNameLst>
                                      </p:cBhvr>
                                      <p:to>
                                        <p:strVal val="hidden"/>
                                      </p:to>
                                    </p:set>
                                  </p:childTnLst>
                                </p:cTn>
                              </p:par>
                            </p:childTnLst>
                          </p:cTn>
                        </p:par>
                        <p:par>
                          <p:cTn id="38" fill="hold" nodeType="afterGroup">
                            <p:stCondLst>
                              <p:cond delay="3000"/>
                            </p:stCondLst>
                            <p:childTnLst>
                              <p:par>
                                <p:cTn id="39" presetID="10" presetClass="entr" presetSubtype="0"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2000"/>
                                        <p:tgtEl>
                                          <p:spTgt spid="5"/>
                                        </p:tgtEl>
                                      </p:cBhvr>
                                    </p:animEffect>
                                  </p:childTnLst>
                                </p:cTn>
                              </p:par>
                            </p:childTnLst>
                          </p:cTn>
                        </p:par>
                        <p:par>
                          <p:cTn id="42" fill="hold" nodeType="afterGroup">
                            <p:stCondLst>
                              <p:cond delay="5000"/>
                            </p:stCondLst>
                            <p:childTnLst>
                              <p:par>
                                <p:cTn id="43" presetID="55" presetClass="exit" presetSubtype="0" fill="hold" nodeType="afterEffect">
                                  <p:stCondLst>
                                    <p:cond delay="0"/>
                                  </p:stCondLst>
                                  <p:childTnLst>
                                    <p:anim calcmode="lin" valueType="num">
                                      <p:cBhvr>
                                        <p:cTn id="44" dur="1000"/>
                                        <p:tgtEl>
                                          <p:spTgt spid="5"/>
                                        </p:tgtEl>
                                        <p:attrNameLst>
                                          <p:attrName>ppt_w</p:attrName>
                                        </p:attrNameLst>
                                      </p:cBhvr>
                                      <p:tavLst>
                                        <p:tav tm="0">
                                          <p:val>
                                            <p:strVal val="ppt_w"/>
                                          </p:val>
                                        </p:tav>
                                        <p:tav tm="100000">
                                          <p:val>
                                            <p:strVal val="ppt_w*0.70"/>
                                          </p:val>
                                        </p:tav>
                                      </p:tavLst>
                                    </p:anim>
                                    <p:anim calcmode="lin" valueType="num">
                                      <p:cBhvr>
                                        <p:cTn id="45" dur="1000"/>
                                        <p:tgtEl>
                                          <p:spTgt spid="5"/>
                                        </p:tgtEl>
                                        <p:attrNameLst>
                                          <p:attrName>ppt_h</p:attrName>
                                        </p:attrNameLst>
                                      </p:cBhvr>
                                      <p:tavLst>
                                        <p:tav tm="0">
                                          <p:val>
                                            <p:strVal val="ppt_h"/>
                                          </p:val>
                                        </p:tav>
                                        <p:tav tm="100000">
                                          <p:val>
                                            <p:strVal val="ppt_h"/>
                                          </p:val>
                                        </p:tav>
                                      </p:tavLst>
                                    </p:anim>
                                    <p:animEffect transition="out" filter="fade">
                                      <p:cBhvr>
                                        <p:cTn id="46" dur="1000"/>
                                        <p:tgtEl>
                                          <p:spTgt spid="5"/>
                                        </p:tgtEl>
                                      </p:cBhvr>
                                    </p:animEffect>
                                    <p:set>
                                      <p:cBhvr>
                                        <p:cTn id="47" dur="1" fill="hold">
                                          <p:stCondLst>
                                            <p:cond delay="999"/>
                                          </p:stCondLst>
                                        </p:cTn>
                                        <p:tgtEl>
                                          <p:spTgt spid="5"/>
                                        </p:tgtEl>
                                        <p:attrNameLst>
                                          <p:attrName>style.visibility</p:attrName>
                                        </p:attrNameLst>
                                      </p:cBhvr>
                                      <p:to>
                                        <p:strVal val="hidden"/>
                                      </p:to>
                                    </p:set>
                                  </p:childTnLst>
                                </p:cTn>
                              </p:par>
                            </p:childTnLst>
                          </p:cTn>
                        </p:par>
                        <p:par>
                          <p:cTn id="48" fill="hold" nodeType="afterGroup">
                            <p:stCondLst>
                              <p:cond delay="6000"/>
                            </p:stCondLst>
                            <p:childTnLst>
                              <p:par>
                                <p:cTn id="49" presetID="10" presetClass="entr" presetSubtype="0"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2000"/>
                                        <p:tgtEl>
                                          <p:spTgt spid="6"/>
                                        </p:tgtEl>
                                      </p:cBhvr>
                                    </p:animEffect>
                                  </p:childTnLst>
                                </p:cTn>
                              </p:par>
                            </p:childTnLst>
                          </p:cTn>
                        </p:par>
                        <p:par>
                          <p:cTn id="52" fill="hold" nodeType="afterGroup">
                            <p:stCondLst>
                              <p:cond delay="8000"/>
                            </p:stCondLst>
                            <p:childTnLst>
                              <p:par>
                                <p:cTn id="53" presetID="55" presetClass="exit" presetSubtype="0" fill="hold" nodeType="afterEffect">
                                  <p:stCondLst>
                                    <p:cond delay="0"/>
                                  </p:stCondLst>
                                  <p:childTnLst>
                                    <p:anim calcmode="lin" valueType="num">
                                      <p:cBhvr>
                                        <p:cTn id="54" dur="1000"/>
                                        <p:tgtEl>
                                          <p:spTgt spid="6"/>
                                        </p:tgtEl>
                                        <p:attrNameLst>
                                          <p:attrName>ppt_w</p:attrName>
                                        </p:attrNameLst>
                                      </p:cBhvr>
                                      <p:tavLst>
                                        <p:tav tm="0">
                                          <p:val>
                                            <p:strVal val="ppt_w"/>
                                          </p:val>
                                        </p:tav>
                                        <p:tav tm="100000">
                                          <p:val>
                                            <p:strVal val="ppt_w*0.70"/>
                                          </p:val>
                                        </p:tav>
                                      </p:tavLst>
                                    </p:anim>
                                    <p:anim calcmode="lin" valueType="num">
                                      <p:cBhvr>
                                        <p:cTn id="55" dur="1000"/>
                                        <p:tgtEl>
                                          <p:spTgt spid="6"/>
                                        </p:tgtEl>
                                        <p:attrNameLst>
                                          <p:attrName>ppt_h</p:attrName>
                                        </p:attrNameLst>
                                      </p:cBhvr>
                                      <p:tavLst>
                                        <p:tav tm="0">
                                          <p:val>
                                            <p:strVal val="ppt_h"/>
                                          </p:val>
                                        </p:tav>
                                        <p:tav tm="100000">
                                          <p:val>
                                            <p:strVal val="ppt_h"/>
                                          </p:val>
                                        </p:tav>
                                      </p:tavLst>
                                    </p:anim>
                                    <p:animEffect transition="out" filter="fade">
                                      <p:cBhvr>
                                        <p:cTn id="56" dur="1000"/>
                                        <p:tgtEl>
                                          <p:spTgt spid="6"/>
                                        </p:tgtEl>
                                      </p:cBhvr>
                                    </p:animEffect>
                                    <p:set>
                                      <p:cBhvr>
                                        <p:cTn id="57" dur="1" fill="hold">
                                          <p:stCondLst>
                                            <p:cond delay="999"/>
                                          </p:stCondLst>
                                        </p:cTn>
                                        <p:tgtEl>
                                          <p:spTgt spid="6"/>
                                        </p:tgtEl>
                                        <p:attrNameLst>
                                          <p:attrName>style.visibility</p:attrName>
                                        </p:attrNameLst>
                                      </p:cBhvr>
                                      <p:to>
                                        <p:strVal val="hidden"/>
                                      </p:to>
                                    </p:set>
                                  </p:childTnLst>
                                </p:cTn>
                              </p:par>
                            </p:childTnLst>
                          </p:cTn>
                        </p:par>
                        <p:par>
                          <p:cTn id="58" fill="hold" nodeType="afterGroup">
                            <p:stCondLst>
                              <p:cond delay="9000"/>
                            </p:stCondLst>
                            <p:childTnLst>
                              <p:par>
                                <p:cTn id="59" presetID="10" presetClass="entr" presetSubtype="0" fill="hold" nodeType="afterEffect">
                                  <p:stCondLst>
                                    <p:cond delay="0"/>
                                  </p:stCondLst>
                                  <p:childTnLst>
                                    <p:set>
                                      <p:cBhvr>
                                        <p:cTn id="60" dur="1" fill="hold">
                                          <p:stCondLst>
                                            <p:cond delay="0"/>
                                          </p:stCondLst>
                                        </p:cTn>
                                        <p:tgtEl>
                                          <p:spTgt spid="58425"/>
                                        </p:tgtEl>
                                        <p:attrNameLst>
                                          <p:attrName>style.visibility</p:attrName>
                                        </p:attrNameLst>
                                      </p:cBhvr>
                                      <p:to>
                                        <p:strVal val="visible"/>
                                      </p:to>
                                    </p:set>
                                    <p:animEffect transition="in" filter="fade">
                                      <p:cBhvr>
                                        <p:cTn id="61" dur="2000"/>
                                        <p:tgtEl>
                                          <p:spTgt spid="58425"/>
                                        </p:tgtEl>
                                      </p:cBhvr>
                                    </p:animEffect>
                                  </p:childTnLst>
                                </p:cTn>
                              </p:par>
                              <p:par>
                                <p:cTn id="62" presetID="10" presetClass="entr" presetSubtype="0" fill="hold" nodeType="withEffect">
                                  <p:stCondLst>
                                    <p:cond delay="0"/>
                                  </p:stCondLst>
                                  <p:childTnLst>
                                    <p:set>
                                      <p:cBhvr>
                                        <p:cTn id="63" dur="1" fill="hold">
                                          <p:stCondLst>
                                            <p:cond delay="0"/>
                                          </p:stCondLst>
                                        </p:cTn>
                                        <p:tgtEl>
                                          <p:spTgt spid="58416"/>
                                        </p:tgtEl>
                                        <p:attrNameLst>
                                          <p:attrName>style.visibility</p:attrName>
                                        </p:attrNameLst>
                                      </p:cBhvr>
                                      <p:to>
                                        <p:strVal val="visible"/>
                                      </p:to>
                                    </p:set>
                                    <p:animEffect transition="in" filter="fade">
                                      <p:cBhvr>
                                        <p:cTn id="64" dur="2000"/>
                                        <p:tgtEl>
                                          <p:spTgt spid="58416"/>
                                        </p:tgtEl>
                                      </p:cBhvr>
                                    </p:animEffect>
                                  </p:childTnLst>
                                </p:cTn>
                              </p:par>
                            </p:childTnLst>
                          </p:cTn>
                        </p:par>
                        <p:par>
                          <p:cTn id="65" fill="hold" nodeType="afterGroup">
                            <p:stCondLst>
                              <p:cond delay="11000"/>
                            </p:stCondLst>
                            <p:childTnLst>
                              <p:par>
                                <p:cTn id="66" presetID="55" presetClass="exit" presetSubtype="0" fill="hold" nodeType="afterEffect">
                                  <p:stCondLst>
                                    <p:cond delay="0"/>
                                  </p:stCondLst>
                                  <p:childTnLst>
                                    <p:anim calcmode="lin" valueType="num">
                                      <p:cBhvr>
                                        <p:cTn id="67" dur="1000"/>
                                        <p:tgtEl>
                                          <p:spTgt spid="58425"/>
                                        </p:tgtEl>
                                        <p:attrNameLst>
                                          <p:attrName>ppt_w</p:attrName>
                                        </p:attrNameLst>
                                      </p:cBhvr>
                                      <p:tavLst>
                                        <p:tav tm="0">
                                          <p:val>
                                            <p:strVal val="ppt_w"/>
                                          </p:val>
                                        </p:tav>
                                        <p:tav tm="100000">
                                          <p:val>
                                            <p:strVal val="ppt_w*0.70"/>
                                          </p:val>
                                        </p:tav>
                                      </p:tavLst>
                                    </p:anim>
                                    <p:anim calcmode="lin" valueType="num">
                                      <p:cBhvr>
                                        <p:cTn id="68" dur="1000"/>
                                        <p:tgtEl>
                                          <p:spTgt spid="58425"/>
                                        </p:tgtEl>
                                        <p:attrNameLst>
                                          <p:attrName>ppt_h</p:attrName>
                                        </p:attrNameLst>
                                      </p:cBhvr>
                                      <p:tavLst>
                                        <p:tav tm="0">
                                          <p:val>
                                            <p:strVal val="ppt_h"/>
                                          </p:val>
                                        </p:tav>
                                        <p:tav tm="100000">
                                          <p:val>
                                            <p:strVal val="ppt_h"/>
                                          </p:val>
                                        </p:tav>
                                      </p:tavLst>
                                    </p:anim>
                                    <p:animEffect transition="out" filter="fade">
                                      <p:cBhvr>
                                        <p:cTn id="69" dur="1000"/>
                                        <p:tgtEl>
                                          <p:spTgt spid="58425"/>
                                        </p:tgtEl>
                                      </p:cBhvr>
                                    </p:animEffect>
                                    <p:set>
                                      <p:cBhvr>
                                        <p:cTn id="70" dur="1" fill="hold">
                                          <p:stCondLst>
                                            <p:cond delay="999"/>
                                          </p:stCondLst>
                                        </p:cTn>
                                        <p:tgtEl>
                                          <p:spTgt spid="58425"/>
                                        </p:tgtEl>
                                        <p:attrNameLst>
                                          <p:attrName>style.visibility</p:attrName>
                                        </p:attrNameLst>
                                      </p:cBhvr>
                                      <p:to>
                                        <p:strVal val="hidden"/>
                                      </p:to>
                                    </p:set>
                                  </p:childTnLst>
                                </p:cTn>
                              </p:par>
                              <p:par>
                                <p:cTn id="71" presetID="55" presetClass="exit" presetSubtype="0" fill="hold" nodeType="withEffect">
                                  <p:stCondLst>
                                    <p:cond delay="0"/>
                                  </p:stCondLst>
                                  <p:childTnLst>
                                    <p:anim calcmode="lin" valueType="num">
                                      <p:cBhvr>
                                        <p:cTn id="72" dur="1000"/>
                                        <p:tgtEl>
                                          <p:spTgt spid="58416"/>
                                        </p:tgtEl>
                                        <p:attrNameLst>
                                          <p:attrName>ppt_w</p:attrName>
                                        </p:attrNameLst>
                                      </p:cBhvr>
                                      <p:tavLst>
                                        <p:tav tm="0">
                                          <p:val>
                                            <p:strVal val="ppt_w"/>
                                          </p:val>
                                        </p:tav>
                                        <p:tav tm="100000">
                                          <p:val>
                                            <p:strVal val="ppt_w*0.70"/>
                                          </p:val>
                                        </p:tav>
                                      </p:tavLst>
                                    </p:anim>
                                    <p:anim calcmode="lin" valueType="num">
                                      <p:cBhvr>
                                        <p:cTn id="73" dur="1000"/>
                                        <p:tgtEl>
                                          <p:spTgt spid="58416"/>
                                        </p:tgtEl>
                                        <p:attrNameLst>
                                          <p:attrName>ppt_h</p:attrName>
                                        </p:attrNameLst>
                                      </p:cBhvr>
                                      <p:tavLst>
                                        <p:tav tm="0">
                                          <p:val>
                                            <p:strVal val="ppt_h"/>
                                          </p:val>
                                        </p:tav>
                                        <p:tav tm="100000">
                                          <p:val>
                                            <p:strVal val="ppt_h"/>
                                          </p:val>
                                        </p:tav>
                                      </p:tavLst>
                                    </p:anim>
                                    <p:animEffect transition="out" filter="fade">
                                      <p:cBhvr>
                                        <p:cTn id="74" dur="1000"/>
                                        <p:tgtEl>
                                          <p:spTgt spid="58416"/>
                                        </p:tgtEl>
                                      </p:cBhvr>
                                    </p:animEffect>
                                    <p:set>
                                      <p:cBhvr>
                                        <p:cTn id="75" dur="1" fill="hold">
                                          <p:stCondLst>
                                            <p:cond delay="999"/>
                                          </p:stCondLst>
                                        </p:cTn>
                                        <p:tgtEl>
                                          <p:spTgt spid="58416"/>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0" presetClass="entr" presetSubtype="0" fill="hold" nodeType="clickEffect">
                                  <p:stCondLst>
                                    <p:cond delay="0"/>
                                  </p:stCondLst>
                                  <p:childTnLst>
                                    <p:set>
                                      <p:cBhvr>
                                        <p:cTn id="79" dur="1" fill="hold">
                                          <p:stCondLst>
                                            <p:cond delay="0"/>
                                          </p:stCondLst>
                                        </p:cTn>
                                        <p:tgtEl>
                                          <p:spTgt spid="58426"/>
                                        </p:tgtEl>
                                        <p:attrNameLst>
                                          <p:attrName>style.visibility</p:attrName>
                                        </p:attrNameLst>
                                      </p:cBhvr>
                                      <p:to>
                                        <p:strVal val="visible"/>
                                      </p:to>
                                    </p:set>
                                    <p:animEffect transition="in" filter="fade">
                                      <p:cBhvr>
                                        <p:cTn id="80" dur="2000"/>
                                        <p:tgtEl>
                                          <p:spTgt spid="58426"/>
                                        </p:tgtEl>
                                      </p:cBhvr>
                                    </p:animEffect>
                                  </p:childTnLst>
                                </p:cTn>
                              </p:par>
                              <p:par>
                                <p:cTn id="81" presetID="10" presetClass="entr" presetSubtype="0" fill="hold" nodeType="withEffect">
                                  <p:stCondLst>
                                    <p:cond delay="0"/>
                                  </p:stCondLst>
                                  <p:childTnLst>
                                    <p:set>
                                      <p:cBhvr>
                                        <p:cTn id="82" dur="1" fill="hold">
                                          <p:stCondLst>
                                            <p:cond delay="0"/>
                                          </p:stCondLst>
                                        </p:cTn>
                                        <p:tgtEl>
                                          <p:spTgt spid="58413"/>
                                        </p:tgtEl>
                                        <p:attrNameLst>
                                          <p:attrName>style.visibility</p:attrName>
                                        </p:attrNameLst>
                                      </p:cBhvr>
                                      <p:to>
                                        <p:strVal val="visible"/>
                                      </p:to>
                                    </p:set>
                                    <p:animEffect transition="in" filter="fade">
                                      <p:cBhvr>
                                        <p:cTn id="83" dur="2000"/>
                                        <p:tgtEl>
                                          <p:spTgt spid="5841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5" presetClass="exit" presetSubtype="0" fill="hold" nodeType="clickEffect">
                                  <p:stCondLst>
                                    <p:cond delay="0"/>
                                  </p:stCondLst>
                                  <p:childTnLst>
                                    <p:anim calcmode="lin" valueType="num">
                                      <p:cBhvr>
                                        <p:cTn id="87" dur="1000"/>
                                        <p:tgtEl>
                                          <p:spTgt spid="58426"/>
                                        </p:tgtEl>
                                        <p:attrNameLst>
                                          <p:attrName>ppt_w</p:attrName>
                                        </p:attrNameLst>
                                      </p:cBhvr>
                                      <p:tavLst>
                                        <p:tav tm="0">
                                          <p:val>
                                            <p:strVal val="ppt_w"/>
                                          </p:val>
                                        </p:tav>
                                        <p:tav tm="100000">
                                          <p:val>
                                            <p:strVal val="ppt_w*0.70"/>
                                          </p:val>
                                        </p:tav>
                                      </p:tavLst>
                                    </p:anim>
                                    <p:anim calcmode="lin" valueType="num">
                                      <p:cBhvr>
                                        <p:cTn id="88" dur="1000"/>
                                        <p:tgtEl>
                                          <p:spTgt spid="58426"/>
                                        </p:tgtEl>
                                        <p:attrNameLst>
                                          <p:attrName>ppt_h</p:attrName>
                                        </p:attrNameLst>
                                      </p:cBhvr>
                                      <p:tavLst>
                                        <p:tav tm="0">
                                          <p:val>
                                            <p:strVal val="ppt_h"/>
                                          </p:val>
                                        </p:tav>
                                        <p:tav tm="100000">
                                          <p:val>
                                            <p:strVal val="ppt_h"/>
                                          </p:val>
                                        </p:tav>
                                      </p:tavLst>
                                    </p:anim>
                                    <p:animEffect transition="out" filter="fade">
                                      <p:cBhvr>
                                        <p:cTn id="89" dur="1000"/>
                                        <p:tgtEl>
                                          <p:spTgt spid="58426"/>
                                        </p:tgtEl>
                                      </p:cBhvr>
                                    </p:animEffect>
                                    <p:set>
                                      <p:cBhvr>
                                        <p:cTn id="90" dur="1" fill="hold">
                                          <p:stCondLst>
                                            <p:cond delay="999"/>
                                          </p:stCondLst>
                                        </p:cTn>
                                        <p:tgtEl>
                                          <p:spTgt spid="58426"/>
                                        </p:tgtEl>
                                        <p:attrNameLst>
                                          <p:attrName>style.visibility</p:attrName>
                                        </p:attrNameLst>
                                      </p:cBhvr>
                                      <p:to>
                                        <p:strVal val="hidden"/>
                                      </p:to>
                                    </p:set>
                                  </p:childTnLst>
                                </p:cTn>
                              </p:par>
                              <p:par>
                                <p:cTn id="91" presetID="55" presetClass="exit" presetSubtype="0" fill="hold" nodeType="withEffect">
                                  <p:stCondLst>
                                    <p:cond delay="0"/>
                                  </p:stCondLst>
                                  <p:childTnLst>
                                    <p:anim calcmode="lin" valueType="num">
                                      <p:cBhvr>
                                        <p:cTn id="92" dur="1000"/>
                                        <p:tgtEl>
                                          <p:spTgt spid="58413"/>
                                        </p:tgtEl>
                                        <p:attrNameLst>
                                          <p:attrName>ppt_w</p:attrName>
                                        </p:attrNameLst>
                                      </p:cBhvr>
                                      <p:tavLst>
                                        <p:tav tm="0">
                                          <p:val>
                                            <p:strVal val="ppt_w"/>
                                          </p:val>
                                        </p:tav>
                                        <p:tav tm="100000">
                                          <p:val>
                                            <p:strVal val="ppt_w*0.70"/>
                                          </p:val>
                                        </p:tav>
                                      </p:tavLst>
                                    </p:anim>
                                    <p:anim calcmode="lin" valueType="num">
                                      <p:cBhvr>
                                        <p:cTn id="93" dur="1000"/>
                                        <p:tgtEl>
                                          <p:spTgt spid="58413"/>
                                        </p:tgtEl>
                                        <p:attrNameLst>
                                          <p:attrName>ppt_h</p:attrName>
                                        </p:attrNameLst>
                                      </p:cBhvr>
                                      <p:tavLst>
                                        <p:tav tm="0">
                                          <p:val>
                                            <p:strVal val="ppt_h"/>
                                          </p:val>
                                        </p:tav>
                                        <p:tav tm="100000">
                                          <p:val>
                                            <p:strVal val="ppt_h"/>
                                          </p:val>
                                        </p:tav>
                                      </p:tavLst>
                                    </p:anim>
                                    <p:animEffect transition="out" filter="fade">
                                      <p:cBhvr>
                                        <p:cTn id="94" dur="1000"/>
                                        <p:tgtEl>
                                          <p:spTgt spid="58413"/>
                                        </p:tgtEl>
                                      </p:cBhvr>
                                    </p:animEffect>
                                    <p:set>
                                      <p:cBhvr>
                                        <p:cTn id="95" dur="1" fill="hold">
                                          <p:stCondLst>
                                            <p:cond delay="999"/>
                                          </p:stCondLst>
                                        </p:cTn>
                                        <p:tgtEl>
                                          <p:spTgt spid="58413"/>
                                        </p:tgtEl>
                                        <p:attrNameLst>
                                          <p:attrName>style.visibility</p:attrName>
                                        </p:attrNameLst>
                                      </p:cBhvr>
                                      <p:to>
                                        <p:strVal val="hidden"/>
                                      </p:to>
                                    </p:set>
                                  </p:childTnLst>
                                </p:cTn>
                              </p:par>
                            </p:childTnLst>
                          </p:cTn>
                        </p:par>
                        <p:par>
                          <p:cTn id="96" fill="hold" nodeType="afterGroup">
                            <p:stCondLst>
                              <p:cond delay="1000"/>
                            </p:stCondLst>
                            <p:childTnLst>
                              <p:par>
                                <p:cTn id="97" presetID="10" presetClass="entr" presetSubtype="0" fill="hold" nodeType="afterEffect">
                                  <p:stCondLst>
                                    <p:cond delay="0"/>
                                  </p:stCondLst>
                                  <p:childTnLst>
                                    <p:set>
                                      <p:cBhvr>
                                        <p:cTn id="98" dur="1" fill="hold">
                                          <p:stCondLst>
                                            <p:cond delay="0"/>
                                          </p:stCondLst>
                                        </p:cTn>
                                        <p:tgtEl>
                                          <p:spTgt spid="58427"/>
                                        </p:tgtEl>
                                        <p:attrNameLst>
                                          <p:attrName>style.visibility</p:attrName>
                                        </p:attrNameLst>
                                      </p:cBhvr>
                                      <p:to>
                                        <p:strVal val="visible"/>
                                      </p:to>
                                    </p:set>
                                    <p:animEffect transition="in" filter="fade">
                                      <p:cBhvr>
                                        <p:cTn id="99" dur="2000"/>
                                        <p:tgtEl>
                                          <p:spTgt spid="58427"/>
                                        </p:tgtEl>
                                      </p:cBhvr>
                                    </p:animEffect>
                                  </p:childTnLst>
                                </p:cTn>
                              </p:par>
                              <p:par>
                                <p:cTn id="100" presetID="10" presetClass="entr" presetSubtype="0" fill="hold" nodeType="withEffect">
                                  <p:stCondLst>
                                    <p:cond delay="0"/>
                                  </p:stCondLst>
                                  <p:childTnLst>
                                    <p:set>
                                      <p:cBhvr>
                                        <p:cTn id="101" dur="1" fill="hold">
                                          <p:stCondLst>
                                            <p:cond delay="0"/>
                                          </p:stCondLst>
                                        </p:cTn>
                                        <p:tgtEl>
                                          <p:spTgt spid="58415"/>
                                        </p:tgtEl>
                                        <p:attrNameLst>
                                          <p:attrName>style.visibility</p:attrName>
                                        </p:attrNameLst>
                                      </p:cBhvr>
                                      <p:to>
                                        <p:strVal val="visible"/>
                                      </p:to>
                                    </p:set>
                                    <p:animEffect transition="in" filter="fade">
                                      <p:cBhvr>
                                        <p:cTn id="102" dur="2000"/>
                                        <p:tgtEl>
                                          <p:spTgt spid="58415"/>
                                        </p:tgtEl>
                                      </p:cBhvr>
                                    </p:animEffect>
                                  </p:childTnLst>
                                </p:cTn>
                              </p:par>
                            </p:childTnLst>
                          </p:cTn>
                        </p:par>
                        <p:par>
                          <p:cTn id="103" fill="hold" nodeType="afterGroup">
                            <p:stCondLst>
                              <p:cond delay="3000"/>
                            </p:stCondLst>
                            <p:childTnLst>
                              <p:par>
                                <p:cTn id="104" presetID="55" presetClass="exit" presetSubtype="0" fill="hold" nodeType="afterEffect">
                                  <p:stCondLst>
                                    <p:cond delay="0"/>
                                  </p:stCondLst>
                                  <p:childTnLst>
                                    <p:anim calcmode="lin" valueType="num">
                                      <p:cBhvr>
                                        <p:cTn id="105" dur="1000"/>
                                        <p:tgtEl>
                                          <p:spTgt spid="58427"/>
                                        </p:tgtEl>
                                        <p:attrNameLst>
                                          <p:attrName>ppt_w</p:attrName>
                                        </p:attrNameLst>
                                      </p:cBhvr>
                                      <p:tavLst>
                                        <p:tav tm="0">
                                          <p:val>
                                            <p:strVal val="ppt_w"/>
                                          </p:val>
                                        </p:tav>
                                        <p:tav tm="100000">
                                          <p:val>
                                            <p:strVal val="ppt_w*0.70"/>
                                          </p:val>
                                        </p:tav>
                                      </p:tavLst>
                                    </p:anim>
                                    <p:anim calcmode="lin" valueType="num">
                                      <p:cBhvr>
                                        <p:cTn id="106" dur="1000"/>
                                        <p:tgtEl>
                                          <p:spTgt spid="58427"/>
                                        </p:tgtEl>
                                        <p:attrNameLst>
                                          <p:attrName>ppt_h</p:attrName>
                                        </p:attrNameLst>
                                      </p:cBhvr>
                                      <p:tavLst>
                                        <p:tav tm="0">
                                          <p:val>
                                            <p:strVal val="ppt_h"/>
                                          </p:val>
                                        </p:tav>
                                        <p:tav tm="100000">
                                          <p:val>
                                            <p:strVal val="ppt_h"/>
                                          </p:val>
                                        </p:tav>
                                      </p:tavLst>
                                    </p:anim>
                                    <p:animEffect transition="out" filter="fade">
                                      <p:cBhvr>
                                        <p:cTn id="107" dur="1000"/>
                                        <p:tgtEl>
                                          <p:spTgt spid="58427"/>
                                        </p:tgtEl>
                                      </p:cBhvr>
                                    </p:animEffect>
                                    <p:set>
                                      <p:cBhvr>
                                        <p:cTn id="108" dur="1" fill="hold">
                                          <p:stCondLst>
                                            <p:cond delay="999"/>
                                          </p:stCondLst>
                                        </p:cTn>
                                        <p:tgtEl>
                                          <p:spTgt spid="58427"/>
                                        </p:tgtEl>
                                        <p:attrNameLst>
                                          <p:attrName>style.visibility</p:attrName>
                                        </p:attrNameLst>
                                      </p:cBhvr>
                                      <p:to>
                                        <p:strVal val="hidden"/>
                                      </p:to>
                                    </p:set>
                                  </p:childTnLst>
                                </p:cTn>
                              </p:par>
                              <p:par>
                                <p:cTn id="109" presetID="55" presetClass="exit" presetSubtype="0" fill="hold" nodeType="withEffect">
                                  <p:stCondLst>
                                    <p:cond delay="0"/>
                                  </p:stCondLst>
                                  <p:childTnLst>
                                    <p:anim calcmode="lin" valueType="num">
                                      <p:cBhvr>
                                        <p:cTn id="110" dur="1000"/>
                                        <p:tgtEl>
                                          <p:spTgt spid="58415"/>
                                        </p:tgtEl>
                                        <p:attrNameLst>
                                          <p:attrName>ppt_w</p:attrName>
                                        </p:attrNameLst>
                                      </p:cBhvr>
                                      <p:tavLst>
                                        <p:tav tm="0">
                                          <p:val>
                                            <p:strVal val="ppt_w"/>
                                          </p:val>
                                        </p:tav>
                                        <p:tav tm="100000">
                                          <p:val>
                                            <p:strVal val="ppt_w*0.70"/>
                                          </p:val>
                                        </p:tav>
                                      </p:tavLst>
                                    </p:anim>
                                    <p:anim calcmode="lin" valueType="num">
                                      <p:cBhvr>
                                        <p:cTn id="111" dur="1000"/>
                                        <p:tgtEl>
                                          <p:spTgt spid="58415"/>
                                        </p:tgtEl>
                                        <p:attrNameLst>
                                          <p:attrName>ppt_h</p:attrName>
                                        </p:attrNameLst>
                                      </p:cBhvr>
                                      <p:tavLst>
                                        <p:tav tm="0">
                                          <p:val>
                                            <p:strVal val="ppt_h"/>
                                          </p:val>
                                        </p:tav>
                                        <p:tav tm="100000">
                                          <p:val>
                                            <p:strVal val="ppt_h"/>
                                          </p:val>
                                        </p:tav>
                                      </p:tavLst>
                                    </p:anim>
                                    <p:animEffect transition="out" filter="fade">
                                      <p:cBhvr>
                                        <p:cTn id="112" dur="1000"/>
                                        <p:tgtEl>
                                          <p:spTgt spid="58415"/>
                                        </p:tgtEl>
                                      </p:cBhvr>
                                    </p:animEffect>
                                    <p:set>
                                      <p:cBhvr>
                                        <p:cTn id="113" dur="1" fill="hold">
                                          <p:stCondLst>
                                            <p:cond delay="999"/>
                                          </p:stCondLst>
                                        </p:cTn>
                                        <p:tgtEl>
                                          <p:spTgt spid="58415"/>
                                        </p:tgtEl>
                                        <p:attrNameLst>
                                          <p:attrName>style.visibility</p:attrName>
                                        </p:attrNameLst>
                                      </p:cBhvr>
                                      <p:to>
                                        <p:strVal val="hidden"/>
                                      </p:to>
                                    </p:set>
                                  </p:childTnLst>
                                </p:cTn>
                              </p:par>
                            </p:childTnLst>
                          </p:cTn>
                        </p:par>
                        <p:par>
                          <p:cTn id="114" fill="hold" nodeType="afterGroup">
                            <p:stCondLst>
                              <p:cond delay="4000"/>
                            </p:stCondLst>
                            <p:childTnLst>
                              <p:par>
                                <p:cTn id="115" presetID="10" presetClass="entr" presetSubtype="0" fill="hold" nodeType="afterEffect">
                                  <p:stCondLst>
                                    <p:cond delay="0"/>
                                  </p:stCondLst>
                                  <p:childTnLst>
                                    <p:set>
                                      <p:cBhvr>
                                        <p:cTn id="116" dur="1" fill="hold">
                                          <p:stCondLst>
                                            <p:cond delay="0"/>
                                          </p:stCondLst>
                                        </p:cTn>
                                        <p:tgtEl>
                                          <p:spTgt spid="58428"/>
                                        </p:tgtEl>
                                        <p:attrNameLst>
                                          <p:attrName>style.visibility</p:attrName>
                                        </p:attrNameLst>
                                      </p:cBhvr>
                                      <p:to>
                                        <p:strVal val="visible"/>
                                      </p:to>
                                    </p:set>
                                    <p:animEffect transition="in" filter="fade">
                                      <p:cBhvr>
                                        <p:cTn id="117" dur="2000"/>
                                        <p:tgtEl>
                                          <p:spTgt spid="58428"/>
                                        </p:tgtEl>
                                      </p:cBhvr>
                                    </p:animEffect>
                                  </p:childTnLst>
                                </p:cTn>
                              </p:par>
                              <p:par>
                                <p:cTn id="118" presetID="10" presetClass="entr" presetSubtype="0" fill="hold" nodeType="withEffect">
                                  <p:stCondLst>
                                    <p:cond delay="0"/>
                                  </p:stCondLst>
                                  <p:childTnLst>
                                    <p:set>
                                      <p:cBhvr>
                                        <p:cTn id="119" dur="1" fill="hold">
                                          <p:stCondLst>
                                            <p:cond delay="0"/>
                                          </p:stCondLst>
                                        </p:cTn>
                                        <p:tgtEl>
                                          <p:spTgt spid="58414"/>
                                        </p:tgtEl>
                                        <p:attrNameLst>
                                          <p:attrName>style.visibility</p:attrName>
                                        </p:attrNameLst>
                                      </p:cBhvr>
                                      <p:to>
                                        <p:strVal val="visible"/>
                                      </p:to>
                                    </p:set>
                                    <p:animEffect transition="in" filter="fade">
                                      <p:cBhvr>
                                        <p:cTn id="120" dur="2000"/>
                                        <p:tgtEl>
                                          <p:spTgt spid="58414"/>
                                        </p:tgtEl>
                                      </p:cBhvr>
                                    </p:animEffect>
                                  </p:childTnLst>
                                </p:cTn>
                              </p:par>
                            </p:childTnLst>
                          </p:cTn>
                        </p:par>
                        <p:par>
                          <p:cTn id="121" fill="hold" nodeType="afterGroup">
                            <p:stCondLst>
                              <p:cond delay="6000"/>
                            </p:stCondLst>
                            <p:childTnLst>
                              <p:par>
                                <p:cTn id="122" presetID="55" presetClass="exit" presetSubtype="0" fill="hold" nodeType="afterEffect">
                                  <p:stCondLst>
                                    <p:cond delay="0"/>
                                  </p:stCondLst>
                                  <p:childTnLst>
                                    <p:anim calcmode="lin" valueType="num">
                                      <p:cBhvr>
                                        <p:cTn id="123" dur="1000"/>
                                        <p:tgtEl>
                                          <p:spTgt spid="58428"/>
                                        </p:tgtEl>
                                        <p:attrNameLst>
                                          <p:attrName>ppt_w</p:attrName>
                                        </p:attrNameLst>
                                      </p:cBhvr>
                                      <p:tavLst>
                                        <p:tav tm="0">
                                          <p:val>
                                            <p:strVal val="ppt_w"/>
                                          </p:val>
                                        </p:tav>
                                        <p:tav tm="100000">
                                          <p:val>
                                            <p:strVal val="ppt_w*0.70"/>
                                          </p:val>
                                        </p:tav>
                                      </p:tavLst>
                                    </p:anim>
                                    <p:anim calcmode="lin" valueType="num">
                                      <p:cBhvr>
                                        <p:cTn id="124" dur="1000"/>
                                        <p:tgtEl>
                                          <p:spTgt spid="58428"/>
                                        </p:tgtEl>
                                        <p:attrNameLst>
                                          <p:attrName>ppt_h</p:attrName>
                                        </p:attrNameLst>
                                      </p:cBhvr>
                                      <p:tavLst>
                                        <p:tav tm="0">
                                          <p:val>
                                            <p:strVal val="ppt_h"/>
                                          </p:val>
                                        </p:tav>
                                        <p:tav tm="100000">
                                          <p:val>
                                            <p:strVal val="ppt_h"/>
                                          </p:val>
                                        </p:tav>
                                      </p:tavLst>
                                    </p:anim>
                                    <p:animEffect transition="out" filter="fade">
                                      <p:cBhvr>
                                        <p:cTn id="125" dur="1000"/>
                                        <p:tgtEl>
                                          <p:spTgt spid="58428"/>
                                        </p:tgtEl>
                                      </p:cBhvr>
                                    </p:animEffect>
                                    <p:set>
                                      <p:cBhvr>
                                        <p:cTn id="126" dur="1" fill="hold">
                                          <p:stCondLst>
                                            <p:cond delay="999"/>
                                          </p:stCondLst>
                                        </p:cTn>
                                        <p:tgtEl>
                                          <p:spTgt spid="58428"/>
                                        </p:tgtEl>
                                        <p:attrNameLst>
                                          <p:attrName>style.visibility</p:attrName>
                                        </p:attrNameLst>
                                      </p:cBhvr>
                                      <p:to>
                                        <p:strVal val="hidden"/>
                                      </p:to>
                                    </p:set>
                                  </p:childTnLst>
                                </p:cTn>
                              </p:par>
                              <p:par>
                                <p:cTn id="127" presetID="55" presetClass="exit" presetSubtype="0" fill="hold" nodeType="withEffect">
                                  <p:stCondLst>
                                    <p:cond delay="0"/>
                                  </p:stCondLst>
                                  <p:childTnLst>
                                    <p:anim calcmode="lin" valueType="num">
                                      <p:cBhvr>
                                        <p:cTn id="128" dur="1000"/>
                                        <p:tgtEl>
                                          <p:spTgt spid="58414"/>
                                        </p:tgtEl>
                                        <p:attrNameLst>
                                          <p:attrName>ppt_w</p:attrName>
                                        </p:attrNameLst>
                                      </p:cBhvr>
                                      <p:tavLst>
                                        <p:tav tm="0">
                                          <p:val>
                                            <p:strVal val="ppt_w"/>
                                          </p:val>
                                        </p:tav>
                                        <p:tav tm="100000">
                                          <p:val>
                                            <p:strVal val="ppt_w*0.70"/>
                                          </p:val>
                                        </p:tav>
                                      </p:tavLst>
                                    </p:anim>
                                    <p:anim calcmode="lin" valueType="num">
                                      <p:cBhvr>
                                        <p:cTn id="129" dur="1000"/>
                                        <p:tgtEl>
                                          <p:spTgt spid="58414"/>
                                        </p:tgtEl>
                                        <p:attrNameLst>
                                          <p:attrName>ppt_h</p:attrName>
                                        </p:attrNameLst>
                                      </p:cBhvr>
                                      <p:tavLst>
                                        <p:tav tm="0">
                                          <p:val>
                                            <p:strVal val="ppt_h"/>
                                          </p:val>
                                        </p:tav>
                                        <p:tav tm="100000">
                                          <p:val>
                                            <p:strVal val="ppt_h"/>
                                          </p:val>
                                        </p:tav>
                                      </p:tavLst>
                                    </p:anim>
                                    <p:animEffect transition="out" filter="fade">
                                      <p:cBhvr>
                                        <p:cTn id="130" dur="1000"/>
                                        <p:tgtEl>
                                          <p:spTgt spid="58414"/>
                                        </p:tgtEl>
                                      </p:cBhvr>
                                    </p:animEffect>
                                    <p:set>
                                      <p:cBhvr>
                                        <p:cTn id="131" dur="1" fill="hold">
                                          <p:stCondLst>
                                            <p:cond delay="999"/>
                                          </p:stCondLst>
                                        </p:cTn>
                                        <p:tgtEl>
                                          <p:spTgt spid="58414"/>
                                        </p:tgtEl>
                                        <p:attrNameLst>
                                          <p:attrName>style.visibility</p:attrName>
                                        </p:attrNameLst>
                                      </p:cBhvr>
                                      <p:to>
                                        <p:strVal val="hidden"/>
                                      </p:to>
                                    </p:set>
                                  </p:childTnLst>
                                </p:cTn>
                              </p:par>
                            </p:childTnLst>
                          </p:cTn>
                        </p:par>
                        <p:par>
                          <p:cTn id="132" fill="hold" nodeType="afterGroup">
                            <p:stCondLst>
                              <p:cond delay="7000"/>
                            </p:stCondLst>
                            <p:childTnLst>
                              <p:par>
                                <p:cTn id="133" presetID="10" presetClass="entr" presetSubtype="0" fill="hold" nodeType="afterEffect">
                                  <p:stCondLst>
                                    <p:cond delay="0"/>
                                  </p:stCondLst>
                                  <p:childTnLst>
                                    <p:set>
                                      <p:cBhvr>
                                        <p:cTn id="134" dur="1" fill="hold">
                                          <p:stCondLst>
                                            <p:cond delay="0"/>
                                          </p:stCondLst>
                                        </p:cTn>
                                        <p:tgtEl>
                                          <p:spTgt spid="58429"/>
                                        </p:tgtEl>
                                        <p:attrNameLst>
                                          <p:attrName>style.visibility</p:attrName>
                                        </p:attrNameLst>
                                      </p:cBhvr>
                                      <p:to>
                                        <p:strVal val="visible"/>
                                      </p:to>
                                    </p:set>
                                    <p:animEffect transition="in" filter="fade">
                                      <p:cBhvr>
                                        <p:cTn id="135" dur="2000"/>
                                        <p:tgtEl>
                                          <p:spTgt spid="58429"/>
                                        </p:tgtEl>
                                      </p:cBhvr>
                                    </p:animEffect>
                                  </p:childTnLst>
                                </p:cTn>
                              </p:par>
                              <p:par>
                                <p:cTn id="136" presetID="10" presetClass="entr" presetSubtype="0" fill="hold" nodeType="withEffect">
                                  <p:stCondLst>
                                    <p:cond delay="0"/>
                                  </p:stCondLst>
                                  <p:childTnLst>
                                    <p:set>
                                      <p:cBhvr>
                                        <p:cTn id="137" dur="1" fill="hold">
                                          <p:stCondLst>
                                            <p:cond delay="0"/>
                                          </p:stCondLst>
                                        </p:cTn>
                                        <p:tgtEl>
                                          <p:spTgt spid="58417"/>
                                        </p:tgtEl>
                                        <p:attrNameLst>
                                          <p:attrName>style.visibility</p:attrName>
                                        </p:attrNameLst>
                                      </p:cBhvr>
                                      <p:to>
                                        <p:strVal val="visible"/>
                                      </p:to>
                                    </p:set>
                                    <p:animEffect transition="in" filter="fade">
                                      <p:cBhvr>
                                        <p:cTn id="138" dur="2000"/>
                                        <p:tgtEl>
                                          <p:spTgt spid="58417"/>
                                        </p:tgtEl>
                                      </p:cBhvr>
                                    </p:animEffect>
                                  </p:childTnLst>
                                </p:cTn>
                              </p:par>
                            </p:childTnLst>
                          </p:cTn>
                        </p:par>
                        <p:par>
                          <p:cTn id="139" fill="hold" nodeType="afterGroup">
                            <p:stCondLst>
                              <p:cond delay="9000"/>
                            </p:stCondLst>
                            <p:childTnLst>
                              <p:par>
                                <p:cTn id="140" presetID="55" presetClass="exit" presetSubtype="0" fill="hold" nodeType="afterEffect">
                                  <p:stCondLst>
                                    <p:cond delay="0"/>
                                  </p:stCondLst>
                                  <p:childTnLst>
                                    <p:anim calcmode="lin" valueType="num">
                                      <p:cBhvr>
                                        <p:cTn id="141" dur="1000"/>
                                        <p:tgtEl>
                                          <p:spTgt spid="58429"/>
                                        </p:tgtEl>
                                        <p:attrNameLst>
                                          <p:attrName>ppt_w</p:attrName>
                                        </p:attrNameLst>
                                      </p:cBhvr>
                                      <p:tavLst>
                                        <p:tav tm="0">
                                          <p:val>
                                            <p:strVal val="ppt_w"/>
                                          </p:val>
                                        </p:tav>
                                        <p:tav tm="100000">
                                          <p:val>
                                            <p:strVal val="ppt_w*0.70"/>
                                          </p:val>
                                        </p:tav>
                                      </p:tavLst>
                                    </p:anim>
                                    <p:anim calcmode="lin" valueType="num">
                                      <p:cBhvr>
                                        <p:cTn id="142" dur="1000"/>
                                        <p:tgtEl>
                                          <p:spTgt spid="58429"/>
                                        </p:tgtEl>
                                        <p:attrNameLst>
                                          <p:attrName>ppt_h</p:attrName>
                                        </p:attrNameLst>
                                      </p:cBhvr>
                                      <p:tavLst>
                                        <p:tav tm="0">
                                          <p:val>
                                            <p:strVal val="ppt_h"/>
                                          </p:val>
                                        </p:tav>
                                        <p:tav tm="100000">
                                          <p:val>
                                            <p:strVal val="ppt_h"/>
                                          </p:val>
                                        </p:tav>
                                      </p:tavLst>
                                    </p:anim>
                                    <p:animEffect transition="out" filter="fade">
                                      <p:cBhvr>
                                        <p:cTn id="143" dur="1000"/>
                                        <p:tgtEl>
                                          <p:spTgt spid="58429"/>
                                        </p:tgtEl>
                                      </p:cBhvr>
                                    </p:animEffect>
                                    <p:set>
                                      <p:cBhvr>
                                        <p:cTn id="144" dur="1" fill="hold">
                                          <p:stCondLst>
                                            <p:cond delay="999"/>
                                          </p:stCondLst>
                                        </p:cTn>
                                        <p:tgtEl>
                                          <p:spTgt spid="58429"/>
                                        </p:tgtEl>
                                        <p:attrNameLst>
                                          <p:attrName>style.visibility</p:attrName>
                                        </p:attrNameLst>
                                      </p:cBhvr>
                                      <p:to>
                                        <p:strVal val="hidden"/>
                                      </p:to>
                                    </p:set>
                                  </p:childTnLst>
                                </p:cTn>
                              </p:par>
                              <p:par>
                                <p:cTn id="145" presetID="55" presetClass="exit" presetSubtype="0" fill="hold" nodeType="withEffect">
                                  <p:stCondLst>
                                    <p:cond delay="0"/>
                                  </p:stCondLst>
                                  <p:childTnLst>
                                    <p:anim calcmode="lin" valueType="num">
                                      <p:cBhvr>
                                        <p:cTn id="146" dur="1000"/>
                                        <p:tgtEl>
                                          <p:spTgt spid="58417"/>
                                        </p:tgtEl>
                                        <p:attrNameLst>
                                          <p:attrName>ppt_w</p:attrName>
                                        </p:attrNameLst>
                                      </p:cBhvr>
                                      <p:tavLst>
                                        <p:tav tm="0">
                                          <p:val>
                                            <p:strVal val="ppt_w"/>
                                          </p:val>
                                        </p:tav>
                                        <p:tav tm="100000">
                                          <p:val>
                                            <p:strVal val="ppt_w*0.70"/>
                                          </p:val>
                                        </p:tav>
                                      </p:tavLst>
                                    </p:anim>
                                    <p:anim calcmode="lin" valueType="num">
                                      <p:cBhvr>
                                        <p:cTn id="147" dur="1000"/>
                                        <p:tgtEl>
                                          <p:spTgt spid="58417"/>
                                        </p:tgtEl>
                                        <p:attrNameLst>
                                          <p:attrName>ppt_h</p:attrName>
                                        </p:attrNameLst>
                                      </p:cBhvr>
                                      <p:tavLst>
                                        <p:tav tm="0">
                                          <p:val>
                                            <p:strVal val="ppt_h"/>
                                          </p:val>
                                        </p:tav>
                                        <p:tav tm="100000">
                                          <p:val>
                                            <p:strVal val="ppt_h"/>
                                          </p:val>
                                        </p:tav>
                                      </p:tavLst>
                                    </p:anim>
                                    <p:animEffect transition="out" filter="fade">
                                      <p:cBhvr>
                                        <p:cTn id="148" dur="1000"/>
                                        <p:tgtEl>
                                          <p:spTgt spid="58417"/>
                                        </p:tgtEl>
                                      </p:cBhvr>
                                    </p:animEffect>
                                    <p:set>
                                      <p:cBhvr>
                                        <p:cTn id="149" dur="1" fill="hold">
                                          <p:stCondLst>
                                            <p:cond delay="999"/>
                                          </p:stCondLst>
                                        </p:cTn>
                                        <p:tgtEl>
                                          <p:spTgt spid="584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p:bldP spid="58402" grpId="0" animBg="1"/>
      <p:bldP spid="58402" grpId="1" animBg="1"/>
      <p:bldP spid="58413" grpId="0" animBg="1"/>
      <p:bldP spid="58413" grpId="1" animBg="1"/>
      <p:bldP spid="58414" grpId="0" animBg="1"/>
      <p:bldP spid="58414" grpId="1" animBg="1"/>
      <p:bldP spid="58415" grpId="0" animBg="1"/>
      <p:bldP spid="58415" grpId="1" animBg="1"/>
      <p:bldP spid="58416" grpId="0" animBg="1"/>
      <p:bldP spid="58416" grpId="1" animBg="1"/>
      <p:bldP spid="58417" grpId="0" animBg="1"/>
      <p:bldP spid="58417"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7D99451-ECE8-E1B2-6276-BF8EF5C62082}"/>
              </a:ext>
            </a:extLst>
          </p:cNvPr>
          <p:cNvGrpSpPr>
            <a:grpSpLocks/>
          </p:cNvGrpSpPr>
          <p:nvPr/>
        </p:nvGrpSpPr>
        <p:grpSpPr bwMode="auto">
          <a:xfrm>
            <a:off x="1703389" y="692150"/>
            <a:ext cx="8785225" cy="1944688"/>
            <a:chOff x="68" y="527"/>
            <a:chExt cx="5534" cy="1225"/>
          </a:xfrm>
        </p:grpSpPr>
        <p:grpSp>
          <p:nvGrpSpPr>
            <p:cNvPr id="117829" name="Group 3">
              <a:extLst>
                <a:ext uri="{FF2B5EF4-FFF2-40B4-BE49-F238E27FC236}">
                  <a16:creationId xmlns:a16="http://schemas.microsoft.com/office/drawing/2014/main" id="{BBED0BE1-54E3-9B03-173A-1F2E1024042B}"/>
                </a:ext>
              </a:extLst>
            </p:cNvPr>
            <p:cNvGrpSpPr>
              <a:grpSpLocks/>
            </p:cNvGrpSpPr>
            <p:nvPr/>
          </p:nvGrpSpPr>
          <p:grpSpPr bwMode="auto">
            <a:xfrm>
              <a:off x="68" y="527"/>
              <a:ext cx="5488" cy="1225"/>
              <a:chOff x="720" y="480"/>
              <a:chExt cx="4224" cy="1390"/>
            </a:xfrm>
          </p:grpSpPr>
          <p:graphicFrame>
            <p:nvGraphicFramePr>
              <p:cNvPr id="117831" name="Object 4">
                <a:extLst>
                  <a:ext uri="{FF2B5EF4-FFF2-40B4-BE49-F238E27FC236}">
                    <a16:creationId xmlns:a16="http://schemas.microsoft.com/office/drawing/2014/main" id="{4B7863BE-10F0-F663-5ACF-E5EF4608711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17831" name="Object 4">
                            <a:extLst>
                              <a:ext uri="{FF2B5EF4-FFF2-40B4-BE49-F238E27FC236}">
                                <a16:creationId xmlns:a16="http://schemas.microsoft.com/office/drawing/2014/main" id="{4B7863BE-10F0-F663-5ACF-E5EF460871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832" name="Object 5">
                <a:extLst>
                  <a:ext uri="{FF2B5EF4-FFF2-40B4-BE49-F238E27FC236}">
                    <a16:creationId xmlns:a16="http://schemas.microsoft.com/office/drawing/2014/main" id="{19A951AB-DFCF-C16C-06F7-E11AD8472F5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17832" name="Object 5">
                            <a:extLst>
                              <a:ext uri="{FF2B5EF4-FFF2-40B4-BE49-F238E27FC236}">
                                <a16:creationId xmlns:a16="http://schemas.microsoft.com/office/drawing/2014/main" id="{19A951AB-DFCF-C16C-06F7-E11AD8472F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7830" name="Text Box 6">
              <a:extLst>
                <a:ext uri="{FF2B5EF4-FFF2-40B4-BE49-F238E27FC236}">
                  <a16:creationId xmlns:a16="http://schemas.microsoft.com/office/drawing/2014/main" id="{D9B4F4DA-7BC0-1F40-744E-EF45256A9729}"/>
                </a:ext>
              </a:extLst>
            </p:cNvPr>
            <p:cNvSpPr txBox="1">
              <a:spLocks noChangeArrowheads="1"/>
            </p:cNvSpPr>
            <p:nvPr/>
          </p:nvSpPr>
          <p:spPr bwMode="auto">
            <a:xfrm>
              <a:off x="113" y="589"/>
              <a:ext cx="5489" cy="9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一个</a:t>
              </a:r>
              <a:r>
                <a:rPr lang="en-US" altLang="zh-CN" sz="2400" b="1">
                  <a:solidFill>
                    <a:srgbClr val="003399"/>
                  </a:solidFill>
                  <a:latin typeface="宋体" panose="02010600030101010101" pitchFamily="2" charset="-122"/>
                </a:rPr>
                <a:t>DFA</a:t>
              </a:r>
              <a:r>
                <a:rPr lang="zh-CN" altLang="en-US" sz="2400" b="1">
                  <a:solidFill>
                    <a:srgbClr val="003399"/>
                  </a:solidFill>
                  <a:latin typeface="宋体" panose="02010600030101010101" pitchFamily="2" charset="-122"/>
                </a:rPr>
                <a:t>也可用一张（确定的）</a:t>
              </a:r>
              <a:r>
                <a:rPr lang="zh-CN" altLang="en-US" sz="2400" b="1">
                  <a:solidFill>
                    <a:srgbClr val="FF0066"/>
                  </a:solidFill>
                  <a:latin typeface="宋体" panose="02010600030101010101" pitchFamily="2" charset="-122"/>
                </a:rPr>
                <a:t>状态转换图</a:t>
              </a:r>
              <a:r>
                <a:rPr lang="zh-CN" altLang="en-US" sz="2400" b="1">
                  <a:solidFill>
                    <a:srgbClr val="003399"/>
                  </a:solidFill>
                  <a:latin typeface="宋体" panose="02010600030101010101" pitchFamily="2" charset="-122"/>
                </a:rPr>
                <a:t>来表示。假定</a:t>
              </a:r>
              <a:r>
                <a:rPr lang="en-US" altLang="zh-CN" sz="2400" b="1">
                  <a:solidFill>
                    <a:srgbClr val="003399"/>
                  </a:solidFill>
                  <a:latin typeface="宋体" panose="02010600030101010101" pitchFamily="2" charset="-122"/>
                </a:rPr>
                <a:t>DFA M</a:t>
              </a:r>
              <a:r>
                <a:rPr lang="zh-CN" altLang="en-US" sz="2400" b="1">
                  <a:solidFill>
                    <a:srgbClr val="003399"/>
                  </a:solidFill>
                  <a:latin typeface="宋体" panose="02010600030101010101" pitchFamily="2" charset="-122"/>
                </a:rPr>
                <a:t>含有</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个状态和</a:t>
              </a:r>
              <a:r>
                <a:rPr lang="en-US" altLang="zh-CN" sz="2400" b="1">
                  <a:solidFill>
                    <a:srgbClr val="003399"/>
                  </a:solidFill>
                  <a:latin typeface="宋体" panose="02010600030101010101" pitchFamily="2" charset="-122"/>
                </a:rPr>
                <a:t>n</a:t>
              </a:r>
              <a:r>
                <a:rPr lang="zh-CN" altLang="en-US" sz="2400" b="1">
                  <a:solidFill>
                    <a:srgbClr val="003399"/>
                  </a:solidFill>
                  <a:latin typeface="宋体" panose="02010600030101010101" pitchFamily="2" charset="-122"/>
                </a:rPr>
                <a:t>个</a:t>
              </a:r>
              <a:r>
                <a:rPr lang="zh-CN" altLang="en-US" sz="2400" b="1">
                  <a:solidFill>
                    <a:srgbClr val="FF0066"/>
                  </a:solidFill>
                  <a:latin typeface="宋体" panose="02010600030101010101" pitchFamily="2" charset="-122"/>
                </a:rPr>
                <a:t>输入字符</a:t>
              </a:r>
              <a:r>
                <a:rPr lang="zh-CN" altLang="en-US" sz="2400" b="1">
                  <a:solidFill>
                    <a:srgbClr val="003399"/>
                  </a:solidFill>
                  <a:latin typeface="宋体" panose="02010600030101010101" pitchFamily="2" charset="-122"/>
                </a:rPr>
                <a:t>，那么，这个状态转换图含有</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个</a:t>
              </a:r>
              <a:r>
                <a:rPr lang="zh-CN" altLang="en-US" sz="2400" b="1">
                  <a:solidFill>
                    <a:srgbClr val="FF0066"/>
                  </a:solidFill>
                  <a:latin typeface="宋体" panose="02010600030101010101" pitchFamily="2" charset="-122"/>
                </a:rPr>
                <a:t>状态结点</a:t>
              </a:r>
              <a:r>
                <a:rPr lang="zh-CN" altLang="en-US" sz="2400" b="1">
                  <a:solidFill>
                    <a:srgbClr val="003399"/>
                  </a:solidFill>
                  <a:latin typeface="宋体" panose="02010600030101010101" pitchFamily="2" charset="-122"/>
                </a:rPr>
                <a:t>，每个结点顶多有</a:t>
              </a:r>
              <a:r>
                <a:rPr lang="en-US" altLang="zh-CN" sz="2400" b="1">
                  <a:solidFill>
                    <a:srgbClr val="003399"/>
                  </a:solidFill>
                  <a:latin typeface="宋体" panose="02010600030101010101" pitchFamily="2" charset="-122"/>
                </a:rPr>
                <a:t>n</a:t>
              </a:r>
              <a:r>
                <a:rPr lang="zh-CN" altLang="en-US" sz="2400" b="1">
                  <a:solidFill>
                    <a:srgbClr val="003399"/>
                  </a:solidFill>
                  <a:latin typeface="宋体" panose="02010600030101010101" pitchFamily="2" charset="-122"/>
                </a:rPr>
                <a:t>条箭弧射出和别的结点相连接，整张图含有一个</a:t>
              </a:r>
              <a:r>
                <a:rPr lang="zh-CN" altLang="en-US" sz="2400" b="1">
                  <a:solidFill>
                    <a:srgbClr val="FF0066"/>
                  </a:solidFill>
                  <a:latin typeface="宋体" panose="02010600030101010101" pitchFamily="2" charset="-122"/>
                </a:rPr>
                <a:t>初态结点</a:t>
              </a:r>
              <a:r>
                <a:rPr lang="zh-CN" altLang="en-US" sz="2400" b="1">
                  <a:solidFill>
                    <a:srgbClr val="003399"/>
                  </a:solidFill>
                  <a:latin typeface="宋体" panose="02010600030101010101" pitchFamily="2" charset="-122"/>
                </a:rPr>
                <a:t>和若干个（可以为</a:t>
              </a:r>
              <a:r>
                <a:rPr lang="en-US" altLang="zh-CN" sz="2400" b="1">
                  <a:solidFill>
                    <a:srgbClr val="003399"/>
                  </a:solidFill>
                  <a:latin typeface="宋体" panose="02010600030101010101" pitchFamily="2" charset="-122"/>
                </a:rPr>
                <a:t>0</a:t>
              </a:r>
              <a:r>
                <a:rPr lang="zh-CN" altLang="en-US" sz="2400" b="1">
                  <a:solidFill>
                    <a:srgbClr val="003399"/>
                  </a:solidFill>
                  <a:latin typeface="宋体" panose="02010600030101010101" pitchFamily="2" charset="-122"/>
                </a:rPr>
                <a:t>）</a:t>
              </a:r>
              <a:r>
                <a:rPr lang="zh-CN" altLang="en-US" sz="2400" b="1">
                  <a:solidFill>
                    <a:srgbClr val="FF0066"/>
                  </a:solidFill>
                  <a:latin typeface="宋体" panose="02010600030101010101" pitchFamily="2" charset="-122"/>
                </a:rPr>
                <a:t>终态结点</a:t>
              </a:r>
              <a:r>
                <a:rPr lang="zh-CN" altLang="en-US" sz="2400" b="1">
                  <a:solidFill>
                    <a:srgbClr val="003399"/>
                  </a:solidFill>
                  <a:latin typeface="宋体" panose="02010600030101010101" pitchFamily="2" charset="-122"/>
                </a:rPr>
                <a:t>。</a:t>
              </a:r>
            </a:p>
          </p:txBody>
        </p:sp>
      </p:grpSp>
      <p:sp>
        <p:nvSpPr>
          <p:cNvPr id="59405" name="Text Box 13">
            <a:extLst>
              <a:ext uri="{FF2B5EF4-FFF2-40B4-BE49-F238E27FC236}">
                <a16:creationId xmlns:a16="http://schemas.microsoft.com/office/drawing/2014/main" id="{B06153D7-6DF2-4162-F2E8-1E2B552E09E3}"/>
              </a:ext>
            </a:extLst>
          </p:cNvPr>
          <p:cNvSpPr txBox="1">
            <a:spLocks noChangeArrowheads="1"/>
          </p:cNvSpPr>
          <p:nvPr/>
        </p:nvSpPr>
        <p:spPr bwMode="auto">
          <a:xfrm>
            <a:off x="6531770" y="6461125"/>
            <a:ext cx="3529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dirty="0">
                <a:solidFill>
                  <a:srgbClr val="003399"/>
                </a:solidFill>
                <a:latin typeface="宋体" panose="02010600030101010101" pitchFamily="2" charset="-122"/>
              </a:rPr>
              <a:t>图</a:t>
            </a:r>
            <a:r>
              <a:rPr lang="en-US" altLang="zh-CN" sz="2000" b="1" dirty="0">
                <a:solidFill>
                  <a:srgbClr val="003399"/>
                </a:solidFill>
                <a:latin typeface="宋体" panose="02010600030101010101" pitchFamily="2" charset="-122"/>
              </a:rPr>
              <a:t>3.5 </a:t>
            </a:r>
            <a:r>
              <a:rPr lang="zh-CN" altLang="en-US" sz="2000" b="1" dirty="0">
                <a:solidFill>
                  <a:srgbClr val="003399"/>
                </a:solidFill>
                <a:latin typeface="宋体" panose="02010600030101010101" pitchFamily="2" charset="-122"/>
              </a:rPr>
              <a:t>状态转换图</a:t>
            </a:r>
          </a:p>
        </p:txBody>
      </p:sp>
      <p:graphicFrame>
        <p:nvGraphicFramePr>
          <p:cNvPr id="59432" name="Group 40">
            <a:extLst>
              <a:ext uri="{FF2B5EF4-FFF2-40B4-BE49-F238E27FC236}">
                <a16:creationId xmlns:a16="http://schemas.microsoft.com/office/drawing/2014/main" id="{96BD0B91-5262-820A-A765-4C76735A0E6F}"/>
              </a:ext>
            </a:extLst>
          </p:cNvPr>
          <p:cNvGraphicFramePr>
            <a:graphicFrameLocks noGrp="1"/>
          </p:cNvGraphicFramePr>
          <p:nvPr/>
        </p:nvGraphicFramePr>
        <p:xfrm>
          <a:off x="2063750" y="4365625"/>
          <a:ext cx="2736850" cy="1981200"/>
        </p:xfrm>
        <a:graphic>
          <a:graphicData uri="http://schemas.openxmlformats.org/drawingml/2006/table">
            <a:tbl>
              <a:tblPr/>
              <a:tblGrid>
                <a:gridCol w="912813">
                  <a:extLst>
                    <a:ext uri="{9D8B030D-6E8A-4147-A177-3AD203B41FA5}">
                      <a16:colId xmlns:a16="http://schemas.microsoft.com/office/drawing/2014/main" val="20000"/>
                    </a:ext>
                  </a:extLst>
                </a:gridCol>
                <a:gridCol w="911225">
                  <a:extLst>
                    <a:ext uri="{9D8B030D-6E8A-4147-A177-3AD203B41FA5}">
                      <a16:colId xmlns:a16="http://schemas.microsoft.com/office/drawing/2014/main" val="20001"/>
                    </a:ext>
                  </a:extLst>
                </a:gridCol>
                <a:gridCol w="912812">
                  <a:extLst>
                    <a:ext uri="{9D8B030D-6E8A-4147-A177-3AD203B41FA5}">
                      <a16:colId xmlns:a16="http://schemas.microsoft.com/office/drawing/2014/main" val="20002"/>
                    </a:ext>
                  </a:extLst>
                </a:gridCol>
              </a:tblGrid>
              <a:tr h="358775">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状态</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a</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b</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93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0</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9458" name="Rectangle 66">
            <a:extLst>
              <a:ext uri="{FF2B5EF4-FFF2-40B4-BE49-F238E27FC236}">
                <a16:creationId xmlns:a16="http://schemas.microsoft.com/office/drawing/2014/main" id="{C2A929DC-34C1-4BE1-909E-916509C27B8D}"/>
              </a:ext>
            </a:extLst>
          </p:cNvPr>
          <p:cNvSpPr>
            <a:spLocks noChangeArrowheads="1"/>
          </p:cNvSpPr>
          <p:nvPr/>
        </p:nvSpPr>
        <p:spPr bwMode="auto">
          <a:xfrm>
            <a:off x="1762126" y="3222625"/>
            <a:ext cx="3325813" cy="711200"/>
          </a:xfrm>
          <a:prstGeom prst="rect">
            <a:avLst/>
          </a:prstGeom>
          <a:solidFill>
            <a:schemeClr val="bg1"/>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如下表所示的状态转换矩阵对应的状态转换图如右图：</a:t>
            </a:r>
          </a:p>
        </p:txBody>
      </p:sp>
      <p:grpSp>
        <p:nvGrpSpPr>
          <p:cNvPr id="11" name="Group 67">
            <a:extLst>
              <a:ext uri="{FF2B5EF4-FFF2-40B4-BE49-F238E27FC236}">
                <a16:creationId xmlns:a16="http://schemas.microsoft.com/office/drawing/2014/main" id="{20463685-4A17-7502-EB42-2CE9E3D2BDAD}"/>
              </a:ext>
            </a:extLst>
          </p:cNvPr>
          <p:cNvGrpSpPr>
            <a:grpSpLocks/>
          </p:cNvGrpSpPr>
          <p:nvPr/>
        </p:nvGrpSpPr>
        <p:grpSpPr bwMode="auto">
          <a:xfrm>
            <a:off x="4011613" y="1968502"/>
            <a:ext cx="2012950" cy="2397123"/>
            <a:chOff x="1895" y="1240"/>
            <a:chExt cx="940" cy="1374"/>
          </a:xfrm>
        </p:grpSpPr>
        <p:sp>
          <p:nvSpPr>
            <p:cNvPr id="117812" name="Line 68">
              <a:extLst>
                <a:ext uri="{FF2B5EF4-FFF2-40B4-BE49-F238E27FC236}">
                  <a16:creationId xmlns:a16="http://schemas.microsoft.com/office/drawing/2014/main" id="{088C1551-0DBF-983B-87DF-02295A998992}"/>
                </a:ext>
              </a:extLst>
            </p:cNvPr>
            <p:cNvSpPr>
              <a:spLocks noChangeShapeType="1"/>
            </p:cNvSpPr>
            <p:nvPr/>
          </p:nvSpPr>
          <p:spPr bwMode="auto">
            <a:xfrm>
              <a:off x="2336" y="1525"/>
              <a:ext cx="0" cy="1089"/>
            </a:xfrm>
            <a:prstGeom prst="line">
              <a:avLst/>
            </a:prstGeom>
            <a:noFill/>
            <a:ln w="28575">
              <a:solidFill>
                <a:schemeClr val="hlink"/>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7813" name="Rectangle 69">
              <a:extLst>
                <a:ext uri="{FF2B5EF4-FFF2-40B4-BE49-F238E27FC236}">
                  <a16:creationId xmlns:a16="http://schemas.microsoft.com/office/drawing/2014/main" id="{B4F3F71B-C31C-A745-8AE4-F655723F8FAD}"/>
                </a:ext>
              </a:extLst>
            </p:cNvPr>
            <p:cNvSpPr>
              <a:spLocks noChangeArrowheads="1"/>
            </p:cNvSpPr>
            <p:nvPr/>
          </p:nvSpPr>
          <p:spPr bwMode="auto">
            <a:xfrm>
              <a:off x="1895" y="1240"/>
              <a:ext cx="570" cy="252"/>
            </a:xfrm>
            <a:prstGeom prst="rect">
              <a:avLst/>
            </a:prstGeom>
            <a:solidFill>
              <a:schemeClr val="bg1">
                <a:alpha val="0"/>
              </a:schemeClr>
            </a:solidFill>
            <a:ln w="28575" algn="ctr">
              <a:solidFill>
                <a:schemeClr val="hlink"/>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17814" name="Line 70">
              <a:extLst>
                <a:ext uri="{FF2B5EF4-FFF2-40B4-BE49-F238E27FC236}">
                  <a16:creationId xmlns:a16="http://schemas.microsoft.com/office/drawing/2014/main" id="{A184E7BE-012D-3D11-81AB-1085E04157B5}"/>
                </a:ext>
              </a:extLst>
            </p:cNvPr>
            <p:cNvSpPr>
              <a:spLocks noChangeShapeType="1"/>
            </p:cNvSpPr>
            <p:nvPr/>
          </p:nvSpPr>
          <p:spPr bwMode="auto">
            <a:xfrm>
              <a:off x="2336" y="2614"/>
              <a:ext cx="499"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59463" name="Rectangle 71">
            <a:extLst>
              <a:ext uri="{FF2B5EF4-FFF2-40B4-BE49-F238E27FC236}">
                <a16:creationId xmlns:a16="http://schemas.microsoft.com/office/drawing/2014/main" id="{45A8B27F-FC20-189B-4514-CCBF920BEFA9}"/>
              </a:ext>
            </a:extLst>
          </p:cNvPr>
          <p:cNvSpPr>
            <a:spLocks noChangeArrowheads="1"/>
          </p:cNvSpPr>
          <p:nvPr/>
        </p:nvSpPr>
        <p:spPr bwMode="auto">
          <a:xfrm>
            <a:off x="8112125" y="1968470"/>
            <a:ext cx="1366838" cy="400110"/>
          </a:xfrm>
          <a:prstGeom prst="rect">
            <a:avLst/>
          </a:prstGeom>
          <a:solidFill>
            <a:schemeClr val="bg1">
              <a:alpha val="0"/>
            </a:schemeClr>
          </a:solidFill>
          <a:ln w="28575" algn="ctr">
            <a:solidFill>
              <a:srgbClr val="0099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59464" name="Line 72">
            <a:extLst>
              <a:ext uri="{FF2B5EF4-FFF2-40B4-BE49-F238E27FC236}">
                <a16:creationId xmlns:a16="http://schemas.microsoft.com/office/drawing/2014/main" id="{801FA051-4C25-F548-02C0-F2D360B8DD61}"/>
              </a:ext>
            </a:extLst>
          </p:cNvPr>
          <p:cNvSpPr>
            <a:spLocks noChangeShapeType="1"/>
          </p:cNvSpPr>
          <p:nvPr/>
        </p:nvSpPr>
        <p:spPr bwMode="auto">
          <a:xfrm>
            <a:off x="10060782" y="2420940"/>
            <a:ext cx="0" cy="1512887"/>
          </a:xfrm>
          <a:prstGeom prst="line">
            <a:avLst/>
          </a:prstGeom>
          <a:noFill/>
          <a:ln w="28575">
            <a:solidFill>
              <a:srgbClr val="009900"/>
            </a:solidFill>
            <a:prstDash val="lgDashDotDot"/>
            <a:round/>
            <a:headEnd/>
            <a:tailEnd type="triangle" w="med" len="med"/>
          </a:ln>
          <a:extLst>
            <a:ext uri="{909E8E84-426E-40DD-AFC4-6F175D3DCCD1}">
              <a14:hiddenFill xmlns:a14="http://schemas.microsoft.com/office/drawing/2010/main">
                <a:noFill/>
              </a14:hiddenFill>
            </a:ext>
          </a:extLst>
        </p:spPr>
        <p:txBody>
          <a:bodyPr wrap="square">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pic>
        <p:nvPicPr>
          <p:cNvPr id="12" name="图片 11">
            <a:extLst>
              <a:ext uri="{FF2B5EF4-FFF2-40B4-BE49-F238E27FC236}">
                <a16:creationId xmlns:a16="http://schemas.microsoft.com/office/drawing/2014/main" id="{1ACBF132-9DB2-D3EB-EC10-D0001226370C}"/>
              </a:ext>
            </a:extLst>
          </p:cNvPr>
          <p:cNvPicPr>
            <a:picLocks noChangeAspect="1"/>
          </p:cNvPicPr>
          <p:nvPr/>
        </p:nvPicPr>
        <p:blipFill>
          <a:blip r:embed="rId7"/>
          <a:stretch>
            <a:fillRect/>
          </a:stretch>
        </p:blipFill>
        <p:spPr>
          <a:xfrm>
            <a:off x="6024561" y="3050848"/>
            <a:ext cx="5008197" cy="3016573"/>
          </a:xfrm>
          <a:prstGeom prst="rect">
            <a:avLst/>
          </a:prstGeom>
        </p:spPr>
      </p:pic>
      <p:sp>
        <p:nvSpPr>
          <p:cNvPr id="13" name="Line 72">
            <a:extLst>
              <a:ext uri="{FF2B5EF4-FFF2-40B4-BE49-F238E27FC236}">
                <a16:creationId xmlns:a16="http://schemas.microsoft.com/office/drawing/2014/main" id="{67366D6D-C725-F62E-75B6-02F9223385BD}"/>
              </a:ext>
            </a:extLst>
          </p:cNvPr>
          <p:cNvSpPr>
            <a:spLocks noChangeShapeType="1"/>
          </p:cNvSpPr>
          <p:nvPr/>
        </p:nvSpPr>
        <p:spPr bwMode="auto">
          <a:xfrm>
            <a:off x="9478964" y="2118691"/>
            <a:ext cx="581818" cy="310216"/>
          </a:xfrm>
          <a:prstGeom prst="line">
            <a:avLst/>
          </a:prstGeom>
          <a:noFill/>
          <a:ln w="28575">
            <a:solidFill>
              <a:srgbClr val="009900"/>
            </a:solidFill>
            <a:prstDash val="lgDashDotDot"/>
            <a:round/>
            <a:headEnd/>
            <a:tailEnd type="triangle" w="med" len="med"/>
          </a:ln>
          <a:extLst>
            <a:ext uri="{909E8E84-426E-40DD-AFC4-6F175D3DCCD1}">
              <a14:hiddenFill xmlns:a14="http://schemas.microsoft.com/office/drawing/2010/main">
                <a:noFill/>
              </a14:hiddenFill>
            </a:ext>
          </a:extLst>
        </p:spPr>
        <p:txBody>
          <a:bodyPr wrap="square">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9458"/>
                                        </p:tgtEl>
                                        <p:attrNameLst>
                                          <p:attrName>style.visibility</p:attrName>
                                        </p:attrNameLst>
                                      </p:cBhvr>
                                      <p:to>
                                        <p:strVal val="visible"/>
                                      </p:to>
                                    </p:set>
                                    <p:anim calcmode="lin" valueType="num">
                                      <p:cBhvr additive="base">
                                        <p:cTn id="12" dur="1000" fill="hold"/>
                                        <p:tgtEl>
                                          <p:spTgt spid="59458"/>
                                        </p:tgtEl>
                                        <p:attrNameLst>
                                          <p:attrName>ppt_x</p:attrName>
                                        </p:attrNameLst>
                                      </p:cBhvr>
                                      <p:tavLst>
                                        <p:tav tm="0">
                                          <p:val>
                                            <p:strVal val="0-#ppt_w/2"/>
                                          </p:val>
                                        </p:tav>
                                        <p:tav tm="100000">
                                          <p:val>
                                            <p:strVal val="#ppt_x"/>
                                          </p:val>
                                        </p:tav>
                                      </p:tavLst>
                                    </p:anim>
                                    <p:anim calcmode="lin" valueType="num">
                                      <p:cBhvr additive="base">
                                        <p:cTn id="13" dur="1000" fill="hold"/>
                                        <p:tgtEl>
                                          <p:spTgt spid="59458"/>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8" presetClass="emph" presetSubtype="0" fill="hold" nodeType="afterEffect">
                                  <p:stCondLst>
                                    <p:cond delay="0"/>
                                  </p:stCondLst>
                                  <p:childTnLst>
                                    <p:animRot by="21600000">
                                      <p:cBhvr>
                                        <p:cTn id="16" dur="1000" fill="hold"/>
                                        <p:tgtEl>
                                          <p:spTgt spid="59458"/>
                                        </p:tgtEl>
                                        <p:attrNameLst>
                                          <p:attrName>r</p:attrName>
                                        </p:attrNameLst>
                                      </p:cBhvr>
                                    </p:animRot>
                                  </p:childTnLst>
                                </p:cTn>
                              </p:par>
                            </p:childTnLst>
                          </p:cTn>
                        </p:par>
                        <p:par>
                          <p:cTn id="17" fill="hold" nodeType="afterGroup">
                            <p:stCondLst>
                              <p:cond delay="2000"/>
                            </p:stCondLst>
                            <p:childTnLst>
                              <p:par>
                                <p:cTn id="18" presetID="2" presetClass="entr" presetSubtype="8" fill="hold" nodeType="afterEffect">
                                  <p:stCondLst>
                                    <p:cond delay="0"/>
                                  </p:stCondLst>
                                  <p:childTnLst>
                                    <p:set>
                                      <p:cBhvr>
                                        <p:cTn id="19" dur="1" fill="hold">
                                          <p:stCondLst>
                                            <p:cond delay="0"/>
                                          </p:stCondLst>
                                        </p:cTn>
                                        <p:tgtEl>
                                          <p:spTgt spid="59432"/>
                                        </p:tgtEl>
                                        <p:attrNameLst>
                                          <p:attrName>style.visibility</p:attrName>
                                        </p:attrNameLst>
                                      </p:cBhvr>
                                      <p:to>
                                        <p:strVal val="visible"/>
                                      </p:to>
                                    </p:set>
                                    <p:anim calcmode="lin" valueType="num">
                                      <p:cBhvr additive="base">
                                        <p:cTn id="20" dur="2000" fill="hold"/>
                                        <p:tgtEl>
                                          <p:spTgt spid="59432"/>
                                        </p:tgtEl>
                                        <p:attrNameLst>
                                          <p:attrName>ppt_x</p:attrName>
                                        </p:attrNameLst>
                                      </p:cBhvr>
                                      <p:tavLst>
                                        <p:tav tm="0">
                                          <p:val>
                                            <p:strVal val="0-#ppt_w/2"/>
                                          </p:val>
                                        </p:tav>
                                        <p:tav tm="100000">
                                          <p:val>
                                            <p:strVal val="#ppt_x"/>
                                          </p:val>
                                        </p:tav>
                                      </p:tavLst>
                                    </p:anim>
                                    <p:anim calcmode="lin" valueType="num">
                                      <p:cBhvr additive="base">
                                        <p:cTn id="21" dur="2000" fill="hold"/>
                                        <p:tgtEl>
                                          <p:spTgt spid="5943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59405"/>
                                        </p:tgtEl>
                                        <p:attrNameLst>
                                          <p:attrName>style.visibility</p:attrName>
                                        </p:attrNameLst>
                                      </p:cBhvr>
                                      <p:to>
                                        <p:strVal val="visible"/>
                                      </p:to>
                                    </p:set>
                                    <p:animEffect transition="in" filter="fade">
                                      <p:cBhvr>
                                        <p:cTn id="24" dur="2000"/>
                                        <p:tgtEl>
                                          <p:spTgt spid="5940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childTnLst>
                          </p:cTn>
                        </p:par>
                        <p:par>
                          <p:cTn id="32" fill="hold" nodeType="afterGroup">
                            <p:stCondLst>
                              <p:cond delay="500"/>
                            </p:stCondLst>
                            <p:childTnLst>
                              <p:par>
                                <p:cTn id="33" presetID="55" presetClass="exit" presetSubtype="0" fill="hold" nodeType="afterEffect">
                                  <p:stCondLst>
                                    <p:cond delay="2000"/>
                                  </p:stCondLst>
                                  <p:childTnLst>
                                    <p:anim calcmode="lin" valueType="num">
                                      <p:cBhvr>
                                        <p:cTn id="34" dur="1000"/>
                                        <p:tgtEl>
                                          <p:spTgt spid="11"/>
                                        </p:tgtEl>
                                        <p:attrNameLst>
                                          <p:attrName>ppt_w</p:attrName>
                                        </p:attrNameLst>
                                      </p:cBhvr>
                                      <p:tavLst>
                                        <p:tav tm="0">
                                          <p:val>
                                            <p:strVal val="ppt_w"/>
                                          </p:val>
                                        </p:tav>
                                        <p:tav tm="100000">
                                          <p:val>
                                            <p:strVal val="ppt_w*0.70"/>
                                          </p:val>
                                        </p:tav>
                                      </p:tavLst>
                                    </p:anim>
                                    <p:anim calcmode="lin" valueType="num">
                                      <p:cBhvr>
                                        <p:cTn id="35" dur="1000"/>
                                        <p:tgtEl>
                                          <p:spTgt spid="11"/>
                                        </p:tgtEl>
                                        <p:attrNameLst>
                                          <p:attrName>ppt_h</p:attrName>
                                        </p:attrNameLst>
                                      </p:cBhvr>
                                      <p:tavLst>
                                        <p:tav tm="0">
                                          <p:val>
                                            <p:strVal val="ppt_h"/>
                                          </p:val>
                                        </p:tav>
                                        <p:tav tm="100000">
                                          <p:val>
                                            <p:strVal val="ppt_h"/>
                                          </p:val>
                                        </p:tav>
                                      </p:tavLst>
                                    </p:anim>
                                    <p:animEffect transition="out" filter="fade">
                                      <p:cBhvr>
                                        <p:cTn id="36" dur="1000"/>
                                        <p:tgtEl>
                                          <p:spTgt spid="11"/>
                                        </p:tgtEl>
                                      </p:cBhvr>
                                    </p:animEffect>
                                    <p:set>
                                      <p:cBhvr>
                                        <p:cTn id="37" dur="1" fill="hold">
                                          <p:stCondLst>
                                            <p:cond delay="999"/>
                                          </p:stCondLst>
                                        </p:cTn>
                                        <p:tgtEl>
                                          <p:spTgt spid="11"/>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59463"/>
                                        </p:tgtEl>
                                        <p:attrNameLst>
                                          <p:attrName>style.visibility</p:attrName>
                                        </p:attrNameLst>
                                      </p:cBhvr>
                                      <p:to>
                                        <p:strVal val="visible"/>
                                      </p:to>
                                    </p:set>
                                    <p:anim calcmode="lin" valueType="num">
                                      <p:cBhvr>
                                        <p:cTn id="42" dur="500" fill="hold"/>
                                        <p:tgtEl>
                                          <p:spTgt spid="59463"/>
                                        </p:tgtEl>
                                        <p:attrNameLst>
                                          <p:attrName>ppt_w</p:attrName>
                                        </p:attrNameLst>
                                      </p:cBhvr>
                                      <p:tavLst>
                                        <p:tav tm="0">
                                          <p:val>
                                            <p:fltVal val="0"/>
                                          </p:val>
                                        </p:tav>
                                        <p:tav tm="100000">
                                          <p:val>
                                            <p:strVal val="#ppt_w"/>
                                          </p:val>
                                        </p:tav>
                                      </p:tavLst>
                                    </p:anim>
                                    <p:anim calcmode="lin" valueType="num">
                                      <p:cBhvr>
                                        <p:cTn id="43" dur="500" fill="hold"/>
                                        <p:tgtEl>
                                          <p:spTgt spid="59463"/>
                                        </p:tgtEl>
                                        <p:attrNameLst>
                                          <p:attrName>ppt_h</p:attrName>
                                        </p:attrNameLst>
                                      </p:cBhvr>
                                      <p:tavLst>
                                        <p:tav tm="0">
                                          <p:val>
                                            <p:fltVal val="0"/>
                                          </p:val>
                                        </p:tav>
                                        <p:tav tm="100000">
                                          <p:val>
                                            <p:strVal val="#ppt_h"/>
                                          </p:val>
                                        </p:tav>
                                      </p:tavLst>
                                    </p:anim>
                                    <p:animEffect transition="in" filter="fade">
                                      <p:cBhvr>
                                        <p:cTn id="44" dur="500"/>
                                        <p:tgtEl>
                                          <p:spTgt spid="59463"/>
                                        </p:tgtEl>
                                      </p:cBhvr>
                                    </p:animEffect>
                                  </p:childTnLst>
                                </p:cTn>
                              </p:par>
                              <p:par>
                                <p:cTn id="45" presetID="53" presetClass="entr" presetSubtype="0" fill="hold" nodeType="withEffect">
                                  <p:stCondLst>
                                    <p:cond delay="0"/>
                                  </p:stCondLst>
                                  <p:childTnLst>
                                    <p:set>
                                      <p:cBhvr>
                                        <p:cTn id="46" dur="1" fill="hold">
                                          <p:stCondLst>
                                            <p:cond delay="0"/>
                                          </p:stCondLst>
                                        </p:cTn>
                                        <p:tgtEl>
                                          <p:spTgt spid="59464"/>
                                        </p:tgtEl>
                                        <p:attrNameLst>
                                          <p:attrName>style.visibility</p:attrName>
                                        </p:attrNameLst>
                                      </p:cBhvr>
                                      <p:to>
                                        <p:strVal val="visible"/>
                                      </p:to>
                                    </p:set>
                                    <p:anim calcmode="lin" valueType="num">
                                      <p:cBhvr>
                                        <p:cTn id="47" dur="500" fill="hold"/>
                                        <p:tgtEl>
                                          <p:spTgt spid="59464"/>
                                        </p:tgtEl>
                                        <p:attrNameLst>
                                          <p:attrName>ppt_w</p:attrName>
                                        </p:attrNameLst>
                                      </p:cBhvr>
                                      <p:tavLst>
                                        <p:tav tm="0">
                                          <p:val>
                                            <p:fltVal val="0"/>
                                          </p:val>
                                        </p:tav>
                                        <p:tav tm="100000">
                                          <p:val>
                                            <p:strVal val="#ppt_w"/>
                                          </p:val>
                                        </p:tav>
                                      </p:tavLst>
                                    </p:anim>
                                    <p:anim calcmode="lin" valueType="num">
                                      <p:cBhvr>
                                        <p:cTn id="48" dur="500" fill="hold"/>
                                        <p:tgtEl>
                                          <p:spTgt spid="59464"/>
                                        </p:tgtEl>
                                        <p:attrNameLst>
                                          <p:attrName>ppt_h</p:attrName>
                                        </p:attrNameLst>
                                      </p:cBhvr>
                                      <p:tavLst>
                                        <p:tav tm="0">
                                          <p:val>
                                            <p:fltVal val="0"/>
                                          </p:val>
                                        </p:tav>
                                        <p:tav tm="100000">
                                          <p:val>
                                            <p:strVal val="#ppt_h"/>
                                          </p:val>
                                        </p:tav>
                                      </p:tavLst>
                                    </p:anim>
                                    <p:animEffect transition="in" filter="fade">
                                      <p:cBhvr>
                                        <p:cTn id="49" dur="500"/>
                                        <p:tgtEl>
                                          <p:spTgt spid="59464"/>
                                        </p:tgtEl>
                                      </p:cBhvr>
                                    </p:animEffect>
                                  </p:childTnLst>
                                </p:cTn>
                              </p:par>
                            </p:childTnLst>
                          </p:cTn>
                        </p:par>
                        <p:par>
                          <p:cTn id="50" fill="hold" nodeType="afterGroup">
                            <p:stCondLst>
                              <p:cond delay="500"/>
                            </p:stCondLst>
                            <p:childTnLst>
                              <p:par>
                                <p:cTn id="51" presetID="55" presetClass="exit" presetSubtype="0" fill="hold" nodeType="afterEffect">
                                  <p:stCondLst>
                                    <p:cond delay="2000"/>
                                  </p:stCondLst>
                                  <p:childTnLst>
                                    <p:anim calcmode="lin" valueType="num">
                                      <p:cBhvr>
                                        <p:cTn id="52" dur="1000"/>
                                        <p:tgtEl>
                                          <p:spTgt spid="59464"/>
                                        </p:tgtEl>
                                        <p:attrNameLst>
                                          <p:attrName>ppt_w</p:attrName>
                                        </p:attrNameLst>
                                      </p:cBhvr>
                                      <p:tavLst>
                                        <p:tav tm="0">
                                          <p:val>
                                            <p:strVal val="ppt_w"/>
                                          </p:val>
                                        </p:tav>
                                        <p:tav tm="100000">
                                          <p:val>
                                            <p:strVal val="ppt_w*0.70"/>
                                          </p:val>
                                        </p:tav>
                                      </p:tavLst>
                                    </p:anim>
                                    <p:anim calcmode="lin" valueType="num">
                                      <p:cBhvr>
                                        <p:cTn id="53" dur="1000"/>
                                        <p:tgtEl>
                                          <p:spTgt spid="59464"/>
                                        </p:tgtEl>
                                        <p:attrNameLst>
                                          <p:attrName>ppt_h</p:attrName>
                                        </p:attrNameLst>
                                      </p:cBhvr>
                                      <p:tavLst>
                                        <p:tav tm="0">
                                          <p:val>
                                            <p:strVal val="ppt_h"/>
                                          </p:val>
                                        </p:tav>
                                        <p:tav tm="100000">
                                          <p:val>
                                            <p:strVal val="ppt_h"/>
                                          </p:val>
                                        </p:tav>
                                      </p:tavLst>
                                    </p:anim>
                                    <p:animEffect transition="out" filter="fade">
                                      <p:cBhvr>
                                        <p:cTn id="54" dur="1000"/>
                                        <p:tgtEl>
                                          <p:spTgt spid="59464"/>
                                        </p:tgtEl>
                                      </p:cBhvr>
                                    </p:animEffect>
                                    <p:set>
                                      <p:cBhvr>
                                        <p:cTn id="55" dur="1" fill="hold">
                                          <p:stCondLst>
                                            <p:cond delay="999"/>
                                          </p:stCondLst>
                                        </p:cTn>
                                        <p:tgtEl>
                                          <p:spTgt spid="59464"/>
                                        </p:tgtEl>
                                        <p:attrNameLst>
                                          <p:attrName>style.visibility</p:attrName>
                                        </p:attrNameLst>
                                      </p:cBhvr>
                                      <p:to>
                                        <p:strVal val="hidden"/>
                                      </p:to>
                                    </p:set>
                                  </p:childTnLst>
                                </p:cTn>
                              </p:par>
                            </p:childTnLst>
                          </p:cTn>
                        </p:par>
                        <p:par>
                          <p:cTn id="56" fill="hold" nodeType="afterGroup">
                            <p:stCondLst>
                              <p:cond delay="3500"/>
                            </p:stCondLst>
                            <p:childTnLst>
                              <p:par>
                                <p:cTn id="57" presetID="55" presetClass="exit" presetSubtype="0" fill="hold" nodeType="afterEffect">
                                  <p:stCondLst>
                                    <p:cond delay="2000"/>
                                  </p:stCondLst>
                                  <p:childTnLst>
                                    <p:anim calcmode="lin" valueType="num">
                                      <p:cBhvr>
                                        <p:cTn id="58" dur="1000"/>
                                        <p:tgtEl>
                                          <p:spTgt spid="59463"/>
                                        </p:tgtEl>
                                        <p:attrNameLst>
                                          <p:attrName>ppt_w</p:attrName>
                                        </p:attrNameLst>
                                      </p:cBhvr>
                                      <p:tavLst>
                                        <p:tav tm="0">
                                          <p:val>
                                            <p:strVal val="ppt_w"/>
                                          </p:val>
                                        </p:tav>
                                        <p:tav tm="100000">
                                          <p:val>
                                            <p:strVal val="ppt_w*0.70"/>
                                          </p:val>
                                        </p:tav>
                                      </p:tavLst>
                                    </p:anim>
                                    <p:anim calcmode="lin" valueType="num">
                                      <p:cBhvr>
                                        <p:cTn id="59" dur="1000"/>
                                        <p:tgtEl>
                                          <p:spTgt spid="59463"/>
                                        </p:tgtEl>
                                        <p:attrNameLst>
                                          <p:attrName>ppt_h</p:attrName>
                                        </p:attrNameLst>
                                      </p:cBhvr>
                                      <p:tavLst>
                                        <p:tav tm="0">
                                          <p:val>
                                            <p:strVal val="ppt_h"/>
                                          </p:val>
                                        </p:tav>
                                        <p:tav tm="100000">
                                          <p:val>
                                            <p:strVal val="ppt_h"/>
                                          </p:val>
                                        </p:tav>
                                      </p:tavLst>
                                    </p:anim>
                                    <p:animEffect transition="out" filter="fade">
                                      <p:cBhvr>
                                        <p:cTn id="60" dur="1000"/>
                                        <p:tgtEl>
                                          <p:spTgt spid="59463"/>
                                        </p:tgtEl>
                                      </p:cBhvr>
                                    </p:animEffect>
                                    <p:set>
                                      <p:cBhvr>
                                        <p:cTn id="61" dur="1" fill="hold">
                                          <p:stCondLst>
                                            <p:cond delay="999"/>
                                          </p:stCondLst>
                                        </p:cTn>
                                        <p:tgtEl>
                                          <p:spTgt spid="59463"/>
                                        </p:tgtEl>
                                        <p:attrNameLst>
                                          <p:attrName>style.visibility</p:attrName>
                                        </p:attrNameLst>
                                      </p:cBhvr>
                                      <p:to>
                                        <p:strVal val="hidden"/>
                                      </p:to>
                                    </p:set>
                                  </p:childTnLst>
                                </p:cTn>
                              </p:par>
                              <p:par>
                                <p:cTn id="62" presetID="53" presetClass="entr" presetSubtype="0" fill="hold" nodeType="with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p:cTn id="64" dur="500" fill="hold"/>
                                        <p:tgtEl>
                                          <p:spTgt spid="13"/>
                                        </p:tgtEl>
                                        <p:attrNameLst>
                                          <p:attrName>ppt_w</p:attrName>
                                        </p:attrNameLst>
                                      </p:cBhvr>
                                      <p:tavLst>
                                        <p:tav tm="0">
                                          <p:val>
                                            <p:fltVal val="0"/>
                                          </p:val>
                                        </p:tav>
                                        <p:tav tm="100000">
                                          <p:val>
                                            <p:strVal val="#ppt_w"/>
                                          </p:val>
                                        </p:tav>
                                      </p:tavLst>
                                    </p:anim>
                                    <p:anim calcmode="lin" valueType="num">
                                      <p:cBhvr>
                                        <p:cTn id="65" dur="500" fill="hold"/>
                                        <p:tgtEl>
                                          <p:spTgt spid="13"/>
                                        </p:tgtEl>
                                        <p:attrNameLst>
                                          <p:attrName>ppt_h</p:attrName>
                                        </p:attrNameLst>
                                      </p:cBhvr>
                                      <p:tavLst>
                                        <p:tav tm="0">
                                          <p:val>
                                            <p:fltVal val="0"/>
                                          </p:val>
                                        </p:tav>
                                        <p:tav tm="100000">
                                          <p:val>
                                            <p:strVal val="#ppt_h"/>
                                          </p:val>
                                        </p:tav>
                                      </p:tavLst>
                                    </p:anim>
                                    <p:animEffect transition="in" filter="fade">
                                      <p:cBhvr>
                                        <p:cTn id="66" dur="500"/>
                                        <p:tgtEl>
                                          <p:spTgt spid="13"/>
                                        </p:tgtEl>
                                      </p:cBhvr>
                                    </p:animEffect>
                                  </p:childTnLst>
                                </p:cTn>
                              </p:par>
                            </p:childTnLst>
                          </p:cTn>
                        </p:par>
                        <p:par>
                          <p:cTn id="67" fill="hold">
                            <p:stCondLst>
                              <p:cond delay="6500"/>
                            </p:stCondLst>
                            <p:childTnLst>
                              <p:par>
                                <p:cTn id="68" presetID="55" presetClass="exit" presetSubtype="0" fill="hold" nodeType="afterEffect">
                                  <p:stCondLst>
                                    <p:cond delay="2000"/>
                                  </p:stCondLst>
                                  <p:childTnLst>
                                    <p:anim calcmode="lin" valueType="num">
                                      <p:cBhvr>
                                        <p:cTn id="69" dur="1000"/>
                                        <p:tgtEl>
                                          <p:spTgt spid="13"/>
                                        </p:tgtEl>
                                        <p:attrNameLst>
                                          <p:attrName>ppt_w</p:attrName>
                                        </p:attrNameLst>
                                      </p:cBhvr>
                                      <p:tavLst>
                                        <p:tav tm="0">
                                          <p:val>
                                            <p:strVal val="ppt_w"/>
                                          </p:val>
                                        </p:tav>
                                        <p:tav tm="100000">
                                          <p:val>
                                            <p:strVal val="ppt_w*0.70"/>
                                          </p:val>
                                        </p:tav>
                                      </p:tavLst>
                                    </p:anim>
                                    <p:anim calcmode="lin" valueType="num">
                                      <p:cBhvr>
                                        <p:cTn id="70" dur="1000"/>
                                        <p:tgtEl>
                                          <p:spTgt spid="13"/>
                                        </p:tgtEl>
                                        <p:attrNameLst>
                                          <p:attrName>ppt_h</p:attrName>
                                        </p:attrNameLst>
                                      </p:cBhvr>
                                      <p:tavLst>
                                        <p:tav tm="0">
                                          <p:val>
                                            <p:strVal val="ppt_h"/>
                                          </p:val>
                                        </p:tav>
                                        <p:tav tm="100000">
                                          <p:val>
                                            <p:strVal val="ppt_h"/>
                                          </p:val>
                                        </p:tav>
                                      </p:tavLst>
                                    </p:anim>
                                    <p:animEffect transition="out" filter="fade">
                                      <p:cBhvr>
                                        <p:cTn id="71" dur="1000"/>
                                        <p:tgtEl>
                                          <p:spTgt spid="13"/>
                                        </p:tgtEl>
                                      </p:cBhvr>
                                    </p:animEffect>
                                    <p:set>
                                      <p:cBhvr>
                                        <p:cTn id="72" dur="1" fill="hold">
                                          <p:stCondLst>
                                            <p:cond delay="9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5" grpId="0"/>
      <p:bldP spid="59458" grpId="0" animBg="1"/>
      <p:bldP spid="59458" grpId="1" animBg="1"/>
      <p:bldP spid="59463" grpId="0" animBg="1"/>
      <p:bldP spid="59463" grpId="1"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7" name="Rectangle 3">
            <a:extLst>
              <a:ext uri="{FF2B5EF4-FFF2-40B4-BE49-F238E27FC236}">
                <a16:creationId xmlns:a16="http://schemas.microsoft.com/office/drawing/2014/main" id="{DAF13A15-A9EF-3EB6-0613-1AA115A84D3B}"/>
              </a:ext>
            </a:extLst>
          </p:cNvPr>
          <p:cNvSpPr>
            <a:spLocks noGrp="1" noChangeArrowheads="1"/>
          </p:cNvSpPr>
          <p:nvPr>
            <p:ph type="body" idx="1"/>
          </p:nvPr>
        </p:nvSpPr>
        <p:spPr>
          <a:xfrm>
            <a:off x="1738314" y="2493964"/>
            <a:ext cx="8929687" cy="4103687"/>
          </a:xfrm>
        </p:spPr>
        <p:txBody>
          <a:bodyPr/>
          <a:lstStyle/>
          <a:p>
            <a:pPr eaLnBrk="1" hangingPunct="1"/>
            <a:endParaRPr lang="zh-CN" altLang="en-US" b="1">
              <a:solidFill>
                <a:srgbClr val="000808"/>
              </a:solidFill>
            </a:endParaRPr>
          </a:p>
        </p:txBody>
      </p:sp>
      <p:sp>
        <p:nvSpPr>
          <p:cNvPr id="241668" name="Rectangle 4">
            <a:extLst>
              <a:ext uri="{FF2B5EF4-FFF2-40B4-BE49-F238E27FC236}">
                <a16:creationId xmlns:a16="http://schemas.microsoft.com/office/drawing/2014/main" id="{664C22F9-8E82-6370-7C95-8B05AC293168}"/>
              </a:ext>
            </a:extLst>
          </p:cNvPr>
          <p:cNvSpPr>
            <a:spLocks noChangeArrowheads="1"/>
          </p:cNvSpPr>
          <p:nvPr/>
        </p:nvSpPr>
        <p:spPr bwMode="auto">
          <a:xfrm>
            <a:off x="6491288" y="1412876"/>
            <a:ext cx="4176712" cy="2462213"/>
          </a:xfrm>
          <a:prstGeom prst="rect">
            <a:avLst/>
          </a:prstGeom>
          <a:solidFill>
            <a:schemeClr val="bg1"/>
          </a:solidFill>
          <a:ln w="28575" algn="ctr">
            <a:solidFill>
              <a:schemeClr val="accent2">
                <a:lumMod val="75000"/>
              </a:schemeClr>
            </a:solidFill>
            <a:miter lim="800000"/>
            <a:headEnd/>
            <a:tailEnd/>
          </a:ln>
        </p:spPr>
        <p:txBody>
          <a:bodyPr>
            <a:spAutoFit/>
          </a:bodyPr>
          <a:lstStyle/>
          <a:p>
            <a:pPr algn="ctr" fontAlgn="base">
              <a:spcBef>
                <a:spcPct val="50000"/>
              </a:spcBef>
              <a:spcAft>
                <a:spcPct val="0"/>
              </a:spcAft>
              <a:defRPr/>
            </a:pPr>
            <a:r>
              <a:rPr lang="en-US" altLang="zh-CN" sz="2800" b="1" dirty="0">
                <a:solidFill>
                  <a:srgbClr val="000808"/>
                </a:solidFill>
                <a:latin typeface="Arial" pitchFamily="34" charset="0"/>
                <a:ea typeface="宋体" panose="02010600030101010101" pitchFamily="2" charset="-122"/>
              </a:rPr>
              <a:t>f(0,a)=1   f(0,b)=2  </a:t>
            </a:r>
          </a:p>
          <a:p>
            <a:pPr algn="ctr" fontAlgn="base">
              <a:spcBef>
                <a:spcPct val="50000"/>
              </a:spcBef>
              <a:spcAft>
                <a:spcPct val="0"/>
              </a:spcAft>
              <a:defRPr/>
            </a:pPr>
            <a:r>
              <a:rPr lang="en-US" altLang="zh-CN" sz="2800" b="1" dirty="0">
                <a:solidFill>
                  <a:srgbClr val="000808"/>
                </a:solidFill>
                <a:latin typeface="Arial" pitchFamily="34" charset="0"/>
                <a:ea typeface="宋体" panose="02010600030101010101" pitchFamily="2" charset="-122"/>
              </a:rPr>
              <a:t>f(1,a)=3   f(1,b)=2</a:t>
            </a:r>
          </a:p>
          <a:p>
            <a:pPr algn="ctr" fontAlgn="base">
              <a:spcBef>
                <a:spcPct val="50000"/>
              </a:spcBef>
              <a:spcAft>
                <a:spcPct val="0"/>
              </a:spcAft>
              <a:defRPr/>
            </a:pPr>
            <a:r>
              <a:rPr lang="en-US" altLang="zh-CN" sz="2800" b="1" dirty="0">
                <a:solidFill>
                  <a:srgbClr val="000808"/>
                </a:solidFill>
                <a:latin typeface="Arial" pitchFamily="34" charset="0"/>
                <a:ea typeface="宋体" panose="02010600030101010101" pitchFamily="2" charset="-122"/>
              </a:rPr>
              <a:t>f(2,a)=1   f(2,b)=3</a:t>
            </a:r>
          </a:p>
          <a:p>
            <a:pPr algn="ctr" fontAlgn="base">
              <a:spcBef>
                <a:spcPct val="50000"/>
              </a:spcBef>
              <a:spcAft>
                <a:spcPct val="0"/>
              </a:spcAft>
              <a:defRPr/>
            </a:pPr>
            <a:r>
              <a:rPr lang="en-US" altLang="zh-CN" sz="2800" b="1" dirty="0">
                <a:solidFill>
                  <a:srgbClr val="000808"/>
                </a:solidFill>
                <a:latin typeface="Arial" pitchFamily="34" charset="0"/>
                <a:ea typeface="宋体" panose="02010600030101010101" pitchFamily="2" charset="-122"/>
              </a:rPr>
              <a:t>f(3,a)=3   f(3,b)=3</a:t>
            </a:r>
          </a:p>
        </p:txBody>
      </p:sp>
      <p:grpSp>
        <p:nvGrpSpPr>
          <p:cNvPr id="2" name="Group 17">
            <a:extLst>
              <a:ext uri="{FF2B5EF4-FFF2-40B4-BE49-F238E27FC236}">
                <a16:creationId xmlns:a16="http://schemas.microsoft.com/office/drawing/2014/main" id="{E85FD906-F663-A3D0-CF5E-75AAEE960755}"/>
              </a:ext>
            </a:extLst>
          </p:cNvPr>
          <p:cNvGrpSpPr>
            <a:grpSpLocks/>
          </p:cNvGrpSpPr>
          <p:nvPr/>
        </p:nvGrpSpPr>
        <p:grpSpPr bwMode="auto">
          <a:xfrm>
            <a:off x="3575051" y="5237163"/>
            <a:ext cx="1268413" cy="781050"/>
            <a:chOff x="1292" y="3080"/>
            <a:chExt cx="799" cy="644"/>
          </a:xfrm>
        </p:grpSpPr>
        <p:cxnSp>
          <p:nvCxnSpPr>
            <p:cNvPr id="119878" name="AutoShape 10">
              <a:extLst>
                <a:ext uri="{FF2B5EF4-FFF2-40B4-BE49-F238E27FC236}">
                  <a16:creationId xmlns:a16="http://schemas.microsoft.com/office/drawing/2014/main" id="{B7043871-C9A5-8309-7C4E-18D047EA0CBA}"/>
                </a:ext>
              </a:extLst>
            </p:cNvPr>
            <p:cNvCxnSpPr>
              <a:cxnSpLocks noChangeShapeType="1"/>
              <a:endCxn id="119874" idx="1"/>
            </p:cNvCxnSpPr>
            <p:nvPr/>
          </p:nvCxnSpPr>
          <p:spPr bwMode="auto">
            <a:xfrm>
              <a:off x="1292" y="3080"/>
              <a:ext cx="799" cy="644"/>
            </a:xfrm>
            <a:prstGeom prst="straightConnector1">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cxnSp>
        <p:sp>
          <p:nvSpPr>
            <p:cNvPr id="119879" name="Text Box 14">
              <a:extLst>
                <a:ext uri="{FF2B5EF4-FFF2-40B4-BE49-F238E27FC236}">
                  <a16:creationId xmlns:a16="http://schemas.microsoft.com/office/drawing/2014/main" id="{7A4589E4-C6D4-0B50-0276-12AB91901281}"/>
                </a:ext>
              </a:extLst>
            </p:cNvPr>
            <p:cNvSpPr txBox="1">
              <a:spLocks noChangeArrowheads="1"/>
            </p:cNvSpPr>
            <p:nvPr/>
          </p:nvSpPr>
          <p:spPr bwMode="auto">
            <a:xfrm>
              <a:off x="1521" y="3290"/>
              <a:ext cx="22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0808"/>
                  </a:solidFill>
                </a:rPr>
                <a:t>a</a:t>
              </a:r>
            </a:p>
          </p:txBody>
        </p:sp>
      </p:grpSp>
      <p:grpSp>
        <p:nvGrpSpPr>
          <p:cNvPr id="3" name="Group 18">
            <a:extLst>
              <a:ext uri="{FF2B5EF4-FFF2-40B4-BE49-F238E27FC236}">
                <a16:creationId xmlns:a16="http://schemas.microsoft.com/office/drawing/2014/main" id="{89DB48ED-7EA9-7747-5302-9D94067B88D3}"/>
              </a:ext>
            </a:extLst>
          </p:cNvPr>
          <p:cNvGrpSpPr>
            <a:grpSpLocks/>
          </p:cNvGrpSpPr>
          <p:nvPr/>
        </p:nvGrpSpPr>
        <p:grpSpPr bwMode="auto">
          <a:xfrm>
            <a:off x="3503613" y="4124325"/>
            <a:ext cx="1498600" cy="819150"/>
            <a:chOff x="1247" y="2461"/>
            <a:chExt cx="944" cy="516"/>
          </a:xfrm>
        </p:grpSpPr>
        <p:cxnSp>
          <p:nvCxnSpPr>
            <p:cNvPr id="119876" name="AutoShape 9">
              <a:extLst>
                <a:ext uri="{FF2B5EF4-FFF2-40B4-BE49-F238E27FC236}">
                  <a16:creationId xmlns:a16="http://schemas.microsoft.com/office/drawing/2014/main" id="{B4957208-B8DD-8237-CAEA-705108E636AC}"/>
                </a:ext>
              </a:extLst>
            </p:cNvPr>
            <p:cNvCxnSpPr>
              <a:cxnSpLocks noChangeShapeType="1"/>
              <a:endCxn id="119875" idx="2"/>
            </p:cNvCxnSpPr>
            <p:nvPr/>
          </p:nvCxnSpPr>
          <p:spPr bwMode="auto">
            <a:xfrm flipV="1">
              <a:off x="1247" y="2464"/>
              <a:ext cx="944" cy="513"/>
            </a:xfrm>
            <a:prstGeom prst="straightConnector1">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cxnSp>
        <p:sp>
          <p:nvSpPr>
            <p:cNvPr id="119877" name="Text Box 15">
              <a:extLst>
                <a:ext uri="{FF2B5EF4-FFF2-40B4-BE49-F238E27FC236}">
                  <a16:creationId xmlns:a16="http://schemas.microsoft.com/office/drawing/2014/main" id="{0847CD21-1C8C-5099-F414-72AED9AA0D7B}"/>
                </a:ext>
              </a:extLst>
            </p:cNvPr>
            <p:cNvSpPr txBox="1">
              <a:spLocks noChangeArrowheads="1"/>
            </p:cNvSpPr>
            <p:nvPr/>
          </p:nvSpPr>
          <p:spPr bwMode="auto">
            <a:xfrm>
              <a:off x="1565" y="2461"/>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0808"/>
                  </a:solidFill>
                </a:rPr>
                <a:t>b</a:t>
              </a:r>
            </a:p>
          </p:txBody>
        </p:sp>
      </p:grpSp>
      <p:grpSp>
        <p:nvGrpSpPr>
          <p:cNvPr id="4" name="Group 38">
            <a:extLst>
              <a:ext uri="{FF2B5EF4-FFF2-40B4-BE49-F238E27FC236}">
                <a16:creationId xmlns:a16="http://schemas.microsoft.com/office/drawing/2014/main" id="{C210767A-1581-17B0-1B5D-012DD8F730DE}"/>
              </a:ext>
            </a:extLst>
          </p:cNvPr>
          <p:cNvGrpSpPr>
            <a:grpSpLocks/>
          </p:cNvGrpSpPr>
          <p:nvPr/>
        </p:nvGrpSpPr>
        <p:grpSpPr bwMode="auto">
          <a:xfrm>
            <a:off x="2782889" y="3502025"/>
            <a:ext cx="4897437" cy="3049588"/>
            <a:chOff x="793" y="2069"/>
            <a:chExt cx="3085" cy="1921"/>
          </a:xfrm>
        </p:grpSpPr>
        <p:sp>
          <p:nvSpPr>
            <p:cNvPr id="119872" name="Oval 6">
              <a:extLst>
                <a:ext uri="{FF2B5EF4-FFF2-40B4-BE49-F238E27FC236}">
                  <a16:creationId xmlns:a16="http://schemas.microsoft.com/office/drawing/2014/main" id="{1C30F23D-AC10-F508-171C-66F2DF5AA31E}"/>
                </a:ext>
              </a:extLst>
            </p:cNvPr>
            <p:cNvSpPr>
              <a:spLocks noChangeArrowheads="1"/>
            </p:cNvSpPr>
            <p:nvPr/>
          </p:nvSpPr>
          <p:spPr bwMode="auto">
            <a:xfrm>
              <a:off x="793" y="2750"/>
              <a:ext cx="499" cy="514"/>
            </a:xfrm>
            <a:prstGeom prst="ellipse">
              <a:avLst/>
            </a:prstGeom>
            <a:noFill/>
            <a:ln w="28575" algn="ctr">
              <a:solidFill>
                <a:srgbClr val="00080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0</a:t>
              </a:r>
            </a:p>
          </p:txBody>
        </p:sp>
        <p:sp>
          <p:nvSpPr>
            <p:cNvPr id="119873" name="Oval 7">
              <a:extLst>
                <a:ext uri="{FF2B5EF4-FFF2-40B4-BE49-F238E27FC236}">
                  <a16:creationId xmlns:a16="http://schemas.microsoft.com/office/drawing/2014/main" id="{9219440F-C4DB-D7C6-617A-F34A92B9D44C}"/>
                </a:ext>
              </a:extLst>
            </p:cNvPr>
            <p:cNvSpPr>
              <a:spLocks noChangeArrowheads="1"/>
            </p:cNvSpPr>
            <p:nvPr/>
          </p:nvSpPr>
          <p:spPr bwMode="auto">
            <a:xfrm>
              <a:off x="3379" y="2614"/>
              <a:ext cx="499" cy="515"/>
            </a:xfrm>
            <a:prstGeom prst="ellipse">
              <a:avLst/>
            </a:prstGeom>
            <a:noFill/>
            <a:ln w="101600" cmpd="dbl" algn="ctr">
              <a:solidFill>
                <a:srgbClr val="00080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3</a:t>
              </a:r>
            </a:p>
          </p:txBody>
        </p:sp>
        <p:sp>
          <p:nvSpPr>
            <p:cNvPr id="119874" name="Oval 8">
              <a:extLst>
                <a:ext uri="{FF2B5EF4-FFF2-40B4-BE49-F238E27FC236}">
                  <a16:creationId xmlns:a16="http://schemas.microsoft.com/office/drawing/2014/main" id="{9E58BDB6-44AF-4CAC-5157-4192BC9E7B60}"/>
                </a:ext>
              </a:extLst>
            </p:cNvPr>
            <p:cNvSpPr>
              <a:spLocks noChangeArrowheads="1"/>
            </p:cNvSpPr>
            <p:nvPr/>
          </p:nvSpPr>
          <p:spPr bwMode="auto">
            <a:xfrm>
              <a:off x="2018" y="3475"/>
              <a:ext cx="499" cy="515"/>
            </a:xfrm>
            <a:prstGeom prst="ellipse">
              <a:avLst/>
            </a:prstGeom>
            <a:noFill/>
            <a:ln w="28575" algn="ctr">
              <a:solidFill>
                <a:srgbClr val="00080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1</a:t>
              </a:r>
            </a:p>
          </p:txBody>
        </p:sp>
        <p:sp>
          <p:nvSpPr>
            <p:cNvPr id="119875" name="Oval 16">
              <a:extLst>
                <a:ext uri="{FF2B5EF4-FFF2-40B4-BE49-F238E27FC236}">
                  <a16:creationId xmlns:a16="http://schemas.microsoft.com/office/drawing/2014/main" id="{49DB7117-1723-F288-50A5-42AA8FDCCEB7}"/>
                </a:ext>
              </a:extLst>
            </p:cNvPr>
            <p:cNvSpPr>
              <a:spLocks noChangeArrowheads="1"/>
            </p:cNvSpPr>
            <p:nvPr/>
          </p:nvSpPr>
          <p:spPr bwMode="auto">
            <a:xfrm>
              <a:off x="2200" y="2069"/>
              <a:ext cx="499" cy="515"/>
            </a:xfrm>
            <a:prstGeom prst="ellipse">
              <a:avLst/>
            </a:prstGeom>
            <a:noFill/>
            <a:ln w="28575" algn="ctr">
              <a:solidFill>
                <a:srgbClr val="00080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2</a:t>
              </a:r>
            </a:p>
          </p:txBody>
        </p:sp>
      </p:grpSp>
      <p:grpSp>
        <p:nvGrpSpPr>
          <p:cNvPr id="5" name="Group 20">
            <a:extLst>
              <a:ext uri="{FF2B5EF4-FFF2-40B4-BE49-F238E27FC236}">
                <a16:creationId xmlns:a16="http://schemas.microsoft.com/office/drawing/2014/main" id="{39F208B8-0FDB-761D-4391-778EE3ECF06E}"/>
              </a:ext>
            </a:extLst>
          </p:cNvPr>
          <p:cNvGrpSpPr>
            <a:grpSpLocks/>
          </p:cNvGrpSpPr>
          <p:nvPr/>
        </p:nvGrpSpPr>
        <p:grpSpPr bwMode="auto">
          <a:xfrm>
            <a:off x="5448301" y="4941888"/>
            <a:ext cx="1368425" cy="1009650"/>
            <a:chOff x="2472" y="2976"/>
            <a:chExt cx="862" cy="636"/>
          </a:xfrm>
        </p:grpSpPr>
        <p:sp>
          <p:nvSpPr>
            <p:cNvPr id="119870" name="Text Box 12">
              <a:extLst>
                <a:ext uri="{FF2B5EF4-FFF2-40B4-BE49-F238E27FC236}">
                  <a16:creationId xmlns:a16="http://schemas.microsoft.com/office/drawing/2014/main" id="{EC383940-174D-BBE9-E5E1-94E23B3D4A56}"/>
                </a:ext>
              </a:extLst>
            </p:cNvPr>
            <p:cNvSpPr txBox="1">
              <a:spLocks noChangeArrowheads="1"/>
            </p:cNvSpPr>
            <p:nvPr/>
          </p:nvSpPr>
          <p:spPr bwMode="auto">
            <a:xfrm>
              <a:off x="2789" y="3157"/>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0808"/>
                  </a:solidFill>
                </a:rPr>
                <a:t>a</a:t>
              </a:r>
            </a:p>
          </p:txBody>
        </p:sp>
        <p:sp>
          <p:nvSpPr>
            <p:cNvPr id="119871" name="Line 19">
              <a:extLst>
                <a:ext uri="{FF2B5EF4-FFF2-40B4-BE49-F238E27FC236}">
                  <a16:creationId xmlns:a16="http://schemas.microsoft.com/office/drawing/2014/main" id="{A3DE5878-9C76-3675-69FD-1AB482F7FC8A}"/>
                </a:ext>
              </a:extLst>
            </p:cNvPr>
            <p:cNvSpPr>
              <a:spLocks noChangeShapeType="1"/>
            </p:cNvSpPr>
            <p:nvPr/>
          </p:nvSpPr>
          <p:spPr bwMode="auto">
            <a:xfrm flipV="1">
              <a:off x="2472" y="2976"/>
              <a:ext cx="862" cy="636"/>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6" name="Group 22">
            <a:extLst>
              <a:ext uri="{FF2B5EF4-FFF2-40B4-BE49-F238E27FC236}">
                <a16:creationId xmlns:a16="http://schemas.microsoft.com/office/drawing/2014/main" id="{85349A5E-BAA0-746B-06FE-E175CDCB08A6}"/>
              </a:ext>
            </a:extLst>
          </p:cNvPr>
          <p:cNvGrpSpPr>
            <a:grpSpLocks/>
          </p:cNvGrpSpPr>
          <p:nvPr/>
        </p:nvGrpSpPr>
        <p:grpSpPr bwMode="auto">
          <a:xfrm>
            <a:off x="4872039" y="4367213"/>
            <a:ext cx="369887" cy="1295400"/>
            <a:chOff x="2154" y="2614"/>
            <a:chExt cx="233" cy="816"/>
          </a:xfrm>
        </p:grpSpPr>
        <p:sp>
          <p:nvSpPr>
            <p:cNvPr id="119868" name="Text Box 11">
              <a:extLst>
                <a:ext uri="{FF2B5EF4-FFF2-40B4-BE49-F238E27FC236}">
                  <a16:creationId xmlns:a16="http://schemas.microsoft.com/office/drawing/2014/main" id="{CBE83D7F-F9EA-C842-14EB-17DC79667376}"/>
                </a:ext>
              </a:extLst>
            </p:cNvPr>
            <p:cNvSpPr txBox="1">
              <a:spLocks noChangeArrowheads="1"/>
            </p:cNvSpPr>
            <p:nvPr/>
          </p:nvSpPr>
          <p:spPr bwMode="auto">
            <a:xfrm>
              <a:off x="2154" y="288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400" b="1">
                  <a:solidFill>
                    <a:srgbClr val="000808"/>
                  </a:solidFill>
                </a:rPr>
                <a:t>b</a:t>
              </a:r>
            </a:p>
          </p:txBody>
        </p:sp>
        <p:sp>
          <p:nvSpPr>
            <p:cNvPr id="119869" name="Line 21">
              <a:extLst>
                <a:ext uri="{FF2B5EF4-FFF2-40B4-BE49-F238E27FC236}">
                  <a16:creationId xmlns:a16="http://schemas.microsoft.com/office/drawing/2014/main" id="{4DEFD217-2186-FDCB-C9A6-0F2351994E74}"/>
                </a:ext>
              </a:extLst>
            </p:cNvPr>
            <p:cNvSpPr>
              <a:spLocks noChangeShapeType="1"/>
            </p:cNvSpPr>
            <p:nvPr/>
          </p:nvSpPr>
          <p:spPr bwMode="auto">
            <a:xfrm flipV="1">
              <a:off x="2290" y="2614"/>
              <a:ext cx="91" cy="816"/>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7" name="Group 28">
            <a:extLst>
              <a:ext uri="{FF2B5EF4-FFF2-40B4-BE49-F238E27FC236}">
                <a16:creationId xmlns:a16="http://schemas.microsoft.com/office/drawing/2014/main" id="{8341E47A-1DAD-837C-E0C6-4BA9C99142FE}"/>
              </a:ext>
            </a:extLst>
          </p:cNvPr>
          <p:cNvGrpSpPr>
            <a:grpSpLocks/>
          </p:cNvGrpSpPr>
          <p:nvPr/>
        </p:nvGrpSpPr>
        <p:grpSpPr bwMode="auto">
          <a:xfrm>
            <a:off x="5232401" y="4294188"/>
            <a:ext cx="454025" cy="1439862"/>
            <a:chOff x="2336" y="2568"/>
            <a:chExt cx="286" cy="907"/>
          </a:xfrm>
        </p:grpSpPr>
        <p:sp>
          <p:nvSpPr>
            <p:cNvPr id="119866" name="Line 26">
              <a:extLst>
                <a:ext uri="{FF2B5EF4-FFF2-40B4-BE49-F238E27FC236}">
                  <a16:creationId xmlns:a16="http://schemas.microsoft.com/office/drawing/2014/main" id="{B8260F15-BFE4-B9F1-5CD3-FA6E1D1AD88C}"/>
                </a:ext>
              </a:extLst>
            </p:cNvPr>
            <p:cNvSpPr>
              <a:spLocks noChangeShapeType="1"/>
            </p:cNvSpPr>
            <p:nvPr/>
          </p:nvSpPr>
          <p:spPr bwMode="auto">
            <a:xfrm flipH="1">
              <a:off x="2336" y="2568"/>
              <a:ext cx="181" cy="907"/>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67" name="Text Box 27">
              <a:extLst>
                <a:ext uri="{FF2B5EF4-FFF2-40B4-BE49-F238E27FC236}">
                  <a16:creationId xmlns:a16="http://schemas.microsoft.com/office/drawing/2014/main" id="{0C553337-E24E-0DDA-359E-3F5A14A6BFEA}"/>
                </a:ext>
              </a:extLst>
            </p:cNvPr>
            <p:cNvSpPr txBox="1">
              <a:spLocks noChangeArrowheads="1"/>
            </p:cNvSpPr>
            <p:nvPr/>
          </p:nvSpPr>
          <p:spPr bwMode="auto">
            <a:xfrm>
              <a:off x="2381" y="284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a</a:t>
              </a:r>
            </a:p>
          </p:txBody>
        </p:sp>
      </p:grpSp>
      <p:grpSp>
        <p:nvGrpSpPr>
          <p:cNvPr id="8" name="Group 31">
            <a:extLst>
              <a:ext uri="{FF2B5EF4-FFF2-40B4-BE49-F238E27FC236}">
                <a16:creationId xmlns:a16="http://schemas.microsoft.com/office/drawing/2014/main" id="{83C83724-27ED-28D2-A5ED-82BAABD76559}"/>
              </a:ext>
            </a:extLst>
          </p:cNvPr>
          <p:cNvGrpSpPr>
            <a:grpSpLocks/>
          </p:cNvGrpSpPr>
          <p:nvPr/>
        </p:nvGrpSpPr>
        <p:grpSpPr bwMode="auto">
          <a:xfrm>
            <a:off x="5808664" y="3646488"/>
            <a:ext cx="1150937" cy="823912"/>
            <a:chOff x="2699" y="2140"/>
            <a:chExt cx="725" cy="519"/>
          </a:xfrm>
        </p:grpSpPr>
        <p:sp>
          <p:nvSpPr>
            <p:cNvPr id="119864" name="Line 29">
              <a:extLst>
                <a:ext uri="{FF2B5EF4-FFF2-40B4-BE49-F238E27FC236}">
                  <a16:creationId xmlns:a16="http://schemas.microsoft.com/office/drawing/2014/main" id="{C46BCEF9-7638-B53D-481E-DDB4FAE4DE93}"/>
                </a:ext>
              </a:extLst>
            </p:cNvPr>
            <p:cNvSpPr>
              <a:spLocks noChangeShapeType="1"/>
            </p:cNvSpPr>
            <p:nvPr/>
          </p:nvSpPr>
          <p:spPr bwMode="auto">
            <a:xfrm>
              <a:off x="2699" y="2341"/>
              <a:ext cx="725" cy="318"/>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65" name="Text Box 30">
              <a:extLst>
                <a:ext uri="{FF2B5EF4-FFF2-40B4-BE49-F238E27FC236}">
                  <a16:creationId xmlns:a16="http://schemas.microsoft.com/office/drawing/2014/main" id="{ACD65EFC-97F4-5EF7-C7F0-A797FA632B00}"/>
                </a:ext>
              </a:extLst>
            </p:cNvPr>
            <p:cNvSpPr txBox="1">
              <a:spLocks noChangeArrowheads="1"/>
            </p:cNvSpPr>
            <p:nvPr/>
          </p:nvSpPr>
          <p:spPr bwMode="auto">
            <a:xfrm>
              <a:off x="2844" y="2140"/>
              <a:ext cx="25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b</a:t>
              </a:r>
            </a:p>
          </p:txBody>
        </p:sp>
      </p:grpSp>
      <p:grpSp>
        <p:nvGrpSpPr>
          <p:cNvPr id="9" name="Group 37">
            <a:extLst>
              <a:ext uri="{FF2B5EF4-FFF2-40B4-BE49-F238E27FC236}">
                <a16:creationId xmlns:a16="http://schemas.microsoft.com/office/drawing/2014/main" id="{61EC3A3E-5364-5CB6-7E07-E1E57B7DFB39}"/>
              </a:ext>
            </a:extLst>
          </p:cNvPr>
          <p:cNvGrpSpPr>
            <a:grpSpLocks/>
          </p:cNvGrpSpPr>
          <p:nvPr/>
        </p:nvGrpSpPr>
        <p:grpSpPr bwMode="auto">
          <a:xfrm>
            <a:off x="7248526" y="4278313"/>
            <a:ext cx="1800225" cy="519112"/>
            <a:chOff x="3606" y="2558"/>
            <a:chExt cx="1134" cy="327"/>
          </a:xfrm>
        </p:grpSpPr>
        <p:cxnSp>
          <p:nvCxnSpPr>
            <p:cNvPr id="119862" name="AutoShape 13">
              <a:extLst>
                <a:ext uri="{FF2B5EF4-FFF2-40B4-BE49-F238E27FC236}">
                  <a16:creationId xmlns:a16="http://schemas.microsoft.com/office/drawing/2014/main" id="{5D7E34A9-38B3-2057-CFBA-B42B8B78F346}"/>
                </a:ext>
              </a:extLst>
            </p:cNvPr>
            <p:cNvCxnSpPr>
              <a:cxnSpLocks noChangeShapeType="1"/>
            </p:cNvCxnSpPr>
            <p:nvPr/>
          </p:nvCxnSpPr>
          <p:spPr bwMode="auto">
            <a:xfrm>
              <a:off x="3606" y="2568"/>
              <a:ext cx="350" cy="304"/>
            </a:xfrm>
            <a:prstGeom prst="curvedConnector3">
              <a:avLst>
                <a:gd name="adj1" fmla="val 258287"/>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cxnSp>
        <p:sp>
          <p:nvSpPr>
            <p:cNvPr id="119863" name="Text Box 34">
              <a:extLst>
                <a:ext uri="{FF2B5EF4-FFF2-40B4-BE49-F238E27FC236}">
                  <a16:creationId xmlns:a16="http://schemas.microsoft.com/office/drawing/2014/main" id="{8C6D1A28-5BE5-42C2-00AD-3935C5BAA6FF}"/>
                </a:ext>
              </a:extLst>
            </p:cNvPr>
            <p:cNvSpPr txBox="1">
              <a:spLocks noChangeArrowheads="1"/>
            </p:cNvSpPr>
            <p:nvPr/>
          </p:nvSpPr>
          <p:spPr bwMode="auto">
            <a:xfrm>
              <a:off x="4490" y="2558"/>
              <a:ext cx="2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a</a:t>
              </a:r>
            </a:p>
          </p:txBody>
        </p:sp>
      </p:grpSp>
      <p:grpSp>
        <p:nvGrpSpPr>
          <p:cNvPr id="10" name="Group 36">
            <a:extLst>
              <a:ext uri="{FF2B5EF4-FFF2-40B4-BE49-F238E27FC236}">
                <a16:creationId xmlns:a16="http://schemas.microsoft.com/office/drawing/2014/main" id="{CF2AA182-2D72-A040-F9A0-FDDD492E9B68}"/>
              </a:ext>
            </a:extLst>
          </p:cNvPr>
          <p:cNvGrpSpPr>
            <a:grpSpLocks/>
          </p:cNvGrpSpPr>
          <p:nvPr/>
        </p:nvGrpSpPr>
        <p:grpSpPr bwMode="auto">
          <a:xfrm>
            <a:off x="7285039" y="5137151"/>
            <a:ext cx="511175" cy="760413"/>
            <a:chOff x="3629" y="3099"/>
            <a:chExt cx="322" cy="479"/>
          </a:xfrm>
        </p:grpSpPr>
        <p:cxnSp>
          <p:nvCxnSpPr>
            <p:cNvPr id="119860" name="AutoShape 33">
              <a:extLst>
                <a:ext uri="{FF2B5EF4-FFF2-40B4-BE49-F238E27FC236}">
                  <a16:creationId xmlns:a16="http://schemas.microsoft.com/office/drawing/2014/main" id="{FF54AB31-36F9-6972-BF7E-99357A283673}"/>
                </a:ext>
              </a:extLst>
            </p:cNvPr>
            <p:cNvCxnSpPr>
              <a:cxnSpLocks noChangeShapeType="1"/>
              <a:stCxn id="119873" idx="4"/>
              <a:endCxn id="119873" idx="5"/>
            </p:cNvCxnSpPr>
            <p:nvPr/>
          </p:nvCxnSpPr>
          <p:spPr bwMode="auto">
            <a:xfrm rot="5400000" flipH="1" flipV="1">
              <a:off x="3679" y="3049"/>
              <a:ext cx="75" cy="176"/>
            </a:xfrm>
            <a:prstGeom prst="curvedConnector3">
              <a:avLst>
                <a:gd name="adj1" fmla="val -190931"/>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cxnSp>
        <p:sp>
          <p:nvSpPr>
            <p:cNvPr id="119861" name="Text Box 35">
              <a:extLst>
                <a:ext uri="{FF2B5EF4-FFF2-40B4-BE49-F238E27FC236}">
                  <a16:creationId xmlns:a16="http://schemas.microsoft.com/office/drawing/2014/main" id="{BEC1642D-FD3C-E93F-C487-93A8C95509B9}"/>
                </a:ext>
              </a:extLst>
            </p:cNvPr>
            <p:cNvSpPr txBox="1">
              <a:spLocks noChangeArrowheads="1"/>
            </p:cNvSpPr>
            <p:nvPr/>
          </p:nvSpPr>
          <p:spPr bwMode="auto">
            <a:xfrm>
              <a:off x="3696" y="3248"/>
              <a:ext cx="25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800" b="1">
                  <a:solidFill>
                    <a:srgbClr val="000808"/>
                  </a:solidFill>
                </a:rPr>
                <a:t>b</a:t>
              </a:r>
            </a:p>
          </p:txBody>
        </p:sp>
      </p:grpSp>
      <p:sp>
        <p:nvSpPr>
          <p:cNvPr id="241703" name="Rectangle 39">
            <a:extLst>
              <a:ext uri="{FF2B5EF4-FFF2-40B4-BE49-F238E27FC236}">
                <a16:creationId xmlns:a16="http://schemas.microsoft.com/office/drawing/2014/main" id="{795227BD-67F1-9166-BD95-28C6A0798F4C}"/>
              </a:ext>
            </a:extLst>
          </p:cNvPr>
          <p:cNvSpPr>
            <a:spLocks noChangeArrowheads="1"/>
          </p:cNvSpPr>
          <p:nvPr/>
        </p:nvSpPr>
        <p:spPr bwMode="auto">
          <a:xfrm>
            <a:off x="5808664" y="406401"/>
            <a:ext cx="4859337" cy="1076325"/>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b="1">
                <a:solidFill>
                  <a:srgbClr val="000808"/>
                </a:solidFill>
                <a:latin typeface="宋体" panose="02010600030101010101" pitchFamily="2" charset="-122"/>
                <a:cs typeface="Times New Roman" panose="02020603050405020304" pitchFamily="18" charset="0"/>
              </a:rPr>
              <a:t>M</a:t>
            </a:r>
            <a:r>
              <a:rPr lang="en-US" altLang="zh-CN" b="1" baseline="-25000">
                <a:solidFill>
                  <a:srgbClr val="000808"/>
                </a:solidFill>
                <a:latin typeface="宋体" panose="02010600030101010101" pitchFamily="2" charset="-122"/>
                <a:cs typeface="Times New Roman" panose="02020603050405020304" pitchFamily="18" charset="0"/>
              </a:rPr>
              <a:t>1</a:t>
            </a:r>
            <a:r>
              <a:rPr lang="en-US" altLang="zh-CN" b="1">
                <a:solidFill>
                  <a:srgbClr val="000808"/>
                </a:solidFill>
                <a:latin typeface="宋体" panose="02010600030101010101" pitchFamily="2" charset="-122"/>
                <a:cs typeface="Times New Roman" panose="02020603050405020304" pitchFamily="18" charset="0"/>
              </a:rPr>
              <a:t>=({0,1,2,3},{a,b},f,0,{3}),</a:t>
            </a:r>
          </a:p>
        </p:txBody>
      </p:sp>
      <p:sp>
        <p:nvSpPr>
          <p:cNvPr id="241705" name="Rectangle 41">
            <a:extLst>
              <a:ext uri="{FF2B5EF4-FFF2-40B4-BE49-F238E27FC236}">
                <a16:creationId xmlns:a16="http://schemas.microsoft.com/office/drawing/2014/main" id="{F338D8AF-801D-138B-3F8D-5F2CC8127CB8}"/>
              </a:ext>
            </a:extLst>
          </p:cNvPr>
          <p:cNvSpPr>
            <a:spLocks noChangeArrowheads="1"/>
          </p:cNvSpPr>
          <p:nvPr/>
        </p:nvSpPr>
        <p:spPr bwMode="auto">
          <a:xfrm>
            <a:off x="2146300" y="692150"/>
            <a:ext cx="5113338" cy="1981200"/>
          </a:xfrm>
          <a:prstGeom prst="rect">
            <a:avLst/>
          </a:prstGeom>
          <a:solidFill>
            <a:srgbClr val="FFFF00"/>
          </a:solidFill>
          <a:ln w="9525">
            <a:solidFill>
              <a:srgbClr val="3366FF"/>
            </a:solidFill>
            <a:miter lim="800000"/>
            <a:headEnd/>
            <a:tailEnd/>
          </a:ln>
        </p:spPr>
        <p:txBody>
          <a:bodyPr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0808"/>
                </a:solidFill>
                <a:latin typeface="黑体" panose="02010609060101010101" pitchFamily="49" charset="-122"/>
                <a:ea typeface="黑体" panose="02010609060101010101" pitchFamily="49" charset="-122"/>
              </a:rPr>
              <a:t>  </a:t>
            </a:r>
            <a:r>
              <a:rPr lang="zh-CN" altLang="en-US" sz="2000" b="1">
                <a:solidFill>
                  <a:srgbClr val="000808"/>
                </a:solidFill>
                <a:latin typeface="黑体" panose="02010609060101010101" pitchFamily="49" charset="-122"/>
                <a:ea typeface="黑体" panose="02010609060101010101" pitchFamily="49" charset="-122"/>
              </a:rPr>
              <a:t>从初始结点出发到任一个终止结点的任一条路径上各边标记的符号的连接所形成的符号串</a:t>
            </a:r>
            <a:r>
              <a:rPr lang="en-US" altLang="zh-CN" sz="2000" b="1">
                <a:solidFill>
                  <a:srgbClr val="000808"/>
                </a:solidFill>
                <a:latin typeface="宋体" panose="02010600030101010101" pitchFamily="2" charset="-122"/>
                <a:cs typeface="Times New Roman" panose="02020603050405020304" pitchFamily="18" charset="0"/>
              </a:rPr>
              <a:t>α</a:t>
            </a:r>
            <a:r>
              <a:rPr lang="zh-CN" altLang="en-US" sz="2000" b="1">
                <a:solidFill>
                  <a:srgbClr val="000808"/>
                </a:solidFill>
                <a:latin typeface="黑体" panose="02010609060101010101" pitchFamily="49" charset="-122"/>
                <a:ea typeface="黑体" panose="02010609060101010101" pitchFamily="49" charset="-122"/>
              </a:rPr>
              <a:t>是</a:t>
            </a:r>
            <a:r>
              <a:rPr lang="en-US" altLang="zh-CN" sz="2000" b="1">
                <a:solidFill>
                  <a:srgbClr val="000808"/>
                </a:solidFill>
                <a:latin typeface="黑体" panose="02010609060101010101" pitchFamily="49" charset="-122"/>
                <a:ea typeface="黑体" panose="02010609060101010101" pitchFamily="49" charset="-122"/>
              </a:rPr>
              <a:t>DFA M</a:t>
            </a:r>
            <a:r>
              <a:rPr lang="zh-CN" altLang="en-US" sz="2000" b="1">
                <a:solidFill>
                  <a:srgbClr val="000808"/>
                </a:solidFill>
                <a:latin typeface="黑体" panose="02010609060101010101" pitchFamily="49" charset="-122"/>
                <a:ea typeface="黑体" panose="02010609060101010101" pitchFamily="49" charset="-122"/>
              </a:rPr>
              <a:t>可接受的符号串。</a:t>
            </a:r>
            <a:r>
              <a:rPr lang="zh-CN" altLang="en-US" sz="2000" b="1">
                <a:solidFill>
                  <a:srgbClr val="000808"/>
                </a:solidFill>
                <a:latin typeface="宋体" panose="02010600030101010101" pitchFamily="2" charset="-122"/>
                <a:cs typeface="Times New Roman" panose="02020603050405020304" pitchFamily="18" charset="0"/>
              </a:rPr>
              <a:t>称</a:t>
            </a:r>
            <a:r>
              <a:rPr lang="en-US" altLang="zh-CN" sz="2000" b="1">
                <a:solidFill>
                  <a:srgbClr val="000808"/>
                </a:solidFill>
                <a:latin typeface="宋体" panose="02010600030101010101" pitchFamily="2" charset="-122"/>
                <a:cs typeface="Times New Roman" panose="02020603050405020304" pitchFamily="18" charset="0"/>
              </a:rPr>
              <a:t>α</a:t>
            </a:r>
            <a:r>
              <a:rPr lang="zh-CN" altLang="en-US" sz="2000" b="1">
                <a:solidFill>
                  <a:srgbClr val="000808"/>
                </a:solidFill>
                <a:latin typeface="宋体" panose="02010600030101010101" pitchFamily="2" charset="-122"/>
                <a:cs typeface="Times New Roman" panose="02020603050405020304" pitchFamily="18" charset="0"/>
              </a:rPr>
              <a:t>为</a:t>
            </a:r>
            <a:r>
              <a:rPr lang="en-US" altLang="zh-CN" sz="2000" b="1">
                <a:solidFill>
                  <a:srgbClr val="000808"/>
                </a:solidFill>
                <a:latin typeface="宋体" panose="02010600030101010101" pitchFamily="2" charset="-122"/>
                <a:cs typeface="Times New Roman" panose="02020603050405020304" pitchFamily="18" charset="0"/>
              </a:rPr>
              <a:t>DFA M</a:t>
            </a:r>
            <a:r>
              <a:rPr lang="zh-CN" altLang="en-US" sz="2000" b="1">
                <a:solidFill>
                  <a:srgbClr val="000808"/>
                </a:solidFill>
                <a:latin typeface="宋体" panose="02010600030101010101" pitchFamily="2" charset="-122"/>
                <a:cs typeface="Times New Roman" panose="02020603050405020304" pitchFamily="18" charset="0"/>
              </a:rPr>
              <a:t>所识别（读出或接受）。</a:t>
            </a:r>
          </a:p>
        </p:txBody>
      </p:sp>
      <p:sp>
        <p:nvSpPr>
          <p:cNvPr id="241706" name="Rectangle 42">
            <a:extLst>
              <a:ext uri="{FF2B5EF4-FFF2-40B4-BE49-F238E27FC236}">
                <a16:creationId xmlns:a16="http://schemas.microsoft.com/office/drawing/2014/main" id="{61A0351F-9F64-7E89-342A-282403992ACB}"/>
              </a:ext>
            </a:extLst>
          </p:cNvPr>
          <p:cNvSpPr>
            <a:spLocks noChangeArrowheads="1"/>
          </p:cNvSpPr>
          <p:nvPr/>
        </p:nvSpPr>
        <p:spPr bwMode="auto">
          <a:xfrm>
            <a:off x="2566989" y="1990726"/>
            <a:ext cx="3817937" cy="646113"/>
          </a:xfrm>
          <a:prstGeom prst="rect">
            <a:avLst/>
          </a:prstGeom>
          <a:solidFill>
            <a:srgbClr val="FFFF00"/>
          </a:solidFill>
          <a:ln w="19050" algn="ctr">
            <a:solidFill>
              <a:srgbClr val="3366FF"/>
            </a:solidFill>
            <a:miter lim="800000"/>
            <a:headEnd/>
            <a:tailEnd/>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lnSpc>
                <a:spcPct val="90000"/>
              </a:lnSpc>
              <a:spcAft>
                <a:spcPct val="0"/>
              </a:spcAft>
              <a:buClrTx/>
              <a:buSzTx/>
              <a:buNone/>
            </a:pPr>
            <a:r>
              <a:rPr lang="zh-CN" altLang="en-US" sz="2000" b="1">
                <a:solidFill>
                  <a:srgbClr val="000808"/>
                </a:solidFill>
                <a:latin typeface="宋体" panose="02010600030101010101" pitchFamily="2" charset="-122"/>
                <a:cs typeface="Times New Roman" panose="02020603050405020304" pitchFamily="18" charset="0"/>
              </a:rPr>
              <a:t>若</a:t>
            </a:r>
            <a:r>
              <a:rPr lang="en-US" altLang="zh-CN" sz="2000" b="1">
                <a:solidFill>
                  <a:srgbClr val="000808"/>
                </a:solidFill>
                <a:latin typeface="宋体" panose="02010600030101010101" pitchFamily="2" charset="-122"/>
                <a:cs typeface="Times New Roman" panose="02020603050405020304" pitchFamily="18" charset="0"/>
              </a:rPr>
              <a:t>M</a:t>
            </a:r>
            <a:r>
              <a:rPr lang="zh-CN" altLang="en-US" sz="2000" b="1">
                <a:solidFill>
                  <a:srgbClr val="000808"/>
                </a:solidFill>
                <a:latin typeface="宋体" panose="02010600030101010101" pitchFamily="2" charset="-122"/>
                <a:cs typeface="Times New Roman" panose="02020603050405020304" pitchFamily="18" charset="0"/>
              </a:rPr>
              <a:t>的初态结点同时又是终态结点，则为空字</a:t>
            </a:r>
            <a:r>
              <a:rPr lang="en-US" altLang="zh-CN" sz="2000" b="1">
                <a:solidFill>
                  <a:srgbClr val="000808"/>
                </a:solidFill>
                <a:latin typeface="宋体" panose="02010600030101010101" pitchFamily="2" charset="-122"/>
                <a:cs typeface="Times New Roman" panose="02020603050405020304" pitchFamily="18" charset="0"/>
              </a:rPr>
              <a:t>ε</a:t>
            </a:r>
            <a:r>
              <a:rPr lang="zh-CN" altLang="en-US" sz="2000" b="1">
                <a:solidFill>
                  <a:srgbClr val="000808"/>
                </a:solidFill>
                <a:latin typeface="宋体" panose="02010600030101010101" pitchFamily="2" charset="-122"/>
                <a:cs typeface="Times New Roman" panose="02020603050405020304" pitchFamily="18" charset="0"/>
              </a:rPr>
              <a:t>可以为</a:t>
            </a:r>
            <a:r>
              <a:rPr lang="en-US" altLang="zh-CN" sz="2000" b="1">
                <a:solidFill>
                  <a:srgbClr val="000808"/>
                </a:solidFill>
                <a:latin typeface="宋体" panose="02010600030101010101" pitchFamily="2" charset="-122"/>
                <a:cs typeface="Times New Roman" panose="02020603050405020304" pitchFamily="18" charset="0"/>
              </a:rPr>
              <a:t>M</a:t>
            </a:r>
            <a:r>
              <a:rPr lang="zh-CN" altLang="en-US" sz="2000" b="1">
                <a:solidFill>
                  <a:srgbClr val="000808"/>
                </a:solidFill>
                <a:latin typeface="宋体" panose="02010600030101010101" pitchFamily="2" charset="-122"/>
                <a:cs typeface="Times New Roman" panose="02020603050405020304" pitchFamily="18" charset="0"/>
              </a:rPr>
              <a:t>所识别。</a:t>
            </a:r>
          </a:p>
        </p:txBody>
      </p:sp>
      <p:sp>
        <p:nvSpPr>
          <p:cNvPr id="241707" name="Rectangle 43">
            <a:extLst>
              <a:ext uri="{FF2B5EF4-FFF2-40B4-BE49-F238E27FC236}">
                <a16:creationId xmlns:a16="http://schemas.microsoft.com/office/drawing/2014/main" id="{88FFF024-23FD-2314-1AC1-05176363F31F}"/>
              </a:ext>
            </a:extLst>
          </p:cNvPr>
          <p:cNvSpPr>
            <a:spLocks noChangeArrowheads="1"/>
          </p:cNvSpPr>
          <p:nvPr/>
        </p:nvSpPr>
        <p:spPr bwMode="auto">
          <a:xfrm>
            <a:off x="2568576" y="2422525"/>
            <a:ext cx="4322763" cy="368300"/>
          </a:xfrm>
          <a:prstGeom prst="rect">
            <a:avLst/>
          </a:prstGeom>
          <a:solidFill>
            <a:srgbClr val="FFFF00"/>
          </a:solidFill>
          <a:ln w="19050" algn="ctr">
            <a:solidFill>
              <a:srgbClr val="3366FF"/>
            </a:solidFill>
            <a:miter lim="800000"/>
            <a:headEnd/>
            <a:tailEnd/>
          </a:ln>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lnSpc>
                <a:spcPct val="90000"/>
              </a:lnSpc>
              <a:spcAft>
                <a:spcPct val="0"/>
              </a:spcAft>
              <a:buClrTx/>
              <a:buSzTx/>
              <a:buNone/>
            </a:pPr>
            <a:r>
              <a:rPr lang="en-US" altLang="zh-CN" sz="2000" b="1">
                <a:solidFill>
                  <a:srgbClr val="000808"/>
                </a:solidFill>
                <a:latin typeface="宋体" panose="02010600030101010101" pitchFamily="2" charset="-122"/>
                <a:cs typeface="Times New Roman" panose="02020603050405020304" pitchFamily="18" charset="0"/>
              </a:rPr>
              <a:t>DFA M</a:t>
            </a:r>
            <a:r>
              <a:rPr lang="zh-CN" altLang="en-US" sz="2000" b="1">
                <a:solidFill>
                  <a:srgbClr val="000808"/>
                </a:solidFill>
                <a:latin typeface="宋体" panose="02010600030101010101" pitchFamily="2" charset="-122"/>
                <a:cs typeface="Times New Roman" panose="02020603050405020304" pitchFamily="18" charset="0"/>
              </a:rPr>
              <a:t>所能识别的字的全体记为</a:t>
            </a:r>
            <a:r>
              <a:rPr lang="en-US" altLang="zh-CN" sz="2000" b="1">
                <a:solidFill>
                  <a:srgbClr val="000808"/>
                </a:solidFill>
                <a:latin typeface="宋体" panose="02010600030101010101" pitchFamily="2" charset="-122"/>
                <a:cs typeface="Times New Roman" panose="02020603050405020304" pitchFamily="18" charset="0"/>
              </a:rPr>
              <a:t>L(M).</a:t>
            </a:r>
          </a:p>
        </p:txBody>
      </p:sp>
      <p:graphicFrame>
        <p:nvGraphicFramePr>
          <p:cNvPr id="241754" name="Group 90">
            <a:extLst>
              <a:ext uri="{FF2B5EF4-FFF2-40B4-BE49-F238E27FC236}">
                <a16:creationId xmlns:a16="http://schemas.microsoft.com/office/drawing/2014/main" id="{3B7C65CA-D4AB-D681-E0EA-33851B1DCBDA}"/>
              </a:ext>
            </a:extLst>
          </p:cNvPr>
          <p:cNvGraphicFramePr>
            <a:graphicFrameLocks noGrp="1"/>
          </p:cNvGraphicFramePr>
          <p:nvPr/>
        </p:nvGraphicFramePr>
        <p:xfrm>
          <a:off x="1692275" y="692150"/>
          <a:ext cx="5410200" cy="2160589"/>
        </p:xfrm>
        <a:graphic>
          <a:graphicData uri="http://schemas.openxmlformats.org/drawingml/2006/table">
            <a:tbl>
              <a:tblPr/>
              <a:tblGrid>
                <a:gridCol w="16764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518094">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当前状态</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输入字符串</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后继状态</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extLst>
                  <a:ext uri="{0D108BD9-81ED-4DB2-BD59-A6C34878D82A}">
                    <a16:rowId xmlns:a16="http://schemas.microsoft.com/office/drawing/2014/main" val="10000"/>
                  </a:ext>
                </a:extLst>
              </a:tr>
              <a:tr h="547499">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800" b="1" i="0" u="sng"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bb</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extLst>
                  <a:ext uri="{0D108BD9-81ED-4DB2-BD59-A6C34878D82A}">
                    <a16:rowId xmlns:a16="http://schemas.microsoft.com/office/drawing/2014/main" val="10001"/>
                  </a:ext>
                </a:extLst>
              </a:tr>
              <a:tr h="549085">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800" b="1" i="0" u="sng" strike="noStrike" cap="none" normalizeH="0" baseline="0">
                          <a:ln>
                            <a:noFill/>
                          </a:ln>
                          <a:solidFill>
                            <a:schemeClr val="tx1"/>
                          </a:solidFill>
                          <a:effectLst/>
                          <a:latin typeface="Arial" panose="020B0604020202020204" pitchFamily="34" charset="0"/>
                          <a:ea typeface="宋体" panose="02010600030101010101" pitchFamily="2" charset="-122"/>
                        </a:rPr>
                        <a:t>b</a:t>
                      </a: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extLst>
                  <a:ext uri="{0D108BD9-81ED-4DB2-BD59-A6C34878D82A}">
                    <a16:rowId xmlns:a16="http://schemas.microsoft.com/office/drawing/2014/main" val="10002"/>
                  </a:ext>
                </a:extLst>
              </a:tr>
              <a:tr h="545911">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800" b="1" i="0" u="sng" strike="noStrike" cap="none" normalizeH="0" baseline="0">
                          <a:ln>
                            <a:noFill/>
                          </a:ln>
                          <a:solidFill>
                            <a:schemeClr val="tx1"/>
                          </a:solidFill>
                          <a:effectLst/>
                          <a:latin typeface="Arial" panose="020B0604020202020204" pitchFamily="34" charset="0"/>
                          <a:ea typeface="宋体" panose="02010600030101010101" pitchFamily="2" charset="-122"/>
                        </a:rPr>
                        <a:t>b</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marT="45687" marB="45687" anchor="ctr" anchorCtr="1" horzOverflow="overflow">
                    <a:lnL w="19050" cap="flat" cmpd="sng" algn="ctr">
                      <a:solidFill>
                        <a:srgbClr val="3366FF"/>
                      </a:solidFill>
                      <a:prstDash val="solid"/>
                      <a:miter lim="800000"/>
                      <a:headEnd type="none" w="med" len="med"/>
                      <a:tailEnd type="none" w="med" len="med"/>
                    </a:lnL>
                    <a:lnR w="19050" cap="flat" cmpd="sng" algn="ctr">
                      <a:solidFill>
                        <a:srgbClr val="3366FF"/>
                      </a:solidFill>
                      <a:prstDash val="solid"/>
                      <a:miter lim="800000"/>
                      <a:headEnd type="none" w="med" len="med"/>
                      <a:tailEnd type="none" w="med" len="med"/>
                    </a:lnR>
                    <a:lnT w="19050" cap="flat" cmpd="sng" algn="ctr">
                      <a:solidFill>
                        <a:srgbClr val="3366FF"/>
                      </a:solidFill>
                      <a:prstDash val="solid"/>
                      <a:miter lim="800000"/>
                      <a:headEnd type="none" w="med" len="med"/>
                      <a:tailEnd type="none" w="med" len="med"/>
                    </a:lnT>
                    <a:lnB w="19050" cap="flat" cmpd="sng" algn="ctr">
                      <a:solidFill>
                        <a:srgbClr val="3366FF"/>
                      </a:solidFill>
                      <a:prstDash val="solid"/>
                      <a:miter lim="800000"/>
                      <a:headEnd type="none" w="med" len="med"/>
                      <a:tailEnd type="none" w="med" len="med"/>
                    </a:lnB>
                    <a:lnTlToBr>
                      <a:noFill/>
                    </a:lnTlToBr>
                    <a:lnBlToTr>
                      <a:noFill/>
                    </a:lnBlToTr>
                    <a:solidFill>
                      <a:srgbClr val="EBF7FF"/>
                    </a:solidFill>
                  </a:tcPr>
                </a:tc>
                <a:extLst>
                  <a:ext uri="{0D108BD9-81ED-4DB2-BD59-A6C34878D82A}">
                    <a16:rowId xmlns:a16="http://schemas.microsoft.com/office/drawing/2014/main" val="10003"/>
                  </a:ext>
                </a:extLst>
              </a:tr>
            </a:tbl>
          </a:graphicData>
        </a:graphic>
      </p:graphicFrame>
      <p:sp>
        <p:nvSpPr>
          <p:cNvPr id="241753" name="Rectangle 89">
            <a:extLst>
              <a:ext uri="{FF2B5EF4-FFF2-40B4-BE49-F238E27FC236}">
                <a16:creationId xmlns:a16="http://schemas.microsoft.com/office/drawing/2014/main" id="{F2E54E3B-D4AA-2047-F008-C1253B9D4CB0}"/>
              </a:ext>
            </a:extLst>
          </p:cNvPr>
          <p:cNvSpPr>
            <a:spLocks noChangeArrowheads="1"/>
          </p:cNvSpPr>
          <p:nvPr/>
        </p:nvSpPr>
        <p:spPr bwMode="auto">
          <a:xfrm>
            <a:off x="1687514" y="692151"/>
            <a:ext cx="8929687" cy="2303463"/>
          </a:xfrm>
          <a:prstGeom prst="rect">
            <a:avLst/>
          </a:prstGeom>
          <a:solidFill>
            <a:srgbClr val="FFFF00"/>
          </a:solidFill>
          <a:ln w="9525">
            <a:solidFill>
              <a:srgbClr val="3366FF"/>
            </a:solidFill>
            <a:miter lim="800000"/>
            <a:headEnd/>
            <a:tailEnd/>
          </a:ln>
        </p:spPr>
        <p:txBody>
          <a:bodyPr/>
          <a:lstStyle>
            <a:lvl1pPr marL="609600" indent="-6096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lnSpc>
                <a:spcPct val="90000"/>
              </a:lnSpc>
              <a:spcAft>
                <a:spcPct val="0"/>
              </a:spcAft>
              <a:buClrTx/>
              <a:buSzTx/>
              <a:buNone/>
            </a:pPr>
            <a:r>
              <a:rPr lang="zh-CN" altLang="en-US" b="1">
                <a:solidFill>
                  <a:srgbClr val="000808"/>
                </a:solidFill>
              </a:rPr>
              <a:t>显然，不能被接受的字符串有两种情况：</a:t>
            </a:r>
          </a:p>
          <a:p>
            <a:pPr fontAlgn="base">
              <a:lnSpc>
                <a:spcPct val="90000"/>
              </a:lnSpc>
              <a:spcAft>
                <a:spcPct val="0"/>
              </a:spcAft>
              <a:buClrTx/>
              <a:buSzTx/>
              <a:buNone/>
            </a:pPr>
            <a:r>
              <a:rPr lang="en-US" altLang="zh-CN" b="1">
                <a:solidFill>
                  <a:srgbClr val="000808"/>
                </a:solidFill>
              </a:rPr>
              <a:t>(1) </a:t>
            </a:r>
            <a:r>
              <a:rPr lang="zh-CN" altLang="en-US" b="1">
                <a:solidFill>
                  <a:srgbClr val="000808"/>
                </a:solidFill>
              </a:rPr>
              <a:t>读完输入串，状态不停在终态；</a:t>
            </a:r>
          </a:p>
          <a:p>
            <a:pPr fontAlgn="base">
              <a:lnSpc>
                <a:spcPct val="90000"/>
              </a:lnSpc>
              <a:spcAft>
                <a:spcPct val="0"/>
              </a:spcAft>
              <a:buClrTx/>
              <a:buSzTx/>
              <a:buNone/>
            </a:pPr>
            <a:r>
              <a:rPr lang="en-US" altLang="zh-CN" b="1">
                <a:solidFill>
                  <a:srgbClr val="000808"/>
                </a:solidFill>
              </a:rPr>
              <a:t>(2) </a:t>
            </a:r>
            <a:r>
              <a:rPr lang="zh-CN" altLang="en-US" b="1">
                <a:solidFill>
                  <a:srgbClr val="000808"/>
                </a:solidFill>
              </a:rPr>
              <a:t>在读过程中出现不存在的映射，使自动机无法继续动作。</a:t>
            </a:r>
          </a:p>
        </p:txBody>
      </p:sp>
      <p:sp>
        <p:nvSpPr>
          <p:cNvPr id="241755" name="Text Box 91">
            <a:extLst>
              <a:ext uri="{FF2B5EF4-FFF2-40B4-BE49-F238E27FC236}">
                <a16:creationId xmlns:a16="http://schemas.microsoft.com/office/drawing/2014/main" id="{7739E686-0060-7E55-C6D9-44096147D65D}"/>
              </a:ext>
            </a:extLst>
          </p:cNvPr>
          <p:cNvSpPr txBox="1">
            <a:spLocks noChangeArrowheads="1"/>
          </p:cNvSpPr>
          <p:nvPr/>
        </p:nvSpPr>
        <p:spPr bwMode="auto">
          <a:xfrm>
            <a:off x="1771651" y="3502026"/>
            <a:ext cx="682625" cy="461963"/>
          </a:xfrm>
          <a:prstGeom prst="rect">
            <a:avLst/>
          </a:prstGeom>
          <a:solidFill>
            <a:srgbClr val="EBF7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kumimoji="1" lang="en-US" altLang="zh-CN" sz="2400" b="1">
                <a:solidFill>
                  <a:srgbClr val="000808"/>
                </a:solidFill>
                <a:latin typeface="Times New Roman" panose="02020603050405020304" pitchFamily="18" charset="0"/>
                <a:cs typeface="Times New Roman" panose="02020603050405020304" pitchFamily="18" charset="0"/>
              </a:rPr>
              <a:t>abb</a:t>
            </a:r>
          </a:p>
        </p:txBody>
      </p:sp>
      <p:grpSp>
        <p:nvGrpSpPr>
          <p:cNvPr id="11" name="Group 7">
            <a:extLst>
              <a:ext uri="{FF2B5EF4-FFF2-40B4-BE49-F238E27FC236}">
                <a16:creationId xmlns:a16="http://schemas.microsoft.com/office/drawing/2014/main" id="{644DC327-E9AF-7F7D-FC6A-1C9DC7675137}"/>
              </a:ext>
            </a:extLst>
          </p:cNvPr>
          <p:cNvGrpSpPr>
            <a:grpSpLocks/>
          </p:cNvGrpSpPr>
          <p:nvPr/>
        </p:nvGrpSpPr>
        <p:grpSpPr bwMode="auto">
          <a:xfrm>
            <a:off x="6604000" y="5272089"/>
            <a:ext cx="4025900" cy="1520825"/>
            <a:chOff x="92" y="2432"/>
            <a:chExt cx="2536" cy="958"/>
          </a:xfrm>
        </p:grpSpPr>
        <p:sp>
          <p:nvSpPr>
            <p:cNvPr id="119850" name="AutoShape 8">
              <a:extLst>
                <a:ext uri="{FF2B5EF4-FFF2-40B4-BE49-F238E27FC236}">
                  <a16:creationId xmlns:a16="http://schemas.microsoft.com/office/drawing/2014/main" id="{ACF2B062-2CD0-CB69-5A95-3A8F2CCE3351}"/>
                </a:ext>
              </a:extLst>
            </p:cNvPr>
            <p:cNvSpPr>
              <a:spLocks noChangeArrowheads="1"/>
            </p:cNvSpPr>
            <p:nvPr/>
          </p:nvSpPr>
          <p:spPr bwMode="auto">
            <a:xfrm>
              <a:off x="2322" y="3036"/>
              <a:ext cx="306"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6 w 21600"/>
                <a:gd name="T25" fmla="*/ 3169 h 21600"/>
                <a:gd name="T26" fmla="*/ 18424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119851" name="AutoShape 9">
              <a:extLst>
                <a:ext uri="{FF2B5EF4-FFF2-40B4-BE49-F238E27FC236}">
                  <a16:creationId xmlns:a16="http://schemas.microsoft.com/office/drawing/2014/main" id="{E3644967-7EC6-F4EB-8F5F-AB58C25DB90B}"/>
                </a:ext>
              </a:extLst>
            </p:cNvPr>
            <p:cNvSpPr>
              <a:spLocks noChangeArrowheads="1"/>
            </p:cNvSpPr>
            <p:nvPr/>
          </p:nvSpPr>
          <p:spPr bwMode="auto">
            <a:xfrm>
              <a:off x="92" y="3036"/>
              <a:ext cx="310"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119852" name="AutoShape 10">
              <a:extLst>
                <a:ext uri="{FF2B5EF4-FFF2-40B4-BE49-F238E27FC236}">
                  <a16:creationId xmlns:a16="http://schemas.microsoft.com/office/drawing/2014/main" id="{48498B71-B082-ED09-5709-F722F52FB6BA}"/>
                </a:ext>
              </a:extLst>
            </p:cNvPr>
            <p:cNvSpPr>
              <a:spLocks noChangeArrowheads="1"/>
            </p:cNvSpPr>
            <p:nvPr/>
          </p:nvSpPr>
          <p:spPr bwMode="auto">
            <a:xfrm>
              <a:off x="1226" y="3036"/>
              <a:ext cx="309"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119853" name="Line 11">
              <a:extLst>
                <a:ext uri="{FF2B5EF4-FFF2-40B4-BE49-F238E27FC236}">
                  <a16:creationId xmlns:a16="http://schemas.microsoft.com/office/drawing/2014/main" id="{53FC6569-521C-6DCA-7296-B9E25906BF4F}"/>
                </a:ext>
              </a:extLst>
            </p:cNvPr>
            <p:cNvSpPr>
              <a:spLocks noChangeShapeType="1"/>
            </p:cNvSpPr>
            <p:nvPr/>
          </p:nvSpPr>
          <p:spPr bwMode="auto">
            <a:xfrm>
              <a:off x="404" y="3222"/>
              <a:ext cx="8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54" name="Line 12">
              <a:extLst>
                <a:ext uri="{FF2B5EF4-FFF2-40B4-BE49-F238E27FC236}">
                  <a16:creationId xmlns:a16="http://schemas.microsoft.com/office/drawing/2014/main" id="{3638AB01-F035-31CD-D05F-7CE847D3CAE2}"/>
                </a:ext>
              </a:extLst>
            </p:cNvPr>
            <p:cNvSpPr>
              <a:spLocks noChangeShapeType="1"/>
            </p:cNvSpPr>
            <p:nvPr/>
          </p:nvSpPr>
          <p:spPr bwMode="auto">
            <a:xfrm>
              <a:off x="1538" y="3222"/>
              <a:ext cx="7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55" name="Arc 13">
              <a:extLst>
                <a:ext uri="{FF2B5EF4-FFF2-40B4-BE49-F238E27FC236}">
                  <a16:creationId xmlns:a16="http://schemas.microsoft.com/office/drawing/2014/main" id="{C44D5146-A3C9-7CB2-C5AD-C26AF51B03BF}"/>
                </a:ext>
              </a:extLst>
            </p:cNvPr>
            <p:cNvSpPr>
              <a:spLocks/>
            </p:cNvSpPr>
            <p:nvPr/>
          </p:nvSpPr>
          <p:spPr bwMode="auto">
            <a:xfrm rot="5271687" flipH="1" flipV="1">
              <a:off x="1187" y="2724"/>
              <a:ext cx="382"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56" name="Line 14">
              <a:extLst>
                <a:ext uri="{FF2B5EF4-FFF2-40B4-BE49-F238E27FC236}">
                  <a16:creationId xmlns:a16="http://schemas.microsoft.com/office/drawing/2014/main" id="{A07B1339-A634-1CB4-9EDB-CA9C8858D89C}"/>
                </a:ext>
              </a:extLst>
            </p:cNvPr>
            <p:cNvSpPr>
              <a:spLocks noChangeShapeType="1"/>
            </p:cNvSpPr>
            <p:nvPr/>
          </p:nvSpPr>
          <p:spPr bwMode="auto">
            <a:xfrm>
              <a:off x="1265" y="2907"/>
              <a:ext cx="38"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19857" name="Text Box 15">
              <a:extLst>
                <a:ext uri="{FF2B5EF4-FFF2-40B4-BE49-F238E27FC236}">
                  <a16:creationId xmlns:a16="http://schemas.microsoft.com/office/drawing/2014/main" id="{41949F31-BC55-F076-3736-B0C6989CCCA2}"/>
                </a:ext>
              </a:extLst>
            </p:cNvPr>
            <p:cNvSpPr txBox="1">
              <a:spLocks noChangeArrowheads="1"/>
            </p:cNvSpPr>
            <p:nvPr/>
          </p:nvSpPr>
          <p:spPr bwMode="auto">
            <a:xfrm>
              <a:off x="521" y="2976"/>
              <a:ext cx="5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119858" name="Text Box 16">
              <a:extLst>
                <a:ext uri="{FF2B5EF4-FFF2-40B4-BE49-F238E27FC236}">
                  <a16:creationId xmlns:a16="http://schemas.microsoft.com/office/drawing/2014/main" id="{5197DF06-8CBF-9798-33D8-E41A0AFF2C88}"/>
                </a:ext>
              </a:extLst>
            </p:cNvPr>
            <p:cNvSpPr txBox="1">
              <a:spLocks noChangeArrowheads="1"/>
            </p:cNvSpPr>
            <p:nvPr/>
          </p:nvSpPr>
          <p:spPr bwMode="auto">
            <a:xfrm>
              <a:off x="1655" y="2976"/>
              <a:ext cx="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119859" name="Text Box 17">
              <a:extLst>
                <a:ext uri="{FF2B5EF4-FFF2-40B4-BE49-F238E27FC236}">
                  <a16:creationId xmlns:a16="http://schemas.microsoft.com/office/drawing/2014/main" id="{F92AA92A-9303-C41A-84F8-87778417C3BD}"/>
                </a:ext>
              </a:extLst>
            </p:cNvPr>
            <p:cNvSpPr txBox="1">
              <a:spLocks noChangeArrowheads="1"/>
            </p:cNvSpPr>
            <p:nvPr/>
          </p:nvSpPr>
          <p:spPr bwMode="auto">
            <a:xfrm>
              <a:off x="873" y="2432"/>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241667">
                                            <p:txEl>
                                              <p:pRg st="0" end="0"/>
                                            </p:txEl>
                                          </p:spTgt>
                                        </p:tgtEl>
                                        <p:attrNameLst>
                                          <p:attrName>style.visibility</p:attrName>
                                        </p:attrNameLst>
                                      </p:cBhvr>
                                      <p:to>
                                        <p:strVal val="visible"/>
                                      </p:to>
                                    </p:set>
                                    <p:anim calcmode="lin" valueType="num">
                                      <p:cBhvr additive="base">
                                        <p:cTn id="7" dur="500" fill="hold"/>
                                        <p:tgtEl>
                                          <p:spTgt spid="241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1667">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41667">
                                            <p:txEl>
                                              <p:pRg st="0" end="0"/>
                                            </p:txEl>
                                          </p:spTgt>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241703"/>
                                        </p:tgtEl>
                                        <p:attrNameLst>
                                          <p:attrName>style.visibility</p:attrName>
                                        </p:attrNameLst>
                                      </p:cBhvr>
                                      <p:to>
                                        <p:strVal val="visible"/>
                                      </p:to>
                                    </p:set>
                                    <p:animEffect transition="in" filter="diamond(in)">
                                      <p:cBhvr>
                                        <p:cTn id="13" dur="2000"/>
                                        <p:tgtEl>
                                          <p:spTgt spid="24170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6" presetClass="entr" presetSubtype="0" fill="hold" nodeType="clickEffect">
                                  <p:stCondLst>
                                    <p:cond delay="0"/>
                                  </p:stCondLst>
                                  <p:childTnLst>
                                    <p:set>
                                      <p:cBhvr>
                                        <p:cTn id="17" dur="1" fill="hold">
                                          <p:stCondLst>
                                            <p:cond delay="0"/>
                                          </p:stCondLst>
                                        </p:cTn>
                                        <p:tgtEl>
                                          <p:spTgt spid="241668"/>
                                        </p:tgtEl>
                                        <p:attrNameLst>
                                          <p:attrName>style.visibility</p:attrName>
                                        </p:attrNameLst>
                                      </p:cBhvr>
                                      <p:to>
                                        <p:strVal val="visible"/>
                                      </p:to>
                                    </p:set>
                                    <p:animEffect transition="in" filter="wipe(down)">
                                      <p:cBhvr>
                                        <p:cTn id="18" dur="580">
                                          <p:stCondLst>
                                            <p:cond delay="0"/>
                                          </p:stCondLst>
                                        </p:cTn>
                                        <p:tgtEl>
                                          <p:spTgt spid="241668"/>
                                        </p:tgtEl>
                                      </p:cBhvr>
                                    </p:animEffect>
                                    <p:anim calcmode="lin" valueType="num">
                                      <p:cBhvr>
                                        <p:cTn id="19" dur="1822" tmFilter="0,0; 0.14,0.36; 0.43,0.73; 0.71,0.91; 1.0,1.0">
                                          <p:stCondLst>
                                            <p:cond delay="0"/>
                                          </p:stCondLst>
                                        </p:cTn>
                                        <p:tgtEl>
                                          <p:spTgt spid="241668"/>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241668"/>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241668"/>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241668"/>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241668"/>
                                        </p:tgtEl>
                                        <p:attrNameLst>
                                          <p:attrName>ppt_y</p:attrName>
                                        </p:attrNameLst>
                                      </p:cBhvr>
                                      <p:tavLst>
                                        <p:tav tm="0" fmla="#ppt_y-sin(pi*$)/81">
                                          <p:val>
                                            <p:fltVal val="0"/>
                                          </p:val>
                                        </p:tav>
                                        <p:tav tm="100000">
                                          <p:val>
                                            <p:fltVal val="1"/>
                                          </p:val>
                                        </p:tav>
                                      </p:tavLst>
                                    </p:anim>
                                    <p:animScale>
                                      <p:cBhvr>
                                        <p:cTn id="24" dur="26">
                                          <p:stCondLst>
                                            <p:cond delay="650"/>
                                          </p:stCondLst>
                                        </p:cTn>
                                        <p:tgtEl>
                                          <p:spTgt spid="241668"/>
                                        </p:tgtEl>
                                      </p:cBhvr>
                                      <p:to x="100000" y="60000"/>
                                    </p:animScale>
                                    <p:animScale>
                                      <p:cBhvr>
                                        <p:cTn id="25" dur="166" decel="50000">
                                          <p:stCondLst>
                                            <p:cond delay="676"/>
                                          </p:stCondLst>
                                        </p:cTn>
                                        <p:tgtEl>
                                          <p:spTgt spid="241668"/>
                                        </p:tgtEl>
                                      </p:cBhvr>
                                      <p:to x="100000" y="100000"/>
                                    </p:animScale>
                                    <p:animScale>
                                      <p:cBhvr>
                                        <p:cTn id="26" dur="26">
                                          <p:stCondLst>
                                            <p:cond delay="1312"/>
                                          </p:stCondLst>
                                        </p:cTn>
                                        <p:tgtEl>
                                          <p:spTgt spid="241668"/>
                                        </p:tgtEl>
                                      </p:cBhvr>
                                      <p:to x="100000" y="80000"/>
                                    </p:animScale>
                                    <p:animScale>
                                      <p:cBhvr>
                                        <p:cTn id="27" dur="166" decel="50000">
                                          <p:stCondLst>
                                            <p:cond delay="1338"/>
                                          </p:stCondLst>
                                        </p:cTn>
                                        <p:tgtEl>
                                          <p:spTgt spid="241668"/>
                                        </p:tgtEl>
                                      </p:cBhvr>
                                      <p:to x="100000" y="100000"/>
                                    </p:animScale>
                                    <p:animScale>
                                      <p:cBhvr>
                                        <p:cTn id="28" dur="26">
                                          <p:stCondLst>
                                            <p:cond delay="1642"/>
                                          </p:stCondLst>
                                        </p:cTn>
                                        <p:tgtEl>
                                          <p:spTgt spid="241668"/>
                                        </p:tgtEl>
                                      </p:cBhvr>
                                      <p:to x="100000" y="90000"/>
                                    </p:animScale>
                                    <p:animScale>
                                      <p:cBhvr>
                                        <p:cTn id="29" dur="166" decel="50000">
                                          <p:stCondLst>
                                            <p:cond delay="1668"/>
                                          </p:stCondLst>
                                        </p:cTn>
                                        <p:tgtEl>
                                          <p:spTgt spid="241668"/>
                                        </p:tgtEl>
                                      </p:cBhvr>
                                      <p:to x="100000" y="100000"/>
                                    </p:animScale>
                                    <p:animScale>
                                      <p:cBhvr>
                                        <p:cTn id="30" dur="26">
                                          <p:stCondLst>
                                            <p:cond delay="1808"/>
                                          </p:stCondLst>
                                        </p:cTn>
                                        <p:tgtEl>
                                          <p:spTgt spid="241668"/>
                                        </p:tgtEl>
                                      </p:cBhvr>
                                      <p:to x="100000" y="95000"/>
                                    </p:animScale>
                                    <p:animScale>
                                      <p:cBhvr>
                                        <p:cTn id="31" dur="166" decel="50000">
                                          <p:stCondLst>
                                            <p:cond delay="1834"/>
                                          </p:stCondLst>
                                        </p:cTn>
                                        <p:tgtEl>
                                          <p:spTgt spid="241668"/>
                                        </p:tgtEl>
                                      </p:cBhvr>
                                      <p:to x="100000" y="100000"/>
                                    </p:animScale>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heckerboard(across)">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9"/>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16" fill="hold" nodeType="clickEffect">
                                  <p:stCondLst>
                                    <p:cond delay="0"/>
                                  </p:stCondLst>
                                  <p:childTnLst>
                                    <p:set>
                                      <p:cBhvr>
                                        <p:cTn id="72" dur="1" fill="hold">
                                          <p:stCondLst>
                                            <p:cond delay="0"/>
                                          </p:stCondLst>
                                        </p:cTn>
                                        <p:tgtEl>
                                          <p:spTgt spid="241705"/>
                                        </p:tgtEl>
                                        <p:attrNameLst>
                                          <p:attrName>style.visibility</p:attrName>
                                        </p:attrNameLst>
                                      </p:cBhvr>
                                      <p:to>
                                        <p:strVal val="visible"/>
                                      </p:to>
                                    </p:set>
                                    <p:animEffect transition="in" filter="box(in)">
                                      <p:cBhvr>
                                        <p:cTn id="73" dur="500"/>
                                        <p:tgtEl>
                                          <p:spTgt spid="241705"/>
                                        </p:tgtEl>
                                      </p:cBhvr>
                                    </p:animEffect>
                                  </p:childTnLst>
                                  <p:subTnLst>
                                    <p:set>
                                      <p:cBhvr override="childStyle">
                                        <p:cTn dur="1" fill="hold" display="0" masterRel="nextClick" afterEffect="1"/>
                                        <p:tgtEl>
                                          <p:spTgt spid="241705"/>
                                        </p:tgtEl>
                                        <p:attrNameLst>
                                          <p:attrName>style.visibility</p:attrName>
                                        </p:attrNameLst>
                                      </p:cBhvr>
                                      <p:to>
                                        <p:strVal val="hidden"/>
                                      </p:to>
                                    </p:set>
                                  </p:sub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4" fill="hold" nodeType="clickEffect">
                                  <p:stCondLst>
                                    <p:cond delay="0"/>
                                  </p:stCondLst>
                                  <p:childTnLst>
                                    <p:set>
                                      <p:cBhvr>
                                        <p:cTn id="77" dur="1" fill="hold">
                                          <p:stCondLst>
                                            <p:cond delay="0"/>
                                          </p:stCondLst>
                                        </p:cTn>
                                        <p:tgtEl>
                                          <p:spTgt spid="241755"/>
                                        </p:tgtEl>
                                        <p:attrNameLst>
                                          <p:attrName>style.visibility</p:attrName>
                                        </p:attrNameLst>
                                      </p:cBhvr>
                                      <p:to>
                                        <p:strVal val="visible"/>
                                      </p:to>
                                    </p:set>
                                    <p:anim calcmode="lin" valueType="num">
                                      <p:cBhvr additive="base">
                                        <p:cTn id="78" dur="500" fill="hold"/>
                                        <p:tgtEl>
                                          <p:spTgt spid="241755"/>
                                        </p:tgtEl>
                                        <p:attrNameLst>
                                          <p:attrName>ppt_x</p:attrName>
                                        </p:attrNameLst>
                                      </p:cBhvr>
                                      <p:tavLst>
                                        <p:tav tm="0">
                                          <p:val>
                                            <p:strVal val="#ppt_x"/>
                                          </p:val>
                                        </p:tav>
                                        <p:tav tm="100000">
                                          <p:val>
                                            <p:strVal val="#ppt_x"/>
                                          </p:val>
                                        </p:tav>
                                      </p:tavLst>
                                    </p:anim>
                                    <p:anim calcmode="lin" valueType="num">
                                      <p:cBhvr additive="base">
                                        <p:cTn id="79" dur="500" fill="hold"/>
                                        <p:tgtEl>
                                          <p:spTgt spid="24175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41755"/>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8" presetClass="entr" presetSubtype="16" fill="hold" nodeType="clickEffect">
                                  <p:stCondLst>
                                    <p:cond delay="0"/>
                                  </p:stCondLst>
                                  <p:childTnLst>
                                    <p:set>
                                      <p:cBhvr>
                                        <p:cTn id="83" dur="1" fill="hold">
                                          <p:stCondLst>
                                            <p:cond delay="0"/>
                                          </p:stCondLst>
                                        </p:cTn>
                                        <p:tgtEl>
                                          <p:spTgt spid="241754"/>
                                        </p:tgtEl>
                                        <p:attrNameLst>
                                          <p:attrName>style.visibility</p:attrName>
                                        </p:attrNameLst>
                                      </p:cBhvr>
                                      <p:to>
                                        <p:strVal val="visible"/>
                                      </p:to>
                                    </p:set>
                                    <p:animEffect transition="in" filter="diamond(in)">
                                      <p:cBhvr>
                                        <p:cTn id="84" dur="2000"/>
                                        <p:tgtEl>
                                          <p:spTgt spid="241754"/>
                                        </p:tgtEl>
                                      </p:cBhvr>
                                    </p:animEffect>
                                  </p:childTnLst>
                                  <p:subTnLst>
                                    <p:set>
                                      <p:cBhvr override="childStyle">
                                        <p:cTn dur="1" fill="hold" display="0" masterRel="nextClick" afterEffect="1"/>
                                        <p:tgtEl>
                                          <p:spTgt spid="241754"/>
                                        </p:tgtEl>
                                        <p:attrNameLst>
                                          <p:attrName>style.visibility</p:attrName>
                                        </p:attrNameLst>
                                      </p:cBhvr>
                                      <p:to>
                                        <p:strVal val="hidden"/>
                                      </p:to>
                                    </p:set>
                                  </p:subTnLst>
                                </p:cTn>
                              </p:par>
                            </p:childTnLst>
                          </p:cTn>
                        </p:par>
                      </p:childTnLst>
                    </p:cTn>
                  </p:par>
                  <p:par>
                    <p:cTn id="85" fill="hold" nodeType="clickPar">
                      <p:stCondLst>
                        <p:cond delay="indefinite"/>
                      </p:stCondLst>
                      <p:childTnLst>
                        <p:par>
                          <p:cTn id="86" fill="hold" nodeType="withGroup">
                            <p:stCondLst>
                              <p:cond delay="0"/>
                            </p:stCondLst>
                            <p:childTnLst>
                              <p:par>
                                <p:cTn id="87" presetID="5" presetClass="entr" presetSubtype="10" fill="hold" nodeType="clickEffect">
                                  <p:stCondLst>
                                    <p:cond delay="0"/>
                                  </p:stCondLst>
                                  <p:childTnLst>
                                    <p:set>
                                      <p:cBhvr>
                                        <p:cTn id="88" dur="1" fill="hold">
                                          <p:stCondLst>
                                            <p:cond delay="0"/>
                                          </p:stCondLst>
                                        </p:cTn>
                                        <p:tgtEl>
                                          <p:spTgt spid="241753"/>
                                        </p:tgtEl>
                                        <p:attrNameLst>
                                          <p:attrName>style.visibility</p:attrName>
                                        </p:attrNameLst>
                                      </p:cBhvr>
                                      <p:to>
                                        <p:strVal val="visible"/>
                                      </p:to>
                                    </p:set>
                                    <p:animEffect transition="in" filter="checkerboard(across)">
                                      <p:cBhvr>
                                        <p:cTn id="89" dur="500"/>
                                        <p:tgtEl>
                                          <p:spTgt spid="241753"/>
                                        </p:tgtEl>
                                      </p:cBhvr>
                                    </p:animEffect>
                                  </p:childTnLst>
                                  <p:subTnLst>
                                    <p:set>
                                      <p:cBhvr override="childStyle">
                                        <p:cTn dur="1" fill="hold" display="0" masterRel="nextClick" afterEffect="1"/>
                                        <p:tgtEl>
                                          <p:spTgt spid="241753"/>
                                        </p:tgtEl>
                                        <p:attrNameLst>
                                          <p:attrName>style.visibility</p:attrName>
                                        </p:attrNameLst>
                                      </p:cBhvr>
                                      <p:to>
                                        <p:strVal val="hidden"/>
                                      </p:to>
                                    </p:set>
                                  </p:subTnLst>
                                </p:cTn>
                              </p:par>
                            </p:childTnLst>
                          </p:cTn>
                        </p:par>
                      </p:childTnLst>
                    </p:cTn>
                  </p:par>
                  <p:par>
                    <p:cTn id="90" fill="hold" nodeType="clickPar">
                      <p:stCondLst>
                        <p:cond delay="indefinite"/>
                      </p:stCondLst>
                      <p:childTnLst>
                        <p:par>
                          <p:cTn id="91" fill="hold" nodeType="withGroup">
                            <p:stCondLst>
                              <p:cond delay="0"/>
                            </p:stCondLst>
                            <p:childTnLst>
                              <p:par>
                                <p:cTn id="92" presetID="4" presetClass="entr" presetSubtype="16" fill="hold" nodeType="clickEffect">
                                  <p:stCondLst>
                                    <p:cond delay="0"/>
                                  </p:stCondLst>
                                  <p:childTnLst>
                                    <p:set>
                                      <p:cBhvr>
                                        <p:cTn id="93" dur="1" fill="hold">
                                          <p:stCondLst>
                                            <p:cond delay="0"/>
                                          </p:stCondLst>
                                        </p:cTn>
                                        <p:tgtEl>
                                          <p:spTgt spid="241706"/>
                                        </p:tgtEl>
                                        <p:attrNameLst>
                                          <p:attrName>style.visibility</p:attrName>
                                        </p:attrNameLst>
                                      </p:cBhvr>
                                      <p:to>
                                        <p:strVal val="visible"/>
                                      </p:to>
                                    </p:set>
                                    <p:animEffect transition="in" filter="box(in)">
                                      <p:cBhvr>
                                        <p:cTn id="94" dur="500"/>
                                        <p:tgtEl>
                                          <p:spTgt spid="241706"/>
                                        </p:tgtEl>
                                      </p:cBhvr>
                                    </p:animEffect>
                                  </p:childTnLst>
                                  <p:subTnLst>
                                    <p:set>
                                      <p:cBhvr override="childStyle">
                                        <p:cTn dur="1" fill="hold" display="0" masterRel="nextClick" afterEffect="1"/>
                                        <p:tgtEl>
                                          <p:spTgt spid="241706"/>
                                        </p:tgtEl>
                                        <p:attrNameLst>
                                          <p:attrName>style.visibility</p:attrName>
                                        </p:attrNameLst>
                                      </p:cBhvr>
                                      <p:to>
                                        <p:strVal val="hidden"/>
                                      </p:to>
                                    </p:set>
                                  </p:subTnLst>
                                </p:cTn>
                              </p:par>
                            </p:childTnLst>
                          </p:cTn>
                        </p:par>
                      </p:childTnLst>
                    </p:cTn>
                  </p:par>
                  <p:par>
                    <p:cTn id="95" fill="hold" nodeType="clickPar">
                      <p:stCondLst>
                        <p:cond delay="indefinite"/>
                      </p:stCondLst>
                      <p:childTnLst>
                        <p:par>
                          <p:cTn id="96" fill="hold" nodeType="withGroup">
                            <p:stCondLst>
                              <p:cond delay="0"/>
                            </p:stCondLst>
                            <p:childTnLst>
                              <p:par>
                                <p:cTn id="97" presetID="4" presetClass="entr" presetSubtype="16" fill="hold" nodeType="clickEffect">
                                  <p:stCondLst>
                                    <p:cond delay="0"/>
                                  </p:stCondLst>
                                  <p:childTnLst>
                                    <p:set>
                                      <p:cBhvr>
                                        <p:cTn id="98" dur="1" fill="hold">
                                          <p:stCondLst>
                                            <p:cond delay="0"/>
                                          </p:stCondLst>
                                        </p:cTn>
                                        <p:tgtEl>
                                          <p:spTgt spid="241707"/>
                                        </p:tgtEl>
                                        <p:attrNameLst>
                                          <p:attrName>style.visibility</p:attrName>
                                        </p:attrNameLst>
                                      </p:cBhvr>
                                      <p:to>
                                        <p:strVal val="visible"/>
                                      </p:to>
                                    </p:set>
                                    <p:animEffect transition="in" filter="box(in)">
                                      <p:cBhvr>
                                        <p:cTn id="99" dur="500"/>
                                        <p:tgtEl>
                                          <p:spTgt spid="24170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nodeType="clickEffect">
                                  <p:stCondLst>
                                    <p:cond delay="0"/>
                                  </p:stCondLst>
                                  <p:childTnLst>
                                    <p:set>
                                      <p:cBhvr>
                                        <p:cTn id="10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bldLvl="3"/>
      <p:bldP spid="241668" grpId="0" animBg="1"/>
      <p:bldP spid="241703" grpId="0" animBg="1"/>
      <p:bldP spid="241705" grpId="0" animBg="1"/>
      <p:bldP spid="241706" grpId="0" animBg="1"/>
      <p:bldP spid="241707" grpId="0" animBg="1"/>
      <p:bldP spid="241753" grpId="0" animBg="1"/>
      <p:bldP spid="241755"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D5164EC-FD62-D77E-8898-520735BA8FA7}"/>
              </a:ext>
            </a:extLst>
          </p:cNvPr>
          <p:cNvSpPr>
            <a:spLocks noGrp="1" noChangeArrowheads="1"/>
          </p:cNvSpPr>
          <p:nvPr>
            <p:ph idx="1"/>
          </p:nvPr>
        </p:nvSpPr>
        <p:spPr>
          <a:xfrm>
            <a:off x="1825625" y="765175"/>
            <a:ext cx="8540750" cy="5334000"/>
          </a:xfrm>
        </p:spPr>
        <p:txBody>
          <a:bodyPr/>
          <a:lstStyle/>
          <a:p>
            <a:pPr algn="just" eaLnBrk="1" hangingPunct="1"/>
            <a:r>
              <a:rPr lang="zh-CN" altLang="en-US" b="1"/>
              <a:t>对于</a:t>
            </a:r>
            <a:r>
              <a:rPr lang="zh-CN" altLang="en-US" b="1">
                <a:sym typeface="Symbol" panose="05050102010706020507" pitchFamily="18" charset="2"/>
              </a:rPr>
              <a:t>*</a:t>
            </a:r>
            <a:r>
              <a:rPr lang="zh-CN" altLang="en-US" b="1"/>
              <a:t>中的任何字</a:t>
            </a:r>
            <a:r>
              <a:rPr lang="zh-CN" altLang="en-US" b="1">
                <a:sym typeface="Symbol" panose="05050102010706020507" pitchFamily="18" charset="2"/>
              </a:rPr>
              <a:t></a:t>
            </a:r>
            <a:r>
              <a:rPr lang="zh-CN" altLang="en-US" b="1"/>
              <a:t>，若存在一条从初态到某一终态的道路，且这</a:t>
            </a:r>
            <a:r>
              <a:rPr lang="zh-CN" altLang="en-US" b="1">
                <a:latin typeface="宋体" panose="02010600030101010101" pitchFamily="2" charset="-122"/>
              </a:rPr>
              <a:t>条路上所有弧上的标记符连接成的字等于</a:t>
            </a:r>
            <a:r>
              <a:rPr lang="zh-CN" altLang="en-US" b="1">
                <a:latin typeface="宋体" panose="02010600030101010101" pitchFamily="2" charset="-122"/>
                <a:sym typeface="Symbol" panose="05050102010706020507" pitchFamily="18" charset="2"/>
              </a:rPr>
              <a:t></a:t>
            </a:r>
            <a:r>
              <a:rPr lang="zh-CN" altLang="en-US" b="1">
                <a:latin typeface="宋体" panose="02010600030101010101" pitchFamily="2" charset="-122"/>
              </a:rPr>
              <a:t>，则称</a:t>
            </a:r>
            <a:r>
              <a:rPr lang="zh-CN" altLang="en-US" b="1">
                <a:latin typeface="宋体" panose="02010600030101010101" pitchFamily="2" charset="-122"/>
                <a:sym typeface="Symbol" panose="05050102010706020507" pitchFamily="18" charset="2"/>
              </a:rPr>
              <a:t></a:t>
            </a:r>
            <a:r>
              <a:rPr lang="zh-CN" altLang="en-US" b="1">
                <a:latin typeface="宋体" panose="02010600030101010101" pitchFamily="2" charset="-122"/>
              </a:rPr>
              <a:t>为</a:t>
            </a:r>
            <a:r>
              <a:rPr lang="en-US" altLang="zh-CN" b="1"/>
              <a:t>DFA M</a:t>
            </a:r>
            <a:r>
              <a:rPr lang="zh-CN" altLang="en-US" b="1">
                <a:latin typeface="宋体" panose="02010600030101010101" pitchFamily="2" charset="-122"/>
              </a:rPr>
              <a:t>所</a:t>
            </a:r>
            <a:r>
              <a:rPr lang="zh-CN" altLang="en-US" b="1">
                <a:solidFill>
                  <a:srgbClr val="CC0000"/>
                </a:solidFill>
                <a:latin typeface="宋体" panose="02010600030101010101" pitchFamily="2" charset="-122"/>
              </a:rPr>
              <a:t>识别</a:t>
            </a:r>
            <a:r>
              <a:rPr lang="en-US" altLang="zh-CN" b="1"/>
              <a:t>(</a:t>
            </a:r>
            <a:r>
              <a:rPr lang="zh-CN" altLang="en-US" b="1">
                <a:solidFill>
                  <a:srgbClr val="CC0000"/>
                </a:solidFill>
                <a:latin typeface="宋体" panose="02010600030101010101" pitchFamily="2" charset="-122"/>
              </a:rPr>
              <a:t>接收</a:t>
            </a:r>
            <a:r>
              <a:rPr lang="en-US" altLang="zh-CN" b="1"/>
              <a:t>)</a:t>
            </a:r>
          </a:p>
          <a:p>
            <a:pPr algn="just" eaLnBrk="1" hangingPunct="1"/>
            <a:r>
              <a:rPr lang="en-US" altLang="zh-CN" b="1"/>
              <a:t>DFA M</a:t>
            </a:r>
            <a:r>
              <a:rPr lang="zh-CN" altLang="en-US" b="1">
                <a:latin typeface="宋体" panose="02010600030101010101" pitchFamily="2" charset="-122"/>
              </a:rPr>
              <a:t>所识别的字的全体记为</a:t>
            </a:r>
            <a:r>
              <a:rPr lang="en-US" altLang="zh-CN" b="1"/>
              <a:t>L(M)</a:t>
            </a:r>
            <a:endParaRPr lang="en-US" altLang="zh-CN" b="1">
              <a:latin typeface="宋体" panose="02010600030101010101" pitchFamily="2" charset="-122"/>
            </a:endParaRPr>
          </a:p>
        </p:txBody>
      </p:sp>
      <p:sp>
        <p:nvSpPr>
          <p:cNvPr id="29" name="Text Box 31">
            <a:extLst>
              <a:ext uri="{FF2B5EF4-FFF2-40B4-BE49-F238E27FC236}">
                <a16:creationId xmlns:a16="http://schemas.microsoft.com/office/drawing/2014/main" id="{D83461CB-E532-3C55-9F2F-70C9EC809D4D}"/>
              </a:ext>
            </a:extLst>
          </p:cNvPr>
          <p:cNvSpPr txBox="1">
            <a:spLocks noChangeArrowheads="1"/>
          </p:cNvSpPr>
          <p:nvPr/>
        </p:nvSpPr>
        <p:spPr bwMode="auto">
          <a:xfrm>
            <a:off x="5953126" y="5835650"/>
            <a:ext cx="38202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en-US" altLang="zh-CN" sz="2800" b="1">
                <a:solidFill>
                  <a:srgbClr val="000000"/>
                </a:solidFill>
                <a:latin typeface="微软雅黑" panose="020B0503020204020204" pitchFamily="34" charset="-122"/>
                <a:ea typeface="微软雅黑" panose="020B0503020204020204" pitchFamily="34" charset="-122"/>
              </a:rPr>
              <a:t>L(M)={</a:t>
            </a:r>
            <a:r>
              <a:rPr kumimoji="1" lang="zh-CN" altLang="en-US" sz="2800" b="1">
                <a:solidFill>
                  <a:srgbClr val="000000"/>
                </a:solidFill>
                <a:latin typeface="微软雅黑" panose="020B0503020204020204" pitchFamily="34" charset="-122"/>
                <a:ea typeface="微软雅黑" panose="020B0503020204020204" pitchFamily="34" charset="-122"/>
              </a:rPr>
              <a:t>以</a:t>
            </a:r>
            <a:r>
              <a:rPr kumimoji="1" lang="en-US" altLang="zh-CN" sz="2800" b="1">
                <a:solidFill>
                  <a:srgbClr val="000000"/>
                </a:solidFill>
                <a:latin typeface="微软雅黑" panose="020B0503020204020204" pitchFamily="34" charset="-122"/>
                <a:ea typeface="微软雅黑" panose="020B0503020204020204" pitchFamily="34" charset="-122"/>
              </a:rPr>
              <a:t>00</a:t>
            </a:r>
            <a:r>
              <a:rPr kumimoji="1" lang="zh-CN" altLang="en-US" sz="2800" b="1">
                <a:solidFill>
                  <a:srgbClr val="000000"/>
                </a:solidFill>
                <a:latin typeface="微软雅黑" panose="020B0503020204020204" pitchFamily="34" charset="-122"/>
                <a:ea typeface="微软雅黑" panose="020B0503020204020204" pitchFamily="34" charset="-122"/>
              </a:rPr>
              <a:t>结尾的串</a:t>
            </a:r>
            <a:r>
              <a:rPr lang="en-US" altLang="zh-CN" sz="2800" b="1">
                <a:solidFill>
                  <a:srgbClr val="000000"/>
                </a:solidFill>
                <a:latin typeface="微软雅黑" panose="020B0503020204020204" pitchFamily="34" charset="-122"/>
                <a:ea typeface="微软雅黑" panose="020B0503020204020204" pitchFamily="34" charset="-122"/>
              </a:rPr>
              <a:t>}</a:t>
            </a:r>
            <a:endParaRPr lang="en-GB" altLang="zh-CN" sz="2800" b="1">
              <a:solidFill>
                <a:srgbClr val="000000"/>
              </a:solidFill>
              <a:latin typeface="微软雅黑" panose="020B0503020204020204" pitchFamily="34" charset="-122"/>
              <a:ea typeface="微软雅黑" panose="020B0503020204020204" pitchFamily="34" charset="-122"/>
            </a:endParaRPr>
          </a:p>
        </p:txBody>
      </p:sp>
      <p:grpSp>
        <p:nvGrpSpPr>
          <p:cNvPr id="30" name="组合 29">
            <a:extLst>
              <a:ext uri="{FF2B5EF4-FFF2-40B4-BE49-F238E27FC236}">
                <a16:creationId xmlns:a16="http://schemas.microsoft.com/office/drawing/2014/main" id="{6CD39EB5-AE6F-02A4-6B10-74BAD70BC441}"/>
              </a:ext>
            </a:extLst>
          </p:cNvPr>
          <p:cNvGrpSpPr>
            <a:grpSpLocks/>
          </p:cNvGrpSpPr>
          <p:nvPr/>
        </p:nvGrpSpPr>
        <p:grpSpPr bwMode="auto">
          <a:xfrm>
            <a:off x="2386014" y="3992563"/>
            <a:ext cx="4518025" cy="2328862"/>
            <a:chOff x="566616" y="4052887"/>
            <a:chExt cx="4518267" cy="2328863"/>
          </a:xfrm>
        </p:grpSpPr>
        <p:sp>
          <p:nvSpPr>
            <p:cNvPr id="31" name="Rectangle 58">
              <a:extLst>
                <a:ext uri="{FF2B5EF4-FFF2-40B4-BE49-F238E27FC236}">
                  <a16:creationId xmlns:a16="http://schemas.microsoft.com/office/drawing/2014/main" id="{0EAF35CD-B8E3-879E-8F42-B8AD777AF56D}"/>
                </a:ext>
              </a:extLst>
            </p:cNvPr>
            <p:cNvSpPr>
              <a:spLocks noChangeArrowheads="1"/>
            </p:cNvSpPr>
            <p:nvPr/>
          </p:nvSpPr>
          <p:spPr bwMode="auto">
            <a:xfrm>
              <a:off x="566616" y="5667375"/>
              <a:ext cx="1741580" cy="487363"/>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0" fontAlgn="base" hangingPunct="0">
                <a:spcBef>
                  <a:spcPct val="0"/>
                </a:spcBef>
                <a:spcAft>
                  <a:spcPct val="0"/>
                </a:spcAft>
                <a:buClrTx/>
                <a:buSzTx/>
                <a:buNone/>
                <a:defRPr/>
              </a:pPr>
              <a:r>
                <a:rPr kumimoji="1" lang="en-US" altLang="zh-CN" sz="2000" b="1" dirty="0">
                  <a:solidFill>
                    <a:srgbClr val="000000"/>
                  </a:solidFill>
                  <a:latin typeface="宋体"/>
                  <a:ea typeface="宋体"/>
                </a:rPr>
                <a:t>DFA M</a:t>
              </a:r>
            </a:p>
          </p:txBody>
        </p:sp>
        <p:sp>
          <p:nvSpPr>
            <p:cNvPr id="121862" name="Rectangle 33">
              <a:extLst>
                <a:ext uri="{FF2B5EF4-FFF2-40B4-BE49-F238E27FC236}">
                  <a16:creationId xmlns:a16="http://schemas.microsoft.com/office/drawing/2014/main" id="{622153F5-572C-CF7C-382D-307F11F04368}"/>
                </a:ext>
              </a:extLst>
            </p:cNvPr>
            <p:cNvSpPr>
              <a:spLocks noChangeArrowheads="1"/>
            </p:cNvSpPr>
            <p:nvPr/>
          </p:nvSpPr>
          <p:spPr bwMode="auto">
            <a:xfrm>
              <a:off x="3594074" y="4424362"/>
              <a:ext cx="35881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0</a:t>
              </a:r>
            </a:p>
          </p:txBody>
        </p:sp>
        <p:sp>
          <p:nvSpPr>
            <p:cNvPr id="121863" name="Rectangle 34">
              <a:extLst>
                <a:ext uri="{FF2B5EF4-FFF2-40B4-BE49-F238E27FC236}">
                  <a16:creationId xmlns:a16="http://schemas.microsoft.com/office/drawing/2014/main" id="{B78AFC42-E1FA-8186-15A9-48E4B58930BE}"/>
                </a:ext>
              </a:extLst>
            </p:cNvPr>
            <p:cNvSpPr>
              <a:spLocks noChangeArrowheads="1"/>
            </p:cNvSpPr>
            <p:nvPr/>
          </p:nvSpPr>
          <p:spPr bwMode="auto">
            <a:xfrm>
              <a:off x="1878611" y="5111947"/>
              <a:ext cx="36039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1</a:t>
              </a:r>
            </a:p>
          </p:txBody>
        </p:sp>
        <p:sp>
          <p:nvSpPr>
            <p:cNvPr id="121864" name="Rectangle 35">
              <a:extLst>
                <a:ext uri="{FF2B5EF4-FFF2-40B4-BE49-F238E27FC236}">
                  <a16:creationId xmlns:a16="http://schemas.microsoft.com/office/drawing/2014/main" id="{864D6F9C-121D-2908-B69B-9066652CD002}"/>
                </a:ext>
              </a:extLst>
            </p:cNvPr>
            <p:cNvSpPr>
              <a:spLocks noChangeArrowheads="1"/>
            </p:cNvSpPr>
            <p:nvPr/>
          </p:nvSpPr>
          <p:spPr bwMode="auto">
            <a:xfrm>
              <a:off x="1866705" y="4303712"/>
              <a:ext cx="35881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0</a:t>
              </a:r>
            </a:p>
          </p:txBody>
        </p:sp>
        <p:sp>
          <p:nvSpPr>
            <p:cNvPr id="121865" name="Oval 36">
              <a:extLst>
                <a:ext uri="{FF2B5EF4-FFF2-40B4-BE49-F238E27FC236}">
                  <a16:creationId xmlns:a16="http://schemas.microsoft.com/office/drawing/2014/main" id="{44BF3F74-4A52-AA5B-B68B-C9DA99C19F39}"/>
                </a:ext>
              </a:extLst>
            </p:cNvPr>
            <p:cNvSpPr>
              <a:spLocks noChangeArrowheads="1"/>
            </p:cNvSpPr>
            <p:nvPr/>
          </p:nvSpPr>
          <p:spPr bwMode="auto">
            <a:xfrm>
              <a:off x="1072876" y="4799012"/>
              <a:ext cx="539803" cy="508000"/>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12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1</a:t>
              </a:r>
            </a:p>
          </p:txBody>
        </p:sp>
        <p:sp>
          <p:nvSpPr>
            <p:cNvPr id="121866" name="Oval 37">
              <a:extLst>
                <a:ext uri="{FF2B5EF4-FFF2-40B4-BE49-F238E27FC236}">
                  <a16:creationId xmlns:a16="http://schemas.microsoft.com/office/drawing/2014/main" id="{C07509D3-D50B-4B49-1BD0-555914B6206B}"/>
                </a:ext>
              </a:extLst>
            </p:cNvPr>
            <p:cNvSpPr>
              <a:spLocks noChangeArrowheads="1"/>
            </p:cNvSpPr>
            <p:nvPr/>
          </p:nvSpPr>
          <p:spPr bwMode="auto">
            <a:xfrm>
              <a:off x="2498591" y="4052887"/>
              <a:ext cx="539803" cy="50958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12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2</a:t>
              </a:r>
            </a:p>
          </p:txBody>
        </p:sp>
        <p:sp>
          <p:nvSpPr>
            <p:cNvPr id="121867" name="Oval 38">
              <a:extLst>
                <a:ext uri="{FF2B5EF4-FFF2-40B4-BE49-F238E27FC236}">
                  <a16:creationId xmlns:a16="http://schemas.microsoft.com/office/drawing/2014/main" id="{82424E57-6CAB-E6C1-E4E3-0F105F1D3CDE}"/>
                </a:ext>
              </a:extLst>
            </p:cNvPr>
            <p:cNvSpPr>
              <a:spLocks noChangeArrowheads="1"/>
            </p:cNvSpPr>
            <p:nvPr/>
          </p:nvSpPr>
          <p:spPr bwMode="auto">
            <a:xfrm>
              <a:off x="2541459" y="5400675"/>
              <a:ext cx="539803" cy="508000"/>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12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3</a:t>
              </a:r>
            </a:p>
          </p:txBody>
        </p:sp>
        <p:sp>
          <p:nvSpPr>
            <p:cNvPr id="121868" name="Oval 39">
              <a:extLst>
                <a:ext uri="{FF2B5EF4-FFF2-40B4-BE49-F238E27FC236}">
                  <a16:creationId xmlns:a16="http://schemas.microsoft.com/office/drawing/2014/main" id="{27D57FFE-2218-0BED-7595-552EB2D59481}"/>
                </a:ext>
              </a:extLst>
            </p:cNvPr>
            <p:cNvSpPr>
              <a:spLocks noChangeArrowheads="1"/>
            </p:cNvSpPr>
            <p:nvPr/>
          </p:nvSpPr>
          <p:spPr bwMode="auto">
            <a:xfrm>
              <a:off x="4133877" y="4725987"/>
              <a:ext cx="539803" cy="508000"/>
            </a:xfrm>
            <a:prstGeom prst="ellipse">
              <a:avLst/>
            </a:prstGeom>
            <a:noFill/>
            <a:ln w="63500" cmpd="dbl">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12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4</a:t>
              </a:r>
            </a:p>
          </p:txBody>
        </p:sp>
        <p:sp>
          <p:nvSpPr>
            <p:cNvPr id="121869" name="Line 40">
              <a:extLst>
                <a:ext uri="{FF2B5EF4-FFF2-40B4-BE49-F238E27FC236}">
                  <a16:creationId xmlns:a16="http://schemas.microsoft.com/office/drawing/2014/main" id="{570E1A0C-2F8D-A770-C35E-399DB4BC04D0}"/>
                </a:ext>
              </a:extLst>
            </p:cNvPr>
            <p:cNvSpPr>
              <a:spLocks noChangeShapeType="1"/>
            </p:cNvSpPr>
            <p:nvPr/>
          </p:nvSpPr>
          <p:spPr bwMode="auto">
            <a:xfrm flipV="1">
              <a:off x="1576164" y="4425950"/>
              <a:ext cx="936717" cy="431800"/>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0" name="Line 41">
              <a:extLst>
                <a:ext uri="{FF2B5EF4-FFF2-40B4-BE49-F238E27FC236}">
                  <a16:creationId xmlns:a16="http://schemas.microsoft.com/office/drawing/2014/main" id="{B5BA29C5-1594-DCA7-DE60-FBEBD2474553}"/>
                </a:ext>
              </a:extLst>
            </p:cNvPr>
            <p:cNvSpPr>
              <a:spLocks noChangeShapeType="1"/>
            </p:cNvSpPr>
            <p:nvPr/>
          </p:nvSpPr>
          <p:spPr bwMode="auto">
            <a:xfrm>
              <a:off x="1576164" y="5218112"/>
              <a:ext cx="936717" cy="452438"/>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1" name="Line 42">
              <a:extLst>
                <a:ext uri="{FF2B5EF4-FFF2-40B4-BE49-F238E27FC236}">
                  <a16:creationId xmlns:a16="http://schemas.microsoft.com/office/drawing/2014/main" id="{65C8FC4B-422B-6AB3-969B-F2FF663EA33E}"/>
                </a:ext>
              </a:extLst>
            </p:cNvPr>
            <p:cNvSpPr>
              <a:spLocks noChangeShapeType="1"/>
            </p:cNvSpPr>
            <p:nvPr/>
          </p:nvSpPr>
          <p:spPr bwMode="auto">
            <a:xfrm flipH="1">
              <a:off x="3081262" y="5175250"/>
              <a:ext cx="1044678" cy="381000"/>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2" name="Line 43">
              <a:extLst>
                <a:ext uri="{FF2B5EF4-FFF2-40B4-BE49-F238E27FC236}">
                  <a16:creationId xmlns:a16="http://schemas.microsoft.com/office/drawing/2014/main" id="{06B218EF-EE39-3FD8-CC6A-8F239CEF6113}"/>
                </a:ext>
              </a:extLst>
            </p:cNvPr>
            <p:cNvSpPr>
              <a:spLocks noChangeShapeType="1"/>
            </p:cNvSpPr>
            <p:nvPr/>
          </p:nvSpPr>
          <p:spPr bwMode="auto">
            <a:xfrm>
              <a:off x="3016167" y="4425950"/>
              <a:ext cx="1117710" cy="469900"/>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3" name="Line 44">
              <a:extLst>
                <a:ext uri="{FF2B5EF4-FFF2-40B4-BE49-F238E27FC236}">
                  <a16:creationId xmlns:a16="http://schemas.microsoft.com/office/drawing/2014/main" id="{F5E4AE06-268A-069B-50CA-4E2555E6F6A8}"/>
                </a:ext>
              </a:extLst>
            </p:cNvPr>
            <p:cNvSpPr>
              <a:spLocks noChangeShapeType="1"/>
            </p:cNvSpPr>
            <p:nvPr/>
          </p:nvSpPr>
          <p:spPr bwMode="auto">
            <a:xfrm flipH="1">
              <a:off x="2728802" y="4570412"/>
              <a:ext cx="0" cy="863600"/>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4" name="Line 45">
              <a:extLst>
                <a:ext uri="{FF2B5EF4-FFF2-40B4-BE49-F238E27FC236}">
                  <a16:creationId xmlns:a16="http://schemas.microsoft.com/office/drawing/2014/main" id="{09A300CA-FB90-345D-6197-591A2AD67E63}"/>
                </a:ext>
              </a:extLst>
            </p:cNvPr>
            <p:cNvSpPr>
              <a:spLocks noChangeShapeType="1"/>
            </p:cNvSpPr>
            <p:nvPr/>
          </p:nvSpPr>
          <p:spPr bwMode="auto">
            <a:xfrm flipV="1">
              <a:off x="2873278" y="4570412"/>
              <a:ext cx="0" cy="838200"/>
            </a:xfrm>
            <a:prstGeom prst="line">
              <a:avLst/>
            </a:prstGeom>
            <a:noFill/>
            <a:ln w="25400">
              <a:solidFill>
                <a:srgbClr val="000000"/>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75" name="Rectangle 46">
              <a:extLst>
                <a:ext uri="{FF2B5EF4-FFF2-40B4-BE49-F238E27FC236}">
                  <a16:creationId xmlns:a16="http://schemas.microsoft.com/office/drawing/2014/main" id="{A4148275-4D5A-E673-E069-5A754BD81A6E}"/>
                </a:ext>
              </a:extLst>
            </p:cNvPr>
            <p:cNvSpPr>
              <a:spLocks noChangeArrowheads="1"/>
            </p:cNvSpPr>
            <p:nvPr/>
          </p:nvSpPr>
          <p:spPr bwMode="auto">
            <a:xfrm>
              <a:off x="3002673" y="4856162"/>
              <a:ext cx="18099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0</a:t>
              </a:r>
            </a:p>
          </p:txBody>
        </p:sp>
        <p:sp>
          <p:nvSpPr>
            <p:cNvPr id="121876" name="Rectangle 48">
              <a:extLst>
                <a:ext uri="{FF2B5EF4-FFF2-40B4-BE49-F238E27FC236}">
                  <a16:creationId xmlns:a16="http://schemas.microsoft.com/office/drawing/2014/main" id="{CB2F9EF2-6F75-1FDF-C9A7-44A53D052372}"/>
                </a:ext>
              </a:extLst>
            </p:cNvPr>
            <p:cNvSpPr>
              <a:spLocks noChangeArrowheads="1"/>
            </p:cNvSpPr>
            <p:nvPr/>
          </p:nvSpPr>
          <p:spPr bwMode="auto">
            <a:xfrm>
              <a:off x="4602236" y="5260975"/>
              <a:ext cx="36039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0</a:t>
              </a:r>
            </a:p>
          </p:txBody>
        </p:sp>
        <p:sp>
          <p:nvSpPr>
            <p:cNvPr id="121877" name="Rectangle 49">
              <a:extLst>
                <a:ext uri="{FF2B5EF4-FFF2-40B4-BE49-F238E27FC236}">
                  <a16:creationId xmlns:a16="http://schemas.microsoft.com/office/drawing/2014/main" id="{AD70D40A-C49F-F33A-A5CB-F8D451BADFDF}"/>
                </a:ext>
              </a:extLst>
            </p:cNvPr>
            <p:cNvSpPr>
              <a:spLocks noChangeArrowheads="1"/>
            </p:cNvSpPr>
            <p:nvPr/>
          </p:nvSpPr>
          <p:spPr bwMode="auto">
            <a:xfrm>
              <a:off x="2333475" y="4856162"/>
              <a:ext cx="36039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1</a:t>
              </a:r>
            </a:p>
          </p:txBody>
        </p:sp>
        <p:sp>
          <p:nvSpPr>
            <p:cNvPr id="121878" name="Rectangle 51">
              <a:extLst>
                <a:ext uri="{FF2B5EF4-FFF2-40B4-BE49-F238E27FC236}">
                  <a16:creationId xmlns:a16="http://schemas.microsoft.com/office/drawing/2014/main" id="{97ACC99F-C1DD-BF9A-E01B-878C355E268E}"/>
                </a:ext>
              </a:extLst>
            </p:cNvPr>
            <p:cNvSpPr>
              <a:spLocks noChangeArrowheads="1"/>
            </p:cNvSpPr>
            <p:nvPr/>
          </p:nvSpPr>
          <p:spPr bwMode="auto">
            <a:xfrm>
              <a:off x="2966157" y="6027738"/>
              <a:ext cx="36039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1</a:t>
              </a:r>
            </a:p>
          </p:txBody>
        </p:sp>
        <p:sp>
          <p:nvSpPr>
            <p:cNvPr id="121879" name="Rectangle 52">
              <a:extLst>
                <a:ext uri="{FF2B5EF4-FFF2-40B4-BE49-F238E27FC236}">
                  <a16:creationId xmlns:a16="http://schemas.microsoft.com/office/drawing/2014/main" id="{09FB593A-AB5D-E211-E915-E81A17729AA5}"/>
                </a:ext>
              </a:extLst>
            </p:cNvPr>
            <p:cNvSpPr>
              <a:spLocks noChangeArrowheads="1"/>
            </p:cNvSpPr>
            <p:nvPr/>
          </p:nvSpPr>
          <p:spPr bwMode="auto">
            <a:xfrm>
              <a:off x="3621065" y="5383406"/>
              <a:ext cx="36039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04000"/>
                </a:lnSpc>
                <a:spcBef>
                  <a:spcPct val="0"/>
                </a:spcBef>
                <a:spcAft>
                  <a:spcPct val="0"/>
                </a:spcAft>
                <a:buClrTx/>
                <a:buSzTx/>
                <a:buNone/>
              </a:pPr>
              <a:r>
                <a:rPr lang="en-GB" altLang="zh-CN" sz="2000" b="1">
                  <a:solidFill>
                    <a:srgbClr val="000000"/>
                  </a:solidFill>
                  <a:latin typeface="微软雅黑" panose="020B0503020204020204" pitchFamily="34" charset="-122"/>
                  <a:ea typeface="微软雅黑" panose="020B0503020204020204" pitchFamily="34" charset="-122"/>
                </a:rPr>
                <a:t>1</a:t>
              </a:r>
            </a:p>
          </p:txBody>
        </p:sp>
        <p:sp>
          <p:nvSpPr>
            <p:cNvPr id="121880" name="Freeform 53">
              <a:extLst>
                <a:ext uri="{FF2B5EF4-FFF2-40B4-BE49-F238E27FC236}">
                  <a16:creationId xmlns:a16="http://schemas.microsoft.com/office/drawing/2014/main" id="{62309BAB-C13B-A8CD-9BF5-75206C2D5935}"/>
                </a:ext>
              </a:extLst>
            </p:cNvPr>
            <p:cNvSpPr>
              <a:spLocks/>
            </p:cNvSpPr>
            <p:nvPr/>
          </p:nvSpPr>
          <p:spPr bwMode="auto">
            <a:xfrm>
              <a:off x="4472048" y="4959350"/>
              <a:ext cx="612835" cy="287338"/>
            </a:xfrm>
            <a:custGeom>
              <a:avLst/>
              <a:gdLst>
                <a:gd name="T0" fmla="*/ 0 w 386"/>
                <a:gd name="T1" fmla="*/ 2147483646 h 181"/>
                <a:gd name="T2" fmla="*/ 2147483646 w 386"/>
                <a:gd name="T3" fmla="*/ 2147483646 h 181"/>
                <a:gd name="T4" fmla="*/ 2147483646 w 386"/>
                <a:gd name="T5" fmla="*/ 0 h 181"/>
                <a:gd name="T6" fmla="*/ 0 60000 65536"/>
                <a:gd name="T7" fmla="*/ 0 60000 65536"/>
                <a:gd name="T8" fmla="*/ 0 60000 65536"/>
                <a:gd name="T9" fmla="*/ 0 w 386"/>
                <a:gd name="T10" fmla="*/ 0 h 181"/>
                <a:gd name="T11" fmla="*/ 386 w 386"/>
                <a:gd name="T12" fmla="*/ 181 h 181"/>
              </a:gdLst>
              <a:ahLst/>
              <a:cxnLst>
                <a:cxn ang="T6">
                  <a:pos x="T0" y="T1"/>
                </a:cxn>
                <a:cxn ang="T7">
                  <a:pos x="T2" y="T3"/>
                </a:cxn>
                <a:cxn ang="T8">
                  <a:pos x="T4" y="T5"/>
                </a:cxn>
              </a:cxnLst>
              <a:rect l="T9" t="T10" r="T11" b="T12"/>
              <a:pathLst>
                <a:path w="386" h="181">
                  <a:moveTo>
                    <a:pt x="0" y="181"/>
                  </a:moveTo>
                  <a:cubicBezTo>
                    <a:pt x="170" y="173"/>
                    <a:pt x="340" y="166"/>
                    <a:pt x="363" y="136"/>
                  </a:cubicBezTo>
                  <a:cubicBezTo>
                    <a:pt x="386" y="106"/>
                    <a:pt x="261" y="53"/>
                    <a:pt x="136" y="0"/>
                  </a:cubicBezTo>
                </a:path>
              </a:pathLst>
            </a:custGeom>
            <a:noFill/>
            <a:ln w="2540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81" name="Freeform 60">
              <a:extLst>
                <a:ext uri="{FF2B5EF4-FFF2-40B4-BE49-F238E27FC236}">
                  <a16:creationId xmlns:a16="http://schemas.microsoft.com/office/drawing/2014/main" id="{8DFA4FF0-BE38-5B3E-814E-E316C9688430}"/>
                </a:ext>
              </a:extLst>
            </p:cNvPr>
            <p:cNvSpPr>
              <a:spLocks/>
            </p:cNvSpPr>
            <p:nvPr/>
          </p:nvSpPr>
          <p:spPr bwMode="auto">
            <a:xfrm>
              <a:off x="2627192" y="5794375"/>
              <a:ext cx="433431" cy="587375"/>
            </a:xfrm>
            <a:custGeom>
              <a:avLst/>
              <a:gdLst>
                <a:gd name="T0" fmla="*/ 2147483646 w 273"/>
                <a:gd name="T1" fmla="*/ 0 h 370"/>
                <a:gd name="T2" fmla="*/ 2147483646 w 273"/>
                <a:gd name="T3" fmla="*/ 2147483646 h 370"/>
                <a:gd name="T4" fmla="*/ 0 w 273"/>
                <a:gd name="T5" fmla="*/ 2147483646 h 370"/>
                <a:gd name="T6" fmla="*/ 0 60000 65536"/>
                <a:gd name="T7" fmla="*/ 0 60000 65536"/>
                <a:gd name="T8" fmla="*/ 0 60000 65536"/>
                <a:gd name="T9" fmla="*/ 0 w 273"/>
                <a:gd name="T10" fmla="*/ 0 h 370"/>
                <a:gd name="T11" fmla="*/ 273 w 273"/>
                <a:gd name="T12" fmla="*/ 370 h 370"/>
              </a:gdLst>
              <a:ahLst/>
              <a:cxnLst>
                <a:cxn ang="T6">
                  <a:pos x="T0" y="T1"/>
                </a:cxn>
                <a:cxn ang="T7">
                  <a:pos x="T2" y="T3"/>
                </a:cxn>
                <a:cxn ang="T8">
                  <a:pos x="T4" y="T5"/>
                </a:cxn>
              </a:cxnLst>
              <a:rect l="T9" t="T10" r="T11" b="T12"/>
              <a:pathLst>
                <a:path w="273" h="370">
                  <a:moveTo>
                    <a:pt x="273" y="0"/>
                  </a:moveTo>
                  <a:cubicBezTo>
                    <a:pt x="227" y="178"/>
                    <a:pt x="181" y="356"/>
                    <a:pt x="136" y="363"/>
                  </a:cubicBezTo>
                  <a:cubicBezTo>
                    <a:pt x="91" y="370"/>
                    <a:pt x="45" y="207"/>
                    <a:pt x="0" y="45"/>
                  </a:cubicBezTo>
                </a:path>
              </a:pathLst>
            </a:custGeom>
            <a:noFill/>
            <a:ln w="2540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1882" name="AutoShape 62">
              <a:extLst>
                <a:ext uri="{FF2B5EF4-FFF2-40B4-BE49-F238E27FC236}">
                  <a16:creationId xmlns:a16="http://schemas.microsoft.com/office/drawing/2014/main" id="{A7763D6A-79BE-F72E-07C8-32E4D9486C11}"/>
                </a:ext>
              </a:extLst>
            </p:cNvPr>
            <p:cNvSpPr>
              <a:spLocks noChangeArrowheads="1"/>
            </p:cNvSpPr>
            <p:nvPr/>
          </p:nvSpPr>
          <p:spPr bwMode="auto">
            <a:xfrm>
              <a:off x="691839" y="4929807"/>
              <a:ext cx="311181" cy="244475"/>
            </a:xfrm>
            <a:prstGeom prst="rightArrow">
              <a:avLst>
                <a:gd name="adj1" fmla="val 50000"/>
                <a:gd name="adj2" fmla="val 31815"/>
              </a:avLst>
            </a:prstGeom>
            <a:noFill/>
            <a:ln w="19050" cap="sq">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endParaRPr lang="zh-CN" altLang="en-US" sz="1800" b="1">
                <a:solidFill>
                  <a:srgbClr val="000000"/>
                </a:solidFill>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706">
                                            <p:txEl>
                                              <p:pRg st="0" end="0"/>
                                            </p:txEl>
                                          </p:spTgt>
                                        </p:tgtEl>
                                        <p:attrNameLst>
                                          <p:attrName>style.visibility</p:attrName>
                                        </p:attrNameLst>
                                      </p:cBhvr>
                                      <p:to>
                                        <p:strVal val="visible"/>
                                      </p:to>
                                    </p:set>
                                    <p:animEffect transition="in" filter="wipe(left)">
                                      <p:cBhvr>
                                        <p:cTn id="7" dur="500"/>
                                        <p:tgtEl>
                                          <p:spTgt spid="727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706">
                                            <p:txEl>
                                              <p:pRg st="1" end="1"/>
                                            </p:txEl>
                                          </p:spTgt>
                                        </p:tgtEl>
                                        <p:attrNameLst>
                                          <p:attrName>style.visibility</p:attrName>
                                        </p:attrNameLst>
                                      </p:cBhvr>
                                      <p:to>
                                        <p:strVal val="visible"/>
                                      </p:to>
                                    </p:set>
                                    <p:animEffect transition="in" filter="wipe(left)">
                                      <p:cBhvr>
                                        <p:cTn id="12" dur="500"/>
                                        <p:tgtEl>
                                          <p:spTgt spid="7270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uild="p" autoUpdateAnimBg="0"/>
      <p:bldP spid="2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65F77E87-B6DE-E1AB-0818-736CC2377CB0}"/>
              </a:ext>
            </a:extLst>
          </p:cNvPr>
          <p:cNvSpPr>
            <a:spLocks noGrp="1" noChangeArrowheads="1"/>
          </p:cNvSpPr>
          <p:nvPr>
            <p:ph type="title"/>
          </p:nvPr>
        </p:nvSpPr>
        <p:spPr>
          <a:xfrm>
            <a:off x="1825625" y="260350"/>
            <a:ext cx="8540750" cy="1143000"/>
          </a:xfrm>
        </p:spPr>
        <p:txBody>
          <a:bodyPr/>
          <a:lstStyle/>
          <a:p>
            <a:pPr eaLnBrk="1" hangingPunct="1"/>
            <a:r>
              <a:rPr lang="zh-CN" altLang="en-US"/>
              <a:t>测试</a:t>
            </a:r>
            <a:endParaRPr lang="zh-CN" altLang="en-GB"/>
          </a:p>
        </p:txBody>
      </p:sp>
      <p:sp>
        <p:nvSpPr>
          <p:cNvPr id="123907" name="Rectangle 3">
            <a:extLst>
              <a:ext uri="{FF2B5EF4-FFF2-40B4-BE49-F238E27FC236}">
                <a16:creationId xmlns:a16="http://schemas.microsoft.com/office/drawing/2014/main" id="{1A798A48-3705-8468-41C5-6CC4950F29E3}"/>
              </a:ext>
            </a:extLst>
          </p:cNvPr>
          <p:cNvSpPr>
            <a:spLocks noGrp="1" noChangeArrowheads="1"/>
          </p:cNvSpPr>
          <p:nvPr>
            <p:ph idx="1"/>
          </p:nvPr>
        </p:nvSpPr>
        <p:spPr>
          <a:xfrm>
            <a:off x="1825625" y="1557339"/>
            <a:ext cx="8540750" cy="4194175"/>
          </a:xfrm>
        </p:spPr>
        <p:txBody>
          <a:bodyPr/>
          <a:lstStyle/>
          <a:p>
            <a:pPr eaLnBrk="1" hangingPunct="1"/>
            <a:r>
              <a:rPr lang="zh-CN" altLang="en-US">
                <a:solidFill>
                  <a:srgbClr val="000808"/>
                </a:solidFill>
              </a:rPr>
              <a:t>图中</a:t>
            </a:r>
            <a:r>
              <a:rPr lang="en-US" altLang="zh-CN">
                <a:solidFill>
                  <a:srgbClr val="000808"/>
                </a:solidFill>
              </a:rPr>
              <a:t>DFA M</a:t>
            </a:r>
            <a:r>
              <a:rPr lang="zh-CN" altLang="en-US">
                <a:solidFill>
                  <a:srgbClr val="000808"/>
                </a:solidFill>
              </a:rPr>
              <a:t>识别的</a:t>
            </a:r>
            <a:r>
              <a:rPr lang="en-US" altLang="zh-CN">
                <a:solidFill>
                  <a:srgbClr val="000808"/>
                </a:solidFill>
              </a:rPr>
              <a:t>L(M) </a:t>
            </a:r>
            <a:r>
              <a:rPr lang="zh-CN" altLang="en-US">
                <a:solidFill>
                  <a:srgbClr val="000808"/>
                </a:solidFill>
              </a:rPr>
              <a:t>是什么？  </a:t>
            </a:r>
          </a:p>
          <a:p>
            <a:pPr eaLnBrk="1" hangingPunct="1">
              <a:buFont typeface="Wingdings" panose="05000000000000000000" pitchFamily="2" charset="2"/>
              <a:buNone/>
            </a:pPr>
            <a:r>
              <a:rPr lang="en-US" altLang="zh-CN">
                <a:solidFill>
                  <a:srgbClr val="000808"/>
                </a:solidFill>
              </a:rPr>
              <a:t>A. L(M)={</a:t>
            </a:r>
            <a:r>
              <a:rPr kumimoji="1" lang="zh-CN" altLang="en-US">
                <a:solidFill>
                  <a:srgbClr val="000808"/>
                </a:solidFill>
              </a:rPr>
              <a:t>以</a:t>
            </a:r>
            <a:r>
              <a:rPr kumimoji="1" lang="en-US" altLang="zh-CN">
                <a:solidFill>
                  <a:srgbClr val="000808"/>
                </a:solidFill>
              </a:rPr>
              <a:t>aa</a:t>
            </a:r>
            <a:r>
              <a:rPr kumimoji="1" lang="zh-CN" altLang="en-US">
                <a:solidFill>
                  <a:srgbClr val="000808"/>
                </a:solidFill>
              </a:rPr>
              <a:t>或</a:t>
            </a:r>
            <a:r>
              <a:rPr kumimoji="1" lang="en-US" altLang="zh-CN">
                <a:solidFill>
                  <a:srgbClr val="000808"/>
                </a:solidFill>
              </a:rPr>
              <a:t>bb</a:t>
            </a:r>
            <a:r>
              <a:rPr kumimoji="1" lang="zh-CN" altLang="en-US">
                <a:solidFill>
                  <a:srgbClr val="000808"/>
                </a:solidFill>
              </a:rPr>
              <a:t>开头的字</a:t>
            </a:r>
            <a:r>
              <a:rPr lang="en-US" altLang="zh-CN">
                <a:solidFill>
                  <a:srgbClr val="000808"/>
                </a:solidFill>
              </a:rPr>
              <a:t>}</a:t>
            </a:r>
          </a:p>
          <a:p>
            <a:pPr eaLnBrk="1" hangingPunct="1">
              <a:buFont typeface="Wingdings" panose="05000000000000000000" pitchFamily="2" charset="2"/>
              <a:buNone/>
            </a:pPr>
            <a:r>
              <a:rPr lang="en-US" altLang="zh-CN">
                <a:solidFill>
                  <a:srgbClr val="000808"/>
                </a:solidFill>
              </a:rPr>
              <a:t>B. L(M)={</a:t>
            </a:r>
            <a:r>
              <a:rPr kumimoji="1" lang="zh-CN" altLang="en-US">
                <a:solidFill>
                  <a:srgbClr val="000808"/>
                </a:solidFill>
              </a:rPr>
              <a:t>含</a:t>
            </a:r>
            <a:r>
              <a:rPr kumimoji="1" lang="en-US" altLang="zh-CN">
                <a:solidFill>
                  <a:srgbClr val="000808"/>
                </a:solidFill>
              </a:rPr>
              <a:t>aa</a:t>
            </a:r>
            <a:r>
              <a:rPr kumimoji="1" lang="zh-CN" altLang="en-US">
                <a:solidFill>
                  <a:srgbClr val="000808"/>
                </a:solidFill>
              </a:rPr>
              <a:t>或</a:t>
            </a:r>
            <a:r>
              <a:rPr kumimoji="1" lang="en-US" altLang="zh-CN">
                <a:solidFill>
                  <a:srgbClr val="000808"/>
                </a:solidFill>
              </a:rPr>
              <a:t>bb</a:t>
            </a:r>
            <a:r>
              <a:rPr kumimoji="1" lang="zh-CN" altLang="en-US">
                <a:solidFill>
                  <a:srgbClr val="000808"/>
                </a:solidFill>
              </a:rPr>
              <a:t>的字</a:t>
            </a:r>
            <a:r>
              <a:rPr lang="en-US" altLang="zh-CN">
                <a:solidFill>
                  <a:srgbClr val="000808"/>
                </a:solidFill>
              </a:rPr>
              <a:t>}</a:t>
            </a:r>
          </a:p>
          <a:p>
            <a:pPr eaLnBrk="1" hangingPunct="1">
              <a:buFont typeface="Wingdings" panose="05000000000000000000" pitchFamily="2" charset="2"/>
              <a:buNone/>
            </a:pPr>
            <a:r>
              <a:rPr lang="en-US" altLang="zh-CN">
                <a:solidFill>
                  <a:srgbClr val="000808"/>
                </a:solidFill>
              </a:rPr>
              <a:t>C. L(M)={</a:t>
            </a:r>
            <a:r>
              <a:rPr kumimoji="1" lang="zh-CN" altLang="en-US">
                <a:solidFill>
                  <a:srgbClr val="000808"/>
                </a:solidFill>
              </a:rPr>
              <a:t>以</a:t>
            </a:r>
            <a:r>
              <a:rPr kumimoji="1" lang="en-US" altLang="zh-CN">
                <a:solidFill>
                  <a:srgbClr val="000808"/>
                </a:solidFill>
              </a:rPr>
              <a:t>aa</a:t>
            </a:r>
            <a:r>
              <a:rPr kumimoji="1" lang="zh-CN" altLang="en-US">
                <a:solidFill>
                  <a:srgbClr val="000808"/>
                </a:solidFill>
              </a:rPr>
              <a:t>或</a:t>
            </a:r>
            <a:r>
              <a:rPr kumimoji="1" lang="en-US" altLang="zh-CN">
                <a:solidFill>
                  <a:srgbClr val="000808"/>
                </a:solidFill>
              </a:rPr>
              <a:t>bb</a:t>
            </a:r>
            <a:r>
              <a:rPr kumimoji="1" lang="zh-CN" altLang="en-US">
                <a:solidFill>
                  <a:srgbClr val="000808"/>
                </a:solidFill>
              </a:rPr>
              <a:t>结尾的字</a:t>
            </a:r>
            <a:r>
              <a:rPr lang="en-US" altLang="zh-CN">
                <a:solidFill>
                  <a:srgbClr val="000808"/>
                </a:solidFill>
              </a:rPr>
              <a:t>}</a:t>
            </a:r>
            <a:endParaRPr lang="en-GB" altLang="zh-CN">
              <a:solidFill>
                <a:srgbClr val="000808"/>
              </a:solidFill>
            </a:endParaRPr>
          </a:p>
          <a:p>
            <a:pPr eaLnBrk="1" hangingPunct="1">
              <a:buFont typeface="Wingdings" panose="05000000000000000000" pitchFamily="2" charset="2"/>
              <a:buNone/>
            </a:pPr>
            <a:endParaRPr lang="en-GB" altLang="zh-CN"/>
          </a:p>
        </p:txBody>
      </p:sp>
      <p:grpSp>
        <p:nvGrpSpPr>
          <p:cNvPr id="123908" name="组合 27">
            <a:extLst>
              <a:ext uri="{FF2B5EF4-FFF2-40B4-BE49-F238E27FC236}">
                <a16:creationId xmlns:a16="http://schemas.microsoft.com/office/drawing/2014/main" id="{04167320-032D-7DD7-B544-E63525845312}"/>
              </a:ext>
            </a:extLst>
          </p:cNvPr>
          <p:cNvGrpSpPr>
            <a:grpSpLocks/>
          </p:cNvGrpSpPr>
          <p:nvPr/>
        </p:nvGrpSpPr>
        <p:grpSpPr bwMode="auto">
          <a:xfrm>
            <a:off x="2528889" y="4175126"/>
            <a:ext cx="3756025" cy="2682875"/>
            <a:chOff x="1204582" y="4289774"/>
            <a:chExt cx="3756025" cy="2682875"/>
          </a:xfrm>
        </p:grpSpPr>
        <p:sp>
          <p:nvSpPr>
            <p:cNvPr id="123910" name="Oval 41">
              <a:extLst>
                <a:ext uri="{FF2B5EF4-FFF2-40B4-BE49-F238E27FC236}">
                  <a16:creationId xmlns:a16="http://schemas.microsoft.com/office/drawing/2014/main" id="{E3EE7722-EFA3-488E-67C8-7D0782B56769}"/>
                </a:ext>
              </a:extLst>
            </p:cNvPr>
            <p:cNvSpPr>
              <a:spLocks noChangeArrowheads="1"/>
            </p:cNvSpPr>
            <p:nvPr/>
          </p:nvSpPr>
          <p:spPr bwMode="auto">
            <a:xfrm>
              <a:off x="1563357" y="5266087"/>
              <a:ext cx="442912" cy="43021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0</a:t>
              </a:r>
            </a:p>
          </p:txBody>
        </p:sp>
        <p:sp>
          <p:nvSpPr>
            <p:cNvPr id="123911" name="Line 42">
              <a:extLst>
                <a:ext uri="{FF2B5EF4-FFF2-40B4-BE49-F238E27FC236}">
                  <a16:creationId xmlns:a16="http://schemas.microsoft.com/office/drawing/2014/main" id="{CE40F0A9-CC6A-D8E6-168F-1E7A8BE404D2}"/>
                </a:ext>
              </a:extLst>
            </p:cNvPr>
            <p:cNvSpPr>
              <a:spLocks noChangeShapeType="1"/>
            </p:cNvSpPr>
            <p:nvPr/>
          </p:nvSpPr>
          <p:spPr bwMode="auto">
            <a:xfrm flipV="1">
              <a:off x="1990394" y="4594574"/>
              <a:ext cx="879475" cy="75723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2" name="Line 43">
              <a:extLst>
                <a:ext uri="{FF2B5EF4-FFF2-40B4-BE49-F238E27FC236}">
                  <a16:creationId xmlns:a16="http://schemas.microsoft.com/office/drawing/2014/main" id="{9735D1AF-1250-D9BB-71E1-1A324EB10AFC}"/>
                </a:ext>
              </a:extLst>
            </p:cNvPr>
            <p:cNvSpPr>
              <a:spLocks noChangeShapeType="1"/>
            </p:cNvSpPr>
            <p:nvPr/>
          </p:nvSpPr>
          <p:spPr bwMode="auto">
            <a:xfrm flipH="1" flipV="1">
              <a:off x="3242932" y="4627912"/>
              <a:ext cx="1228725" cy="6445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3" name="Freeform 44">
              <a:extLst>
                <a:ext uri="{FF2B5EF4-FFF2-40B4-BE49-F238E27FC236}">
                  <a16:creationId xmlns:a16="http://schemas.microsoft.com/office/drawing/2014/main" id="{BB9A997C-2932-144A-A8F1-1074581DC22A}"/>
                </a:ext>
              </a:extLst>
            </p:cNvPr>
            <p:cNvSpPr>
              <a:spLocks/>
            </p:cNvSpPr>
            <p:nvPr/>
          </p:nvSpPr>
          <p:spPr bwMode="auto">
            <a:xfrm>
              <a:off x="2561894" y="4710462"/>
              <a:ext cx="395287" cy="1266825"/>
            </a:xfrm>
            <a:custGeom>
              <a:avLst/>
              <a:gdLst>
                <a:gd name="T0" fmla="*/ 2147483646 w 380"/>
                <a:gd name="T1" fmla="*/ 0 h 1080"/>
                <a:gd name="T2" fmla="*/ 2147483646 w 380"/>
                <a:gd name="T3" fmla="*/ 2147483646 h 1080"/>
                <a:gd name="T4" fmla="*/ 2147483646 w 380"/>
                <a:gd name="T5" fmla="*/ 2147483646 h 1080"/>
                <a:gd name="T6" fmla="*/ 0 60000 65536"/>
                <a:gd name="T7" fmla="*/ 0 60000 65536"/>
                <a:gd name="T8" fmla="*/ 0 60000 65536"/>
                <a:gd name="T9" fmla="*/ 0 w 380"/>
                <a:gd name="T10" fmla="*/ 0 h 1080"/>
                <a:gd name="T11" fmla="*/ 380 w 380"/>
                <a:gd name="T12" fmla="*/ 1080 h 1080"/>
              </a:gdLst>
              <a:ahLst/>
              <a:cxnLst>
                <a:cxn ang="T6">
                  <a:pos x="T0" y="T1"/>
                </a:cxn>
                <a:cxn ang="T7">
                  <a:pos x="T2" y="T3"/>
                </a:cxn>
                <a:cxn ang="T8">
                  <a:pos x="T4" y="T5"/>
                </a:cxn>
              </a:cxnLst>
              <a:rect l="T9" t="T10" r="T11" b="T12"/>
              <a:pathLst>
                <a:path w="380" h="1080">
                  <a:moveTo>
                    <a:pt x="380" y="0"/>
                  </a:moveTo>
                  <a:cubicBezTo>
                    <a:pt x="210" y="150"/>
                    <a:pt x="40" y="300"/>
                    <a:pt x="20" y="480"/>
                  </a:cubicBezTo>
                  <a:cubicBezTo>
                    <a:pt x="0" y="660"/>
                    <a:pt x="130" y="870"/>
                    <a:pt x="260" y="1080"/>
                  </a:cubicBezTo>
                </a:path>
              </a:pathLst>
            </a:custGeom>
            <a:noFill/>
            <a:ln w="19050">
              <a:solidFill>
                <a:schemeClr val="tx1"/>
              </a:solidFill>
              <a:round/>
              <a:headEnd type="stealth" w="lg" len="lg"/>
              <a:tailEnd type="none" w="lg" len="lg"/>
            </a:ln>
            <a:extLst>
              <a:ext uri="{909E8E84-426E-40DD-AFC4-6F175D3DCCD1}">
                <a14:hiddenFill xmlns:a14="http://schemas.microsoft.com/office/drawing/2010/main">
                  <a:solidFill>
                    <a:srgbClr val="FFFFFF"/>
                  </a:solid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4" name="Freeform 45">
              <a:extLst>
                <a:ext uri="{FF2B5EF4-FFF2-40B4-BE49-F238E27FC236}">
                  <a16:creationId xmlns:a16="http://schemas.microsoft.com/office/drawing/2014/main" id="{B90250DB-F5D9-60E8-0FB5-75AF07B21157}"/>
                </a:ext>
              </a:extLst>
            </p:cNvPr>
            <p:cNvSpPr>
              <a:spLocks/>
            </p:cNvSpPr>
            <p:nvPr/>
          </p:nvSpPr>
          <p:spPr bwMode="auto">
            <a:xfrm>
              <a:off x="3052432" y="4710462"/>
              <a:ext cx="285750" cy="1266825"/>
            </a:xfrm>
            <a:custGeom>
              <a:avLst/>
              <a:gdLst>
                <a:gd name="T0" fmla="*/ 0 w 360"/>
                <a:gd name="T1" fmla="*/ 0 h 1080"/>
                <a:gd name="T2" fmla="*/ 2147483646 w 360"/>
                <a:gd name="T3" fmla="*/ 2147483646 h 1080"/>
                <a:gd name="T4" fmla="*/ 0 w 360"/>
                <a:gd name="T5" fmla="*/ 2147483646 h 1080"/>
                <a:gd name="T6" fmla="*/ 0 60000 65536"/>
                <a:gd name="T7" fmla="*/ 0 60000 65536"/>
                <a:gd name="T8" fmla="*/ 0 60000 65536"/>
                <a:gd name="T9" fmla="*/ 0 w 360"/>
                <a:gd name="T10" fmla="*/ 0 h 1080"/>
                <a:gd name="T11" fmla="*/ 360 w 360"/>
                <a:gd name="T12" fmla="*/ 1080 h 1080"/>
              </a:gdLst>
              <a:ahLst/>
              <a:cxnLst>
                <a:cxn ang="T6">
                  <a:pos x="T0" y="T1"/>
                </a:cxn>
                <a:cxn ang="T7">
                  <a:pos x="T2" y="T3"/>
                </a:cxn>
                <a:cxn ang="T8">
                  <a:pos x="T4" y="T5"/>
                </a:cxn>
              </a:cxnLst>
              <a:rect l="T9" t="T10" r="T11" b="T12"/>
              <a:pathLst>
                <a:path w="360" h="1080">
                  <a:moveTo>
                    <a:pt x="0" y="0"/>
                  </a:moveTo>
                  <a:cubicBezTo>
                    <a:pt x="180" y="210"/>
                    <a:pt x="360" y="420"/>
                    <a:pt x="360" y="600"/>
                  </a:cubicBezTo>
                  <a:cubicBezTo>
                    <a:pt x="360" y="780"/>
                    <a:pt x="180" y="930"/>
                    <a:pt x="0" y="1080"/>
                  </a:cubicBezTo>
                </a:path>
              </a:pathLst>
            </a:custGeom>
            <a:noFill/>
            <a:ln w="19050">
              <a:solidFill>
                <a:schemeClr val="tx1"/>
              </a:solidFill>
              <a:round/>
              <a:headEnd type="none" w="sm" len="med"/>
              <a:tailEnd type="stealth" w="lg" len="lg"/>
            </a:ln>
            <a:extLst>
              <a:ext uri="{909E8E84-426E-40DD-AFC4-6F175D3DCCD1}">
                <a14:hiddenFill xmlns:a14="http://schemas.microsoft.com/office/drawing/2010/main">
                  <a:solidFill>
                    <a:srgbClr val="FFFFFF"/>
                  </a:solid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5" name="Line 46">
              <a:extLst>
                <a:ext uri="{FF2B5EF4-FFF2-40B4-BE49-F238E27FC236}">
                  <a16:creationId xmlns:a16="http://schemas.microsoft.com/office/drawing/2014/main" id="{4D2AEBEE-115C-B60D-6271-C5D2F133EFD7}"/>
                </a:ext>
              </a:extLst>
            </p:cNvPr>
            <p:cNvSpPr>
              <a:spLocks noChangeShapeType="1"/>
            </p:cNvSpPr>
            <p:nvPr/>
          </p:nvSpPr>
          <p:spPr bwMode="auto">
            <a:xfrm>
              <a:off x="1990394" y="5558187"/>
              <a:ext cx="776287" cy="5556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6" name="Line 47">
              <a:extLst>
                <a:ext uri="{FF2B5EF4-FFF2-40B4-BE49-F238E27FC236}">
                  <a16:creationId xmlns:a16="http://schemas.microsoft.com/office/drawing/2014/main" id="{BA7079DB-B477-0541-77F4-A13F1C2C873B}"/>
                </a:ext>
              </a:extLst>
            </p:cNvPr>
            <p:cNvSpPr>
              <a:spLocks noChangeShapeType="1"/>
            </p:cNvSpPr>
            <p:nvPr/>
          </p:nvSpPr>
          <p:spPr bwMode="auto">
            <a:xfrm flipV="1">
              <a:off x="3174669" y="5481192"/>
              <a:ext cx="1323182" cy="57864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17" name="Oval 50">
              <a:extLst>
                <a:ext uri="{FF2B5EF4-FFF2-40B4-BE49-F238E27FC236}">
                  <a16:creationId xmlns:a16="http://schemas.microsoft.com/office/drawing/2014/main" id="{FA0A7AE1-88EB-B0A3-AAB7-D73C1FA70F06}"/>
                </a:ext>
              </a:extLst>
            </p:cNvPr>
            <p:cNvSpPr>
              <a:spLocks noChangeArrowheads="1"/>
            </p:cNvSpPr>
            <p:nvPr/>
          </p:nvSpPr>
          <p:spPr bwMode="auto">
            <a:xfrm>
              <a:off x="4487532" y="5143849"/>
              <a:ext cx="442912" cy="430212"/>
            </a:xfrm>
            <a:prstGeom prst="ellipse">
              <a:avLst/>
            </a:prstGeom>
            <a:noFill/>
            <a:ln w="635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3</a:t>
              </a:r>
            </a:p>
          </p:txBody>
        </p:sp>
        <p:sp>
          <p:nvSpPr>
            <p:cNvPr id="123918" name="Oval 51">
              <a:extLst>
                <a:ext uri="{FF2B5EF4-FFF2-40B4-BE49-F238E27FC236}">
                  <a16:creationId xmlns:a16="http://schemas.microsoft.com/office/drawing/2014/main" id="{97221605-2B58-86C6-9572-9B542623DAC4}"/>
                </a:ext>
              </a:extLst>
            </p:cNvPr>
            <p:cNvSpPr>
              <a:spLocks noChangeArrowheads="1"/>
            </p:cNvSpPr>
            <p:nvPr/>
          </p:nvSpPr>
          <p:spPr bwMode="auto">
            <a:xfrm>
              <a:off x="2807957" y="4289774"/>
              <a:ext cx="442912" cy="43021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1</a:t>
              </a:r>
            </a:p>
          </p:txBody>
        </p:sp>
        <p:sp>
          <p:nvSpPr>
            <p:cNvPr id="123919" name="Oval 52">
              <a:extLst>
                <a:ext uri="{FF2B5EF4-FFF2-40B4-BE49-F238E27FC236}">
                  <a16:creationId xmlns:a16="http://schemas.microsoft.com/office/drawing/2014/main" id="{6CEA0963-8FE6-A7AB-EBE0-81F7679F906C}"/>
                </a:ext>
              </a:extLst>
            </p:cNvPr>
            <p:cNvSpPr>
              <a:spLocks noChangeArrowheads="1"/>
            </p:cNvSpPr>
            <p:nvPr/>
          </p:nvSpPr>
          <p:spPr bwMode="auto">
            <a:xfrm>
              <a:off x="2746044" y="5936012"/>
              <a:ext cx="442912" cy="43021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2</a:t>
              </a:r>
            </a:p>
          </p:txBody>
        </p:sp>
        <p:sp>
          <p:nvSpPr>
            <p:cNvPr id="123920" name="Rectangle 53">
              <a:extLst>
                <a:ext uri="{FF2B5EF4-FFF2-40B4-BE49-F238E27FC236}">
                  <a16:creationId xmlns:a16="http://schemas.microsoft.com/office/drawing/2014/main" id="{724AB4A7-547E-1DF9-8AAC-31D8D9FA455E}"/>
                </a:ext>
              </a:extLst>
            </p:cNvPr>
            <p:cNvSpPr>
              <a:spLocks noChangeArrowheads="1"/>
            </p:cNvSpPr>
            <p:nvPr/>
          </p:nvSpPr>
          <p:spPr bwMode="auto">
            <a:xfrm>
              <a:off x="1998332" y="4654899"/>
              <a:ext cx="4365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a</a:t>
              </a:r>
            </a:p>
          </p:txBody>
        </p:sp>
        <p:sp>
          <p:nvSpPr>
            <p:cNvPr id="123921" name="Rectangle 54">
              <a:extLst>
                <a:ext uri="{FF2B5EF4-FFF2-40B4-BE49-F238E27FC236}">
                  <a16:creationId xmlns:a16="http://schemas.microsoft.com/office/drawing/2014/main" id="{59260D50-5E98-4F53-56FB-58DA8FFF5745}"/>
                </a:ext>
              </a:extLst>
            </p:cNvPr>
            <p:cNvSpPr>
              <a:spLocks noChangeArrowheads="1"/>
            </p:cNvSpPr>
            <p:nvPr/>
          </p:nvSpPr>
          <p:spPr bwMode="auto">
            <a:xfrm>
              <a:off x="2247569" y="5266087"/>
              <a:ext cx="434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a</a:t>
              </a:r>
            </a:p>
          </p:txBody>
        </p:sp>
        <p:sp>
          <p:nvSpPr>
            <p:cNvPr id="123922" name="Rectangle 55">
              <a:extLst>
                <a:ext uri="{FF2B5EF4-FFF2-40B4-BE49-F238E27FC236}">
                  <a16:creationId xmlns:a16="http://schemas.microsoft.com/office/drawing/2014/main" id="{DA5CC7A9-E466-9C75-F7E8-921CCCD95221}"/>
                </a:ext>
              </a:extLst>
            </p:cNvPr>
            <p:cNvSpPr>
              <a:spLocks noChangeArrowheads="1"/>
            </p:cNvSpPr>
            <p:nvPr/>
          </p:nvSpPr>
          <p:spPr bwMode="auto">
            <a:xfrm>
              <a:off x="3615994" y="4594574"/>
              <a:ext cx="434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a</a:t>
              </a:r>
            </a:p>
          </p:txBody>
        </p:sp>
        <p:sp>
          <p:nvSpPr>
            <p:cNvPr id="123923" name="Rectangle 56">
              <a:extLst>
                <a:ext uri="{FF2B5EF4-FFF2-40B4-BE49-F238E27FC236}">
                  <a16:creationId xmlns:a16="http://schemas.microsoft.com/office/drawing/2014/main" id="{976C9B66-6BBE-D3A7-1F76-C2BEC588B86A}"/>
                </a:ext>
              </a:extLst>
            </p:cNvPr>
            <p:cNvSpPr>
              <a:spLocks noChangeArrowheads="1"/>
            </p:cNvSpPr>
            <p:nvPr/>
          </p:nvSpPr>
          <p:spPr bwMode="auto">
            <a:xfrm>
              <a:off x="4473096" y="4388764"/>
              <a:ext cx="436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a</a:t>
              </a:r>
            </a:p>
          </p:txBody>
        </p:sp>
        <p:sp>
          <p:nvSpPr>
            <p:cNvPr id="123924" name="Rectangle 57">
              <a:extLst>
                <a:ext uri="{FF2B5EF4-FFF2-40B4-BE49-F238E27FC236}">
                  <a16:creationId xmlns:a16="http://schemas.microsoft.com/office/drawing/2014/main" id="{72745E90-7B0A-6D6A-4984-234684890C01}"/>
                </a:ext>
              </a:extLst>
            </p:cNvPr>
            <p:cNvSpPr>
              <a:spLocks noChangeArrowheads="1"/>
            </p:cNvSpPr>
            <p:nvPr/>
          </p:nvSpPr>
          <p:spPr bwMode="auto">
            <a:xfrm>
              <a:off x="2247569" y="6485287"/>
              <a:ext cx="17414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rPr>
                <a:t>DFA M</a:t>
              </a:r>
            </a:p>
          </p:txBody>
        </p:sp>
        <p:sp>
          <p:nvSpPr>
            <p:cNvPr id="123925" name="Rectangle 58">
              <a:extLst>
                <a:ext uri="{FF2B5EF4-FFF2-40B4-BE49-F238E27FC236}">
                  <a16:creationId xmlns:a16="http://schemas.microsoft.com/office/drawing/2014/main" id="{09FEB8ED-265A-4606-170B-47179AD27E22}"/>
                </a:ext>
              </a:extLst>
            </p:cNvPr>
            <p:cNvSpPr>
              <a:spLocks noChangeArrowheads="1"/>
            </p:cNvSpPr>
            <p:nvPr/>
          </p:nvSpPr>
          <p:spPr bwMode="auto">
            <a:xfrm>
              <a:off x="3286663" y="5326412"/>
              <a:ext cx="434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b</a:t>
              </a:r>
            </a:p>
          </p:txBody>
        </p:sp>
        <p:sp>
          <p:nvSpPr>
            <p:cNvPr id="123926" name="Rectangle 59">
              <a:extLst>
                <a:ext uri="{FF2B5EF4-FFF2-40B4-BE49-F238E27FC236}">
                  <a16:creationId xmlns:a16="http://schemas.microsoft.com/office/drawing/2014/main" id="{C9CD9D3A-BB7D-AB74-8CDD-655FF017E45A}"/>
                </a:ext>
              </a:extLst>
            </p:cNvPr>
            <p:cNvSpPr>
              <a:spLocks noChangeArrowheads="1"/>
            </p:cNvSpPr>
            <p:nvPr/>
          </p:nvSpPr>
          <p:spPr bwMode="auto">
            <a:xfrm>
              <a:off x="1993569" y="5755036"/>
              <a:ext cx="436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b</a:t>
              </a:r>
            </a:p>
          </p:txBody>
        </p:sp>
        <p:sp>
          <p:nvSpPr>
            <p:cNvPr id="123927" name="Rectangle 60">
              <a:extLst>
                <a:ext uri="{FF2B5EF4-FFF2-40B4-BE49-F238E27FC236}">
                  <a16:creationId xmlns:a16="http://schemas.microsoft.com/office/drawing/2014/main" id="{214474A9-149B-7995-A4FB-D11A6A29C47C}"/>
                </a:ext>
              </a:extLst>
            </p:cNvPr>
            <p:cNvSpPr>
              <a:spLocks noChangeArrowheads="1"/>
            </p:cNvSpPr>
            <p:nvPr/>
          </p:nvSpPr>
          <p:spPr bwMode="auto">
            <a:xfrm>
              <a:off x="4525632" y="5975699"/>
              <a:ext cx="434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b</a:t>
              </a:r>
            </a:p>
          </p:txBody>
        </p:sp>
        <p:sp>
          <p:nvSpPr>
            <p:cNvPr id="123928" name="Rectangle 61">
              <a:extLst>
                <a:ext uri="{FF2B5EF4-FFF2-40B4-BE49-F238E27FC236}">
                  <a16:creationId xmlns:a16="http://schemas.microsoft.com/office/drawing/2014/main" id="{5C43B1D5-B59A-87D9-511F-C3045C3D775D}"/>
                </a:ext>
              </a:extLst>
            </p:cNvPr>
            <p:cNvSpPr>
              <a:spLocks noChangeArrowheads="1"/>
            </p:cNvSpPr>
            <p:nvPr/>
          </p:nvSpPr>
          <p:spPr bwMode="auto">
            <a:xfrm>
              <a:off x="3615994" y="5813774"/>
              <a:ext cx="434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ea typeface="微软雅黑" panose="020B0503020204020204" pitchFamily="34" charset="-122"/>
                </a:rPr>
                <a:t>b</a:t>
              </a:r>
            </a:p>
          </p:txBody>
        </p:sp>
        <p:sp>
          <p:nvSpPr>
            <p:cNvPr id="123929" name="AutoShape 62">
              <a:extLst>
                <a:ext uri="{FF2B5EF4-FFF2-40B4-BE49-F238E27FC236}">
                  <a16:creationId xmlns:a16="http://schemas.microsoft.com/office/drawing/2014/main" id="{27B06E76-9EAB-B7D8-B617-197254F104CF}"/>
                </a:ext>
              </a:extLst>
            </p:cNvPr>
            <p:cNvSpPr>
              <a:spLocks noChangeArrowheads="1"/>
            </p:cNvSpPr>
            <p:nvPr/>
          </p:nvSpPr>
          <p:spPr bwMode="auto">
            <a:xfrm>
              <a:off x="1204582" y="5362924"/>
              <a:ext cx="311150" cy="244475"/>
            </a:xfrm>
            <a:prstGeom prst="rightArrow">
              <a:avLst>
                <a:gd name="adj1" fmla="val 50000"/>
                <a:gd name="adj2" fmla="val 31818"/>
              </a:avLst>
            </a:prstGeom>
            <a:noFill/>
            <a:ln w="19050" cap="sq">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endParaRPr lang="zh-CN" altLang="en-US" sz="2000" b="1">
                <a:solidFill>
                  <a:srgbClr val="000000"/>
                </a:solidFill>
                <a:latin typeface="微软雅黑" panose="020B0503020204020204" pitchFamily="34" charset="-122"/>
              </a:endParaRPr>
            </a:p>
          </p:txBody>
        </p:sp>
        <p:sp>
          <p:nvSpPr>
            <p:cNvPr id="123930" name="Freeform 63">
              <a:extLst>
                <a:ext uri="{FF2B5EF4-FFF2-40B4-BE49-F238E27FC236}">
                  <a16:creationId xmlns:a16="http://schemas.microsoft.com/office/drawing/2014/main" id="{322CEACC-2466-ACB9-904B-DBD1DF1B364D}"/>
                </a:ext>
              </a:extLst>
            </p:cNvPr>
            <p:cNvSpPr>
              <a:spLocks/>
            </p:cNvSpPr>
            <p:nvPr/>
          </p:nvSpPr>
          <p:spPr bwMode="auto">
            <a:xfrm>
              <a:off x="4493281" y="4685062"/>
              <a:ext cx="360510" cy="514350"/>
            </a:xfrm>
            <a:custGeom>
              <a:avLst/>
              <a:gdLst>
                <a:gd name="T0" fmla="*/ 2147483646 w 182"/>
                <a:gd name="T1" fmla="*/ 2147483646 h 324"/>
                <a:gd name="T2" fmla="*/ 2147483646 w 182"/>
                <a:gd name="T3" fmla="*/ 2147483646 h 324"/>
                <a:gd name="T4" fmla="*/ 0 w 182"/>
                <a:gd name="T5" fmla="*/ 2147483646 h 324"/>
                <a:gd name="T6" fmla="*/ 0 60000 65536"/>
                <a:gd name="T7" fmla="*/ 0 60000 65536"/>
                <a:gd name="T8" fmla="*/ 0 60000 65536"/>
                <a:gd name="T9" fmla="*/ 0 w 182"/>
                <a:gd name="T10" fmla="*/ 0 h 324"/>
                <a:gd name="T11" fmla="*/ 182 w 182"/>
                <a:gd name="T12" fmla="*/ 324 h 324"/>
              </a:gdLst>
              <a:ahLst/>
              <a:cxnLst>
                <a:cxn ang="T6">
                  <a:pos x="T0" y="T1"/>
                </a:cxn>
                <a:cxn ang="T7">
                  <a:pos x="T2" y="T3"/>
                </a:cxn>
                <a:cxn ang="T8">
                  <a:pos x="T4" y="T5"/>
                </a:cxn>
              </a:cxnLst>
              <a:rect l="T9" t="T10" r="T11" b="T12"/>
              <a:pathLst>
                <a:path w="182" h="324">
                  <a:moveTo>
                    <a:pt x="182" y="279"/>
                  </a:moveTo>
                  <a:cubicBezTo>
                    <a:pt x="151" y="139"/>
                    <a:pt x="121" y="0"/>
                    <a:pt x="91" y="7"/>
                  </a:cubicBezTo>
                  <a:cubicBezTo>
                    <a:pt x="61" y="14"/>
                    <a:pt x="30" y="169"/>
                    <a:pt x="0" y="324"/>
                  </a:cubicBez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3931" name="任意多边形 49">
              <a:extLst>
                <a:ext uri="{FF2B5EF4-FFF2-40B4-BE49-F238E27FC236}">
                  <a16:creationId xmlns:a16="http://schemas.microsoft.com/office/drawing/2014/main" id="{5C819ED8-CD36-0F24-9F79-658702A9AB50}"/>
                </a:ext>
              </a:extLst>
            </p:cNvPr>
            <p:cNvSpPr>
              <a:spLocks/>
            </p:cNvSpPr>
            <p:nvPr/>
          </p:nvSpPr>
          <p:spPr bwMode="auto">
            <a:xfrm>
              <a:off x="4550780" y="5544380"/>
              <a:ext cx="371552" cy="421113"/>
            </a:xfrm>
            <a:custGeom>
              <a:avLst/>
              <a:gdLst>
                <a:gd name="T0" fmla="*/ 66239275 w 290285"/>
                <a:gd name="T1" fmla="*/ 0 h 421113"/>
                <a:gd name="T2" fmla="*/ 41399476 w 290285"/>
                <a:gd name="T3" fmla="*/ 420914 h 421113"/>
                <a:gd name="T4" fmla="*/ 0 w 290285"/>
                <a:gd name="T5" fmla="*/ 43542 h 421113"/>
                <a:gd name="T6" fmla="*/ 0 60000 65536"/>
                <a:gd name="T7" fmla="*/ 0 60000 65536"/>
                <a:gd name="T8" fmla="*/ 0 60000 65536"/>
              </a:gdLst>
              <a:ahLst/>
              <a:cxnLst>
                <a:cxn ang="T6">
                  <a:pos x="T0" y="T1"/>
                </a:cxn>
                <a:cxn ang="T7">
                  <a:pos x="T2" y="T3"/>
                </a:cxn>
                <a:cxn ang="T8">
                  <a:pos x="T4" y="T5"/>
                </a:cxn>
              </a:cxnLst>
              <a:rect l="0" t="0" r="r" b="b"/>
              <a:pathLst>
                <a:path w="290285" h="421113">
                  <a:moveTo>
                    <a:pt x="290285" y="0"/>
                  </a:moveTo>
                  <a:cubicBezTo>
                    <a:pt x="260047" y="206828"/>
                    <a:pt x="229809" y="413657"/>
                    <a:pt x="181428" y="420914"/>
                  </a:cubicBezTo>
                  <a:cubicBezTo>
                    <a:pt x="133047" y="428171"/>
                    <a:pt x="66523" y="235856"/>
                    <a:pt x="0" y="43542"/>
                  </a:cubicBez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lIns="0" tIns="0" rIns="0" bIns="0" anchor="ctr" anchorCtr="1"/>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51" name="文本框 50">
            <a:extLst>
              <a:ext uri="{FF2B5EF4-FFF2-40B4-BE49-F238E27FC236}">
                <a16:creationId xmlns:a16="http://schemas.microsoft.com/office/drawing/2014/main" id="{FEA2DEBC-3CDA-7FC1-81F1-9287FD6D07CC}"/>
              </a:ext>
            </a:extLst>
          </p:cNvPr>
          <p:cNvSpPr txBox="1">
            <a:spLocks noChangeArrowheads="1"/>
          </p:cNvSpPr>
          <p:nvPr/>
        </p:nvSpPr>
        <p:spPr bwMode="auto">
          <a:xfrm>
            <a:off x="6167438" y="2689225"/>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en-US" sz="2800" b="1">
                <a:solidFill>
                  <a:srgbClr val="C00000"/>
                </a:solidFill>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F835F30C-7FEC-191A-D5E5-E3717CAABC2F}"/>
              </a:ext>
            </a:extLst>
          </p:cNvPr>
          <p:cNvSpPr>
            <a:spLocks noGrp="1" noChangeArrowheads="1"/>
          </p:cNvSpPr>
          <p:nvPr>
            <p:ph type="title"/>
          </p:nvPr>
        </p:nvSpPr>
        <p:spPr/>
        <p:txBody>
          <a:bodyPr/>
          <a:lstStyle/>
          <a:p>
            <a:pPr eaLnBrk="1" hangingPunct="1"/>
            <a:r>
              <a:rPr lang="zh-CN" altLang="en-US"/>
              <a:t>测试</a:t>
            </a:r>
            <a:endParaRPr lang="zh-CN" altLang="en-GB"/>
          </a:p>
        </p:txBody>
      </p:sp>
      <p:sp>
        <p:nvSpPr>
          <p:cNvPr id="125955" name="Rectangle 3">
            <a:extLst>
              <a:ext uri="{FF2B5EF4-FFF2-40B4-BE49-F238E27FC236}">
                <a16:creationId xmlns:a16="http://schemas.microsoft.com/office/drawing/2014/main" id="{DFC50970-5C9E-A977-A99D-6AE8F89A201F}"/>
              </a:ext>
            </a:extLst>
          </p:cNvPr>
          <p:cNvSpPr>
            <a:spLocks noGrp="1" noChangeArrowheads="1"/>
          </p:cNvSpPr>
          <p:nvPr>
            <p:ph idx="1"/>
          </p:nvPr>
        </p:nvSpPr>
        <p:spPr/>
        <p:txBody>
          <a:bodyPr/>
          <a:lstStyle/>
          <a:p>
            <a:pPr eaLnBrk="1" hangingPunct="1"/>
            <a:r>
              <a:rPr lang="zh-CN" altLang="en-US">
                <a:solidFill>
                  <a:srgbClr val="000808"/>
                </a:solidFill>
              </a:rPr>
              <a:t>哪个</a:t>
            </a:r>
            <a:r>
              <a:rPr lang="en-US" altLang="zh-CN">
                <a:solidFill>
                  <a:srgbClr val="000808"/>
                </a:solidFill>
              </a:rPr>
              <a:t>DFA</a:t>
            </a:r>
            <a:r>
              <a:rPr lang="zh-CN" altLang="en-US">
                <a:solidFill>
                  <a:srgbClr val="000808"/>
                </a:solidFill>
              </a:rPr>
              <a:t>识别</a:t>
            </a:r>
            <a:r>
              <a:rPr lang="en-US" altLang="zh-CN">
                <a:solidFill>
                  <a:srgbClr val="CC0000"/>
                </a:solidFill>
                <a:latin typeface="微软雅黑" panose="020B0503020204020204" pitchFamily="34" charset="-122"/>
                <a:sym typeface="Symbol" panose="05050102010706020507" pitchFamily="18" charset="2"/>
              </a:rPr>
              <a:t>{}</a:t>
            </a:r>
            <a:r>
              <a:rPr lang="en-US" altLang="zh-CN"/>
              <a:t> </a:t>
            </a:r>
            <a:r>
              <a:rPr lang="zh-CN" altLang="en-US"/>
              <a:t>？  </a:t>
            </a:r>
            <a:endParaRPr lang="en-GB" altLang="zh-CN"/>
          </a:p>
        </p:txBody>
      </p:sp>
      <p:grpSp>
        <p:nvGrpSpPr>
          <p:cNvPr id="125956" name="Group 4">
            <a:extLst>
              <a:ext uri="{FF2B5EF4-FFF2-40B4-BE49-F238E27FC236}">
                <a16:creationId xmlns:a16="http://schemas.microsoft.com/office/drawing/2014/main" id="{331249D3-9605-3295-9EFA-C3F7B4D7E1B7}"/>
              </a:ext>
            </a:extLst>
          </p:cNvPr>
          <p:cNvGrpSpPr>
            <a:grpSpLocks/>
          </p:cNvGrpSpPr>
          <p:nvPr/>
        </p:nvGrpSpPr>
        <p:grpSpPr bwMode="auto">
          <a:xfrm>
            <a:off x="3606801" y="2941638"/>
            <a:ext cx="1065213" cy="533400"/>
            <a:chOff x="768" y="3216"/>
            <a:chExt cx="671" cy="336"/>
          </a:xfrm>
        </p:grpSpPr>
        <p:sp>
          <p:nvSpPr>
            <p:cNvPr id="125962" name="Oval 5">
              <a:extLst>
                <a:ext uri="{FF2B5EF4-FFF2-40B4-BE49-F238E27FC236}">
                  <a16:creationId xmlns:a16="http://schemas.microsoft.com/office/drawing/2014/main" id="{8AEC8920-28C3-0C4B-AE1C-679FBE2B441B}"/>
                </a:ext>
              </a:extLst>
            </p:cNvPr>
            <p:cNvSpPr>
              <a:spLocks noChangeArrowheads="1"/>
            </p:cNvSpPr>
            <p:nvPr/>
          </p:nvSpPr>
          <p:spPr bwMode="auto">
            <a:xfrm>
              <a:off x="1056" y="3216"/>
              <a:ext cx="383" cy="336"/>
            </a:xfrm>
            <a:prstGeom prst="ellipse">
              <a:avLst/>
            </a:prstGeom>
            <a:noFill/>
            <a:ln w="635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tIns="0"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400" b="1">
                  <a:solidFill>
                    <a:srgbClr val="000000"/>
                  </a:solidFill>
                  <a:latin typeface="Times New Roman" panose="02020603050405020304" pitchFamily="18" charset="0"/>
                </a:rPr>
                <a:t>q</a:t>
              </a:r>
              <a:r>
                <a:rPr kumimoji="1" lang="en-US" altLang="zh-CN" sz="2400" b="1" baseline="-25000">
                  <a:solidFill>
                    <a:srgbClr val="000000"/>
                  </a:solidFill>
                  <a:latin typeface="Times New Roman" panose="02020603050405020304" pitchFamily="18" charset="0"/>
                </a:rPr>
                <a:t>0</a:t>
              </a:r>
              <a:endParaRPr kumimoji="1" lang="en-US" altLang="zh-CN" sz="2400" b="1">
                <a:solidFill>
                  <a:srgbClr val="000000"/>
                </a:solidFill>
                <a:latin typeface="Times New Roman" panose="02020603050405020304" pitchFamily="18" charset="0"/>
              </a:endParaRPr>
            </a:p>
          </p:txBody>
        </p:sp>
        <p:sp>
          <p:nvSpPr>
            <p:cNvPr id="125963" name="AutoShape 6">
              <a:extLst>
                <a:ext uri="{FF2B5EF4-FFF2-40B4-BE49-F238E27FC236}">
                  <a16:creationId xmlns:a16="http://schemas.microsoft.com/office/drawing/2014/main" id="{19D03D69-606A-B877-4C11-3305ED4781A8}"/>
                </a:ext>
              </a:extLst>
            </p:cNvPr>
            <p:cNvSpPr>
              <a:spLocks noChangeArrowheads="1"/>
            </p:cNvSpPr>
            <p:nvPr/>
          </p:nvSpPr>
          <p:spPr bwMode="auto">
            <a:xfrm>
              <a:off x="768" y="3312"/>
              <a:ext cx="240" cy="192"/>
            </a:xfrm>
            <a:prstGeom prst="rightArrow">
              <a:avLst>
                <a:gd name="adj1" fmla="val 50000"/>
                <a:gd name="adj2" fmla="val 31250"/>
              </a:avLst>
            </a:prstGeom>
            <a:noFill/>
            <a:ln w="19050" cap="sq">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endParaRPr lang="zh-CN" altLang="en-US" sz="1800" b="1">
                <a:solidFill>
                  <a:srgbClr val="000000"/>
                </a:solidFill>
              </a:endParaRPr>
            </a:p>
          </p:txBody>
        </p:sp>
      </p:grpSp>
      <p:grpSp>
        <p:nvGrpSpPr>
          <p:cNvPr id="125957" name="Group 12">
            <a:extLst>
              <a:ext uri="{FF2B5EF4-FFF2-40B4-BE49-F238E27FC236}">
                <a16:creationId xmlns:a16="http://schemas.microsoft.com/office/drawing/2014/main" id="{0409AD94-F2FD-6BB2-7A86-E60411F00738}"/>
              </a:ext>
            </a:extLst>
          </p:cNvPr>
          <p:cNvGrpSpPr>
            <a:grpSpLocks/>
          </p:cNvGrpSpPr>
          <p:nvPr/>
        </p:nvGrpSpPr>
        <p:grpSpPr bwMode="auto">
          <a:xfrm>
            <a:off x="6448426" y="2941638"/>
            <a:ext cx="1065213" cy="533400"/>
            <a:chOff x="3000" y="1842"/>
            <a:chExt cx="671" cy="336"/>
          </a:xfrm>
        </p:grpSpPr>
        <p:sp>
          <p:nvSpPr>
            <p:cNvPr id="125960" name="Oval 7">
              <a:extLst>
                <a:ext uri="{FF2B5EF4-FFF2-40B4-BE49-F238E27FC236}">
                  <a16:creationId xmlns:a16="http://schemas.microsoft.com/office/drawing/2014/main" id="{243EE091-F5F1-593F-55BF-20B246E529FE}"/>
                </a:ext>
              </a:extLst>
            </p:cNvPr>
            <p:cNvSpPr>
              <a:spLocks noChangeArrowheads="1"/>
            </p:cNvSpPr>
            <p:nvPr/>
          </p:nvSpPr>
          <p:spPr bwMode="auto">
            <a:xfrm>
              <a:off x="3288" y="1842"/>
              <a:ext cx="383" cy="33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400" b="1">
                  <a:solidFill>
                    <a:srgbClr val="000000"/>
                  </a:solidFill>
                  <a:latin typeface="Times New Roman" panose="02020603050405020304" pitchFamily="18" charset="0"/>
                </a:rPr>
                <a:t>q</a:t>
              </a:r>
              <a:r>
                <a:rPr kumimoji="1" lang="en-US" altLang="zh-CN" sz="2400" b="1" baseline="-25000">
                  <a:solidFill>
                    <a:srgbClr val="000000"/>
                  </a:solidFill>
                  <a:latin typeface="Times New Roman" panose="02020603050405020304" pitchFamily="18" charset="0"/>
                </a:rPr>
                <a:t>0</a:t>
              </a:r>
            </a:p>
          </p:txBody>
        </p:sp>
        <p:sp>
          <p:nvSpPr>
            <p:cNvPr id="125961" name="AutoShape 8">
              <a:extLst>
                <a:ext uri="{FF2B5EF4-FFF2-40B4-BE49-F238E27FC236}">
                  <a16:creationId xmlns:a16="http://schemas.microsoft.com/office/drawing/2014/main" id="{0D9B7131-DB69-248B-78BF-5608C848D38B}"/>
                </a:ext>
              </a:extLst>
            </p:cNvPr>
            <p:cNvSpPr>
              <a:spLocks noChangeArrowheads="1"/>
            </p:cNvSpPr>
            <p:nvPr/>
          </p:nvSpPr>
          <p:spPr bwMode="auto">
            <a:xfrm>
              <a:off x="3000" y="1938"/>
              <a:ext cx="240" cy="192"/>
            </a:xfrm>
            <a:prstGeom prst="rightArrow">
              <a:avLst>
                <a:gd name="adj1" fmla="val 50000"/>
                <a:gd name="adj2" fmla="val 31250"/>
              </a:avLst>
            </a:prstGeom>
            <a:noFill/>
            <a:ln w="19050" cap="sq">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endParaRPr lang="zh-CN" altLang="en-US" sz="1800" b="1">
                <a:solidFill>
                  <a:srgbClr val="000000"/>
                </a:solidFill>
              </a:endParaRPr>
            </a:p>
          </p:txBody>
        </p:sp>
      </p:grpSp>
      <p:sp>
        <p:nvSpPr>
          <p:cNvPr id="125958" name="Text Box 9">
            <a:extLst>
              <a:ext uri="{FF2B5EF4-FFF2-40B4-BE49-F238E27FC236}">
                <a16:creationId xmlns:a16="http://schemas.microsoft.com/office/drawing/2014/main" id="{1A2E8751-D644-037B-E131-B6A7EA0ACA09}"/>
              </a:ext>
            </a:extLst>
          </p:cNvPr>
          <p:cNvSpPr txBox="1">
            <a:spLocks noChangeArrowheads="1"/>
          </p:cNvSpPr>
          <p:nvPr/>
        </p:nvSpPr>
        <p:spPr bwMode="auto">
          <a:xfrm>
            <a:off x="3894138" y="3590926"/>
            <a:ext cx="415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en-US" altLang="zh-CN" sz="2400" b="1">
                <a:solidFill>
                  <a:srgbClr val="000000"/>
                </a:solidFill>
                <a:latin typeface="微软雅黑" panose="020B0503020204020204" pitchFamily="34" charset="-122"/>
                <a:ea typeface="微软雅黑" panose="020B0503020204020204" pitchFamily="34" charset="-122"/>
              </a:rPr>
              <a:t>A</a:t>
            </a:r>
            <a:endParaRPr lang="en-GB" altLang="zh-CN" sz="2400" b="1">
              <a:solidFill>
                <a:srgbClr val="000000"/>
              </a:solidFill>
              <a:latin typeface="微软雅黑" panose="020B0503020204020204" pitchFamily="34" charset="-122"/>
              <a:ea typeface="微软雅黑" panose="020B0503020204020204" pitchFamily="34" charset="-122"/>
            </a:endParaRPr>
          </a:p>
        </p:txBody>
      </p:sp>
      <p:sp>
        <p:nvSpPr>
          <p:cNvPr id="125959" name="Text Box 10">
            <a:extLst>
              <a:ext uri="{FF2B5EF4-FFF2-40B4-BE49-F238E27FC236}">
                <a16:creationId xmlns:a16="http://schemas.microsoft.com/office/drawing/2014/main" id="{8457426D-8934-F9EB-D964-CA983DFE9B47}"/>
              </a:ext>
            </a:extLst>
          </p:cNvPr>
          <p:cNvSpPr txBox="1">
            <a:spLocks noChangeArrowheads="1"/>
          </p:cNvSpPr>
          <p:nvPr/>
        </p:nvSpPr>
        <p:spPr bwMode="auto">
          <a:xfrm>
            <a:off x="6846888" y="3589339"/>
            <a:ext cx="394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en-US" altLang="zh-CN" sz="2400" b="1">
                <a:solidFill>
                  <a:srgbClr val="000000"/>
                </a:solidFill>
                <a:latin typeface="微软雅黑" panose="020B0503020204020204" pitchFamily="34" charset="-122"/>
                <a:ea typeface="微软雅黑" panose="020B0503020204020204" pitchFamily="34" charset="-122"/>
              </a:rPr>
              <a:t>B</a:t>
            </a:r>
            <a:endParaRPr lang="en-GB" altLang="zh-CN" sz="2400" b="1">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a:extLst>
              <a:ext uri="{FF2B5EF4-FFF2-40B4-BE49-F238E27FC236}">
                <a16:creationId xmlns:a16="http://schemas.microsoft.com/office/drawing/2014/main" id="{2B2F9288-2643-1050-9887-AF62B8442263}"/>
              </a:ext>
            </a:extLst>
          </p:cNvPr>
          <p:cNvSpPr>
            <a:spLocks noGrp="1" noRot="1" noChangeArrowheads="1"/>
          </p:cNvSpPr>
          <p:nvPr>
            <p:ph type="body" idx="1"/>
          </p:nvPr>
        </p:nvSpPr>
        <p:spPr>
          <a:xfrm>
            <a:off x="1825625" y="692150"/>
            <a:ext cx="8540750" cy="3600450"/>
          </a:xfrm>
        </p:spPr>
        <p:txBody>
          <a:bodyPr/>
          <a:lstStyle/>
          <a:p>
            <a:pPr>
              <a:lnSpc>
                <a:spcPct val="150000"/>
              </a:lnSpc>
            </a:pPr>
            <a:r>
              <a:rPr lang="zh-CN" altLang="en-US" b="1">
                <a:solidFill>
                  <a:srgbClr val="220476"/>
                </a:solidFill>
              </a:rPr>
              <a:t>结论：如果我们能构造一个</a:t>
            </a:r>
            <a:r>
              <a:rPr lang="en-US" altLang="zh-CN" b="1">
                <a:solidFill>
                  <a:srgbClr val="220476"/>
                </a:solidFill>
              </a:rPr>
              <a:t>DFA M</a:t>
            </a:r>
            <a:r>
              <a:rPr lang="zh-CN" altLang="en-US" b="1">
                <a:solidFill>
                  <a:srgbClr val="220476"/>
                </a:solidFill>
              </a:rPr>
              <a:t>，使得</a:t>
            </a:r>
            <a:r>
              <a:rPr lang="en-US" altLang="zh-CN" b="1">
                <a:solidFill>
                  <a:srgbClr val="220476"/>
                </a:solidFill>
              </a:rPr>
              <a:t>L(M)</a:t>
            </a:r>
            <a:r>
              <a:rPr lang="zh-CN" altLang="en-US" b="1">
                <a:solidFill>
                  <a:srgbClr val="220476"/>
                </a:solidFill>
              </a:rPr>
              <a:t>是编译器处理的程序语言中的单词，那么模拟</a:t>
            </a:r>
            <a:r>
              <a:rPr lang="en-US" altLang="zh-CN" b="1">
                <a:solidFill>
                  <a:srgbClr val="220476"/>
                </a:solidFill>
              </a:rPr>
              <a:t>DFA M</a:t>
            </a:r>
            <a:r>
              <a:rPr lang="zh-CN" altLang="en-US" b="1">
                <a:solidFill>
                  <a:srgbClr val="220476"/>
                </a:solidFill>
              </a:rPr>
              <a:t>的程序将可以用作词法分析程序的控制程序。 </a:t>
            </a:r>
          </a:p>
        </p:txBody>
      </p:sp>
      <p:grpSp>
        <p:nvGrpSpPr>
          <p:cNvPr id="2" name="Group 7">
            <a:extLst>
              <a:ext uri="{FF2B5EF4-FFF2-40B4-BE49-F238E27FC236}">
                <a16:creationId xmlns:a16="http://schemas.microsoft.com/office/drawing/2014/main" id="{F0830BEA-13FB-FFD0-11A3-B700D0AEA54F}"/>
              </a:ext>
            </a:extLst>
          </p:cNvPr>
          <p:cNvGrpSpPr>
            <a:grpSpLocks/>
          </p:cNvGrpSpPr>
          <p:nvPr/>
        </p:nvGrpSpPr>
        <p:grpSpPr bwMode="auto">
          <a:xfrm>
            <a:off x="3719513" y="4149726"/>
            <a:ext cx="4025900" cy="1520825"/>
            <a:chOff x="92" y="2432"/>
            <a:chExt cx="2536" cy="958"/>
          </a:xfrm>
        </p:grpSpPr>
        <p:sp>
          <p:nvSpPr>
            <p:cNvPr id="128004" name="AutoShape 8">
              <a:extLst>
                <a:ext uri="{FF2B5EF4-FFF2-40B4-BE49-F238E27FC236}">
                  <a16:creationId xmlns:a16="http://schemas.microsoft.com/office/drawing/2014/main" id="{3523A522-C081-6897-6F60-F8AC83FC7481}"/>
                </a:ext>
              </a:extLst>
            </p:cNvPr>
            <p:cNvSpPr>
              <a:spLocks noChangeArrowheads="1"/>
            </p:cNvSpPr>
            <p:nvPr/>
          </p:nvSpPr>
          <p:spPr bwMode="auto">
            <a:xfrm>
              <a:off x="2322" y="3036"/>
              <a:ext cx="306" cy="3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6 w 21600"/>
                <a:gd name="T25" fmla="*/ 3169 h 21600"/>
                <a:gd name="T26" fmla="*/ 18424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128005" name="AutoShape 9">
              <a:extLst>
                <a:ext uri="{FF2B5EF4-FFF2-40B4-BE49-F238E27FC236}">
                  <a16:creationId xmlns:a16="http://schemas.microsoft.com/office/drawing/2014/main" id="{8F930FBB-C231-0EF8-8970-F0C99F05F03B}"/>
                </a:ext>
              </a:extLst>
            </p:cNvPr>
            <p:cNvSpPr>
              <a:spLocks noChangeArrowheads="1"/>
            </p:cNvSpPr>
            <p:nvPr/>
          </p:nvSpPr>
          <p:spPr bwMode="auto">
            <a:xfrm>
              <a:off x="92" y="3036"/>
              <a:ext cx="310"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128006" name="AutoShape 10">
              <a:extLst>
                <a:ext uri="{FF2B5EF4-FFF2-40B4-BE49-F238E27FC236}">
                  <a16:creationId xmlns:a16="http://schemas.microsoft.com/office/drawing/2014/main" id="{FD3CADA2-55B8-3F04-40AC-F3A4F2042EA6}"/>
                </a:ext>
              </a:extLst>
            </p:cNvPr>
            <p:cNvSpPr>
              <a:spLocks noChangeArrowheads="1"/>
            </p:cNvSpPr>
            <p:nvPr/>
          </p:nvSpPr>
          <p:spPr bwMode="auto">
            <a:xfrm>
              <a:off x="1226" y="3036"/>
              <a:ext cx="309" cy="354"/>
            </a:xfrm>
            <a:prstGeom prst="flowChartConnector">
              <a:avLst/>
            </a:prstGeom>
            <a:solidFill>
              <a:srgbClr val="FFFFFF">
                <a:alpha val="0"/>
              </a:srgbClr>
            </a:solidFill>
            <a:ln w="952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128007" name="Line 11">
              <a:extLst>
                <a:ext uri="{FF2B5EF4-FFF2-40B4-BE49-F238E27FC236}">
                  <a16:creationId xmlns:a16="http://schemas.microsoft.com/office/drawing/2014/main" id="{1A61E53E-A88C-B819-06D8-3DB7A0C378A8}"/>
                </a:ext>
              </a:extLst>
            </p:cNvPr>
            <p:cNvSpPr>
              <a:spLocks noChangeShapeType="1"/>
            </p:cNvSpPr>
            <p:nvPr/>
          </p:nvSpPr>
          <p:spPr bwMode="auto">
            <a:xfrm>
              <a:off x="404" y="3222"/>
              <a:ext cx="8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8008" name="Line 12">
              <a:extLst>
                <a:ext uri="{FF2B5EF4-FFF2-40B4-BE49-F238E27FC236}">
                  <a16:creationId xmlns:a16="http://schemas.microsoft.com/office/drawing/2014/main" id="{73FD7575-5F0E-FAB9-7376-2D7461C5362B}"/>
                </a:ext>
              </a:extLst>
            </p:cNvPr>
            <p:cNvSpPr>
              <a:spLocks noChangeShapeType="1"/>
            </p:cNvSpPr>
            <p:nvPr/>
          </p:nvSpPr>
          <p:spPr bwMode="auto">
            <a:xfrm>
              <a:off x="1538" y="3222"/>
              <a:ext cx="7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8009" name="Arc 13">
              <a:extLst>
                <a:ext uri="{FF2B5EF4-FFF2-40B4-BE49-F238E27FC236}">
                  <a16:creationId xmlns:a16="http://schemas.microsoft.com/office/drawing/2014/main" id="{F73799DF-1C52-8325-83E5-0546E0FE4755}"/>
                </a:ext>
              </a:extLst>
            </p:cNvPr>
            <p:cNvSpPr>
              <a:spLocks/>
            </p:cNvSpPr>
            <p:nvPr/>
          </p:nvSpPr>
          <p:spPr bwMode="auto">
            <a:xfrm rot="5271687" flipH="1" flipV="1">
              <a:off x="1187" y="2724"/>
              <a:ext cx="382" cy="252"/>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8010" name="Line 14">
              <a:extLst>
                <a:ext uri="{FF2B5EF4-FFF2-40B4-BE49-F238E27FC236}">
                  <a16:creationId xmlns:a16="http://schemas.microsoft.com/office/drawing/2014/main" id="{15ABA258-62BC-BF76-2807-B712E77D8679}"/>
                </a:ext>
              </a:extLst>
            </p:cNvPr>
            <p:cNvSpPr>
              <a:spLocks noChangeShapeType="1"/>
            </p:cNvSpPr>
            <p:nvPr/>
          </p:nvSpPr>
          <p:spPr bwMode="auto">
            <a:xfrm>
              <a:off x="1265" y="2907"/>
              <a:ext cx="38"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28011" name="Text Box 15">
              <a:extLst>
                <a:ext uri="{FF2B5EF4-FFF2-40B4-BE49-F238E27FC236}">
                  <a16:creationId xmlns:a16="http://schemas.microsoft.com/office/drawing/2014/main" id="{D73BBE14-6849-150C-7BFB-7E9A4F084F44}"/>
                </a:ext>
              </a:extLst>
            </p:cNvPr>
            <p:cNvSpPr txBox="1">
              <a:spLocks noChangeArrowheads="1"/>
            </p:cNvSpPr>
            <p:nvPr/>
          </p:nvSpPr>
          <p:spPr bwMode="auto">
            <a:xfrm>
              <a:off x="521" y="2976"/>
              <a:ext cx="5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a:t>
              </a:r>
            </a:p>
          </p:txBody>
        </p:sp>
        <p:sp>
          <p:nvSpPr>
            <p:cNvPr id="128012" name="Text Box 16">
              <a:extLst>
                <a:ext uri="{FF2B5EF4-FFF2-40B4-BE49-F238E27FC236}">
                  <a16:creationId xmlns:a16="http://schemas.microsoft.com/office/drawing/2014/main" id="{3A38D957-BEA3-151C-BB71-14BDC336786C}"/>
                </a:ext>
              </a:extLst>
            </p:cNvPr>
            <p:cNvSpPr txBox="1">
              <a:spLocks noChangeArrowheads="1"/>
            </p:cNvSpPr>
            <p:nvPr/>
          </p:nvSpPr>
          <p:spPr bwMode="auto">
            <a:xfrm>
              <a:off x="1655" y="2976"/>
              <a:ext cx="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其他</a:t>
              </a:r>
            </a:p>
          </p:txBody>
        </p:sp>
        <p:sp>
          <p:nvSpPr>
            <p:cNvPr id="128013" name="Text Box 17">
              <a:extLst>
                <a:ext uri="{FF2B5EF4-FFF2-40B4-BE49-F238E27FC236}">
                  <a16:creationId xmlns:a16="http://schemas.microsoft.com/office/drawing/2014/main" id="{67810307-9F36-CE4A-148A-398D11C6BF73}"/>
                </a:ext>
              </a:extLst>
            </p:cNvPr>
            <p:cNvSpPr txBox="1">
              <a:spLocks noChangeArrowheads="1"/>
            </p:cNvSpPr>
            <p:nvPr/>
          </p:nvSpPr>
          <p:spPr bwMode="auto">
            <a:xfrm>
              <a:off x="873" y="2432"/>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字母或数字</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9">
            <a:extLst>
              <a:ext uri="{FF2B5EF4-FFF2-40B4-BE49-F238E27FC236}">
                <a16:creationId xmlns:a16="http://schemas.microsoft.com/office/drawing/2014/main" id="{CECEE2D7-DB57-E75B-9AA2-CFF445A14D22}"/>
              </a:ext>
            </a:extLst>
          </p:cNvPr>
          <p:cNvGrpSpPr>
            <a:grpSpLocks/>
          </p:cNvGrpSpPr>
          <p:nvPr/>
        </p:nvGrpSpPr>
        <p:grpSpPr bwMode="auto">
          <a:xfrm>
            <a:off x="1919289" y="2060575"/>
            <a:ext cx="8497887" cy="3168650"/>
            <a:chOff x="249" y="1661"/>
            <a:chExt cx="5262" cy="1905"/>
          </a:xfrm>
          <a:solidFill>
            <a:schemeClr val="bg1"/>
          </a:solidFill>
        </p:grpSpPr>
        <p:grpSp>
          <p:nvGrpSpPr>
            <p:cNvPr id="7" name="Group 10">
              <a:extLst>
                <a:ext uri="{FF2B5EF4-FFF2-40B4-BE49-F238E27FC236}">
                  <a16:creationId xmlns:a16="http://schemas.microsoft.com/office/drawing/2014/main" id="{8C294703-75AA-535D-49C7-4C0D4EC025F0}"/>
                </a:ext>
              </a:extLst>
            </p:cNvPr>
            <p:cNvGrpSpPr>
              <a:grpSpLocks/>
            </p:cNvGrpSpPr>
            <p:nvPr/>
          </p:nvGrpSpPr>
          <p:grpSpPr bwMode="auto">
            <a:xfrm>
              <a:off x="249" y="1661"/>
              <a:ext cx="5262" cy="1905"/>
              <a:chOff x="720" y="480"/>
              <a:chExt cx="4224" cy="1390"/>
            </a:xfrm>
            <a:grpFill/>
          </p:grpSpPr>
          <p:graphicFrame>
            <p:nvGraphicFramePr>
              <p:cNvPr id="32770" name="Object 11">
                <a:extLst>
                  <a:ext uri="{FF2B5EF4-FFF2-40B4-BE49-F238E27FC236}">
                    <a16:creationId xmlns:a16="http://schemas.microsoft.com/office/drawing/2014/main" id="{C3AA6832-2115-09FC-C9DE-A20CB18C295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32770" name="Object 11">
                            <a:extLst>
                              <a:ext uri="{FF2B5EF4-FFF2-40B4-BE49-F238E27FC236}">
                                <a16:creationId xmlns:a16="http://schemas.microsoft.com/office/drawing/2014/main" id="{C3AA6832-2115-09FC-C9DE-A20CB18C295F}"/>
                              </a:ext>
                            </a:extLst>
                          </p:cNvPr>
                          <p:cNvPicPr>
                            <a:picLocks noChangeAspect="1" noChangeArrowheads="1"/>
                          </p:cNvPicPr>
                          <p:nvPr/>
                        </p:nvPicPr>
                        <p:blipFill>
                          <a:blip r:embed="rId4"/>
                          <a:srcRect/>
                          <a:stretch>
                            <a:fillRect/>
                          </a:stretch>
                        </p:blipFill>
                        <p:spPr bwMode="auto">
                          <a:xfrm>
                            <a:off x="720" y="480"/>
                            <a:ext cx="4224" cy="1390"/>
                          </a:xfrm>
                          <a:prstGeom prst="rect">
                            <a:avLst/>
                          </a:prstGeom>
                          <a:noFill/>
                          <a:ln>
                            <a:noFill/>
                          </a:ln>
                          <a:effectLst/>
                        </p:spPr>
                      </p:pic>
                    </p:oleObj>
                  </mc:Fallback>
                </mc:AlternateContent>
              </a:graphicData>
            </a:graphic>
          </p:graphicFrame>
          <p:graphicFrame>
            <p:nvGraphicFramePr>
              <p:cNvPr id="32771" name="Object 12">
                <a:extLst>
                  <a:ext uri="{FF2B5EF4-FFF2-40B4-BE49-F238E27FC236}">
                    <a16:creationId xmlns:a16="http://schemas.microsoft.com/office/drawing/2014/main" id="{5373D59B-3DCC-63BB-F775-1C69A3F33C9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32771" name="Object 12">
                            <a:extLst>
                              <a:ext uri="{FF2B5EF4-FFF2-40B4-BE49-F238E27FC236}">
                                <a16:creationId xmlns:a16="http://schemas.microsoft.com/office/drawing/2014/main" id="{5373D59B-3DCC-63BB-F775-1C69A3F33C99}"/>
                              </a:ext>
                            </a:extLst>
                          </p:cNvPr>
                          <p:cNvPicPr>
                            <a:picLocks noChangeAspect="1" noChangeArrowheads="1"/>
                          </p:cNvPicPr>
                          <p:nvPr/>
                        </p:nvPicPr>
                        <p:blipFill>
                          <a:blip r:embed="rId6"/>
                          <a:srcRect/>
                          <a:stretch>
                            <a:fillRect/>
                          </a:stretch>
                        </p:blipFill>
                        <p:spPr bwMode="auto">
                          <a:xfrm>
                            <a:off x="2873" y="1028"/>
                            <a:ext cx="157" cy="296"/>
                          </a:xfrm>
                          <a:prstGeom prst="rect">
                            <a:avLst/>
                          </a:prstGeom>
                          <a:noFill/>
                        </p:spPr>
                      </p:pic>
                    </p:oleObj>
                  </mc:Fallback>
                </mc:AlternateContent>
              </a:graphicData>
            </a:graphic>
          </p:graphicFrame>
        </p:grpSp>
        <p:sp>
          <p:nvSpPr>
            <p:cNvPr id="36873" name="Text Box 13">
              <a:extLst>
                <a:ext uri="{FF2B5EF4-FFF2-40B4-BE49-F238E27FC236}">
                  <a16:creationId xmlns:a16="http://schemas.microsoft.com/office/drawing/2014/main" id="{C15F1A48-3B67-494A-957C-5B6D116FB6E2}"/>
                </a:ext>
              </a:extLst>
            </p:cNvPr>
            <p:cNvSpPr txBox="1">
              <a:spLocks noChangeArrowheads="1"/>
            </p:cNvSpPr>
            <p:nvPr/>
          </p:nvSpPr>
          <p:spPr bwMode="auto">
            <a:xfrm>
              <a:off x="294" y="1752"/>
              <a:ext cx="5171" cy="1727"/>
            </a:xfrm>
            <a:prstGeom prst="rect">
              <a:avLst/>
            </a:prstGeom>
            <a:grpFill/>
            <a:ln w="9525">
              <a:noFill/>
              <a:miter lim="800000"/>
              <a:headEnd/>
              <a:tailEnd/>
            </a:ln>
          </p:spPr>
          <p:txBody>
            <a:bodyPr>
              <a:spAutoFit/>
            </a:bodyPr>
            <a:lstStyle/>
            <a:p>
              <a:pPr fontAlgn="base">
                <a:lnSpc>
                  <a:spcPct val="120000"/>
                </a:lnSpc>
                <a:spcBef>
                  <a:spcPct val="50000"/>
                </a:spcBef>
                <a:spcAft>
                  <a:spcPct val="0"/>
                </a:spcAft>
                <a:defRPr/>
              </a:pPr>
              <a:r>
                <a:rPr lang="en-US" altLang="zh-CN" sz="2400" b="1">
                  <a:solidFill>
                    <a:srgbClr val="003399"/>
                  </a:solidFill>
                  <a:latin typeface="宋体" panose="02010600030101010101" pitchFamily="2" charset="-122"/>
                  <a:ea typeface="宋体" panose="02010600030101010101" pitchFamily="2" charset="-122"/>
                </a:rPr>
                <a:t>    DFA</a:t>
              </a:r>
              <a:r>
                <a:rPr lang="zh-CN" altLang="en-US" sz="2400" b="1">
                  <a:solidFill>
                    <a:srgbClr val="003399"/>
                  </a:solidFill>
                  <a:latin typeface="宋体" panose="02010600030101010101" pitchFamily="2" charset="-122"/>
                  <a:ea typeface="宋体" panose="02010600030101010101" pitchFamily="2" charset="-122"/>
                </a:rPr>
                <a:t>的</a:t>
              </a:r>
              <a:r>
                <a:rPr lang="zh-CN" altLang="en-US" sz="2400" b="1">
                  <a:solidFill>
                    <a:srgbClr val="FF0066"/>
                  </a:solidFill>
                  <a:latin typeface="宋体" panose="02010600030101010101" pitchFamily="2" charset="-122"/>
                  <a:ea typeface="宋体" panose="02010600030101010101" pitchFamily="2" charset="-122"/>
                </a:rPr>
                <a:t>确定性</a:t>
              </a:r>
              <a:r>
                <a:rPr lang="zh-CN" altLang="en-US" sz="2400" b="1">
                  <a:solidFill>
                    <a:srgbClr val="003399"/>
                  </a:solidFill>
                  <a:latin typeface="宋体" panose="02010600030101010101" pitchFamily="2" charset="-122"/>
                  <a:ea typeface="宋体" panose="02010600030101010101" pitchFamily="2" charset="-122"/>
                </a:rPr>
                <a:t>表现在映射</a:t>
              </a:r>
              <a:r>
                <a:rPr lang="el-GR" altLang="zh-CN" sz="2000" b="1">
                  <a:solidFill>
                    <a:srgbClr val="003399"/>
                  </a:solidFill>
                  <a:latin typeface="Arial" pitchFamily="34" charset="0"/>
                  <a:ea typeface="宋体" panose="02010600030101010101" pitchFamily="2" charset="-122"/>
                </a:rPr>
                <a:t>δ</a:t>
              </a:r>
              <a:r>
                <a:rPr lang="zh-CN" altLang="en-US" sz="2400" b="1">
                  <a:solidFill>
                    <a:srgbClr val="003399"/>
                  </a:solidFill>
                  <a:latin typeface="宋体" panose="02010600030101010101" pitchFamily="2" charset="-122"/>
                  <a:ea typeface="宋体" panose="02010600030101010101" pitchFamily="2" charset="-122"/>
                </a:rPr>
                <a:t>： </a:t>
              </a:r>
              <a:r>
                <a:rPr lang="en-US" altLang="zh-CN" sz="2000" b="1">
                  <a:solidFill>
                    <a:srgbClr val="003399"/>
                  </a:solidFill>
                  <a:latin typeface="宋体" panose="02010600030101010101" pitchFamily="2" charset="-122"/>
                  <a:ea typeface="宋体" panose="02010600030101010101" pitchFamily="2" charset="-122"/>
                </a:rPr>
                <a:t>S×∑→S</a:t>
              </a:r>
              <a:r>
                <a:rPr lang="zh-CN" altLang="en-US" sz="2400" b="1">
                  <a:solidFill>
                    <a:srgbClr val="003399"/>
                  </a:solidFill>
                  <a:latin typeface="宋体" panose="02010600030101010101" pitchFamily="2" charset="-122"/>
                  <a:ea typeface="宋体" panose="02010600030101010101" pitchFamily="2" charset="-122"/>
                </a:rPr>
                <a:t>是一个</a:t>
              </a:r>
              <a:r>
                <a:rPr lang="zh-CN" altLang="en-US" sz="2400" b="1">
                  <a:solidFill>
                    <a:srgbClr val="FF0000"/>
                  </a:solidFill>
                  <a:latin typeface="宋体" panose="02010600030101010101" pitchFamily="2" charset="-122"/>
                  <a:ea typeface="宋体" panose="02010600030101010101" pitchFamily="2" charset="-122"/>
                </a:rPr>
                <a:t>单值函数</a:t>
              </a:r>
              <a:r>
                <a:rPr lang="zh-CN" altLang="en-US" sz="2400" b="1">
                  <a:solidFill>
                    <a:srgbClr val="003399"/>
                  </a:solidFill>
                  <a:latin typeface="宋体" panose="02010600030101010101" pitchFamily="2" charset="-122"/>
                  <a:ea typeface="宋体" panose="02010600030101010101" pitchFamily="2" charset="-122"/>
                </a:rPr>
                <a:t>。即：对于任何状态</a:t>
              </a:r>
              <a:r>
                <a:rPr lang="en-US" altLang="zh-CN" sz="2400" b="1">
                  <a:solidFill>
                    <a:srgbClr val="003399"/>
                  </a:solidFill>
                  <a:latin typeface="宋体" panose="02010600030101010101" pitchFamily="2" charset="-122"/>
                  <a:ea typeface="宋体" panose="02010600030101010101" pitchFamily="2" charset="-122"/>
                </a:rPr>
                <a:t>s∈S</a:t>
              </a:r>
              <a:r>
                <a:rPr lang="zh-CN" altLang="en-US" sz="2400" b="1">
                  <a:solidFill>
                    <a:srgbClr val="003399"/>
                  </a:solidFill>
                  <a:latin typeface="宋体" panose="02010600030101010101" pitchFamily="2" charset="-122"/>
                  <a:ea typeface="宋体" panose="02010600030101010101" pitchFamily="2" charset="-122"/>
                </a:rPr>
                <a:t>和输入符号</a:t>
              </a:r>
              <a:r>
                <a:rPr lang="en-US" altLang="zh-CN" sz="2400" b="1">
                  <a:solidFill>
                    <a:srgbClr val="003399"/>
                  </a:solidFill>
                  <a:latin typeface="宋体" panose="02010600030101010101" pitchFamily="2" charset="-122"/>
                  <a:ea typeface="宋体" panose="02010600030101010101" pitchFamily="2" charset="-122"/>
                </a:rPr>
                <a:t>a</a:t>
              </a:r>
              <a:r>
                <a:rPr lang="en-US" altLang="zh-CN" sz="2000" b="1">
                  <a:solidFill>
                    <a:srgbClr val="003399"/>
                  </a:solidFill>
                  <a:latin typeface="宋体" panose="02010600030101010101" pitchFamily="2" charset="-122"/>
                  <a:ea typeface="宋体" panose="02010600030101010101" pitchFamily="2" charset="-122"/>
                </a:rPr>
                <a:t>∈∑</a:t>
              </a:r>
              <a:r>
                <a:rPr lang="zh-CN" altLang="en-US" sz="2000" b="1">
                  <a:solidFill>
                    <a:srgbClr val="003399"/>
                  </a:solidFill>
                  <a:latin typeface="宋体" panose="02010600030101010101" pitchFamily="2" charset="-122"/>
                  <a:ea typeface="宋体" panose="02010600030101010101" pitchFamily="2" charset="-122"/>
                </a:rPr>
                <a:t>， </a:t>
              </a:r>
              <a:r>
                <a:rPr lang="el-GR" altLang="zh-CN" sz="2000" b="1">
                  <a:solidFill>
                    <a:srgbClr val="003399"/>
                  </a:solidFill>
                  <a:latin typeface="Arial" pitchFamily="34" charset="0"/>
                  <a:ea typeface="宋体" panose="02010600030101010101" pitchFamily="2" charset="-122"/>
                </a:rPr>
                <a:t>δ</a:t>
              </a:r>
              <a:r>
                <a:rPr lang="en-US" altLang="zh-CN" sz="2000" b="1">
                  <a:solidFill>
                    <a:srgbClr val="003399"/>
                  </a:solidFill>
                  <a:latin typeface="宋体" panose="02010600030101010101" pitchFamily="2" charset="-122"/>
                  <a:ea typeface="宋体" panose="02010600030101010101" pitchFamily="2" charset="-122"/>
                </a:rPr>
                <a:t>(s,a)</a:t>
              </a:r>
              <a:r>
                <a:rPr lang="zh-CN" altLang="en-US" sz="2400" b="1">
                  <a:solidFill>
                    <a:srgbClr val="003399"/>
                  </a:solidFill>
                  <a:latin typeface="宋体" panose="02010600030101010101" pitchFamily="2" charset="-122"/>
                  <a:ea typeface="宋体" panose="02010600030101010101" pitchFamily="2" charset="-122"/>
                </a:rPr>
                <a:t>唯一确定了一个状态。</a:t>
              </a:r>
            </a:p>
            <a:p>
              <a:pPr fontAlgn="base">
                <a:spcBef>
                  <a:spcPct val="50000"/>
                </a:spcBef>
                <a:spcAft>
                  <a:spcPct val="0"/>
                </a:spcAft>
                <a:defRPr/>
              </a:pPr>
              <a:r>
                <a:rPr lang="zh-CN" altLang="en-US" sz="2400" b="1">
                  <a:solidFill>
                    <a:srgbClr val="003399"/>
                  </a:solidFill>
                  <a:latin typeface="宋体" panose="02010600030101010101" pitchFamily="2" charset="-122"/>
                  <a:ea typeface="宋体" panose="02010600030101010101" pitchFamily="2" charset="-122"/>
                </a:rPr>
                <a:t>    从转换图角度，我们也可以得到答案。</a:t>
              </a:r>
            </a:p>
            <a:p>
              <a:pPr fontAlgn="base">
                <a:spcBef>
                  <a:spcPct val="50000"/>
                </a:spcBef>
                <a:spcAft>
                  <a:spcPct val="0"/>
                </a:spcAft>
                <a:defRPr/>
              </a:pPr>
              <a:r>
                <a:rPr lang="zh-CN" altLang="en-US" sz="2400" b="1">
                  <a:solidFill>
                    <a:srgbClr val="003399"/>
                  </a:solidFill>
                  <a:latin typeface="宋体" panose="02010600030101010101" pitchFamily="2" charset="-122"/>
                  <a:ea typeface="宋体" panose="02010600030101010101" pitchFamily="2" charset="-122"/>
                </a:rPr>
                <a:t>    如果允许是一个</a:t>
              </a:r>
              <a:r>
                <a:rPr lang="zh-CN" altLang="en-US" sz="2400" b="1">
                  <a:solidFill>
                    <a:srgbClr val="FF0000"/>
                  </a:solidFill>
                  <a:latin typeface="宋体" panose="02010600030101010101" pitchFamily="2" charset="-122"/>
                  <a:ea typeface="宋体" panose="02010600030101010101" pitchFamily="2" charset="-122"/>
                </a:rPr>
                <a:t>多值函数</a:t>
              </a:r>
              <a:r>
                <a:rPr lang="zh-CN" altLang="en-US" sz="2400" b="1">
                  <a:solidFill>
                    <a:srgbClr val="003399"/>
                  </a:solidFill>
                  <a:latin typeface="宋体" panose="02010600030101010101" pitchFamily="2" charset="-122"/>
                  <a:ea typeface="宋体" panose="02010600030101010101" pitchFamily="2" charset="-122"/>
                </a:rPr>
                <a:t>，我们就得到下一节要讲到的</a:t>
              </a:r>
              <a:r>
                <a:rPr lang="zh-CN" altLang="en-US" sz="2400" b="1">
                  <a:solidFill>
                    <a:srgbClr val="FF0000"/>
                  </a:solidFill>
                  <a:latin typeface="宋体" panose="02010600030101010101" pitchFamily="2" charset="-122"/>
                  <a:ea typeface="宋体" panose="02010600030101010101" pitchFamily="2" charset="-122"/>
                </a:rPr>
                <a:t>非确定自动机</a:t>
              </a:r>
              <a:r>
                <a:rPr lang="zh-CN" altLang="en-US" sz="2400" b="1">
                  <a:solidFill>
                    <a:srgbClr val="003399"/>
                  </a:solidFill>
                  <a:latin typeface="宋体" panose="02010600030101010101" pitchFamily="2" charset="-122"/>
                  <a:ea typeface="宋体" panose="02010600030101010101" pitchFamily="2" charset="-122"/>
                </a:rPr>
                <a:t>的概念。</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nodeType="afterEffect">
                                  <p:stCondLst>
                                    <p:cond delay="2000"/>
                                  </p:stCondLst>
                                  <p:childTnLst>
                                    <p:set>
                                      <p:cBhvr>
                                        <p:cTn id="6" dur="1" fill="hold">
                                          <p:stCondLst>
                                            <p:cond delay="0"/>
                                          </p:stCondLst>
                                        </p:cTn>
                                        <p:tgtEl>
                                          <p:spTgt spid="8"/>
                                        </p:tgtEl>
                                        <p:attrNameLst>
                                          <p:attrName>style.visibility</p:attrName>
                                        </p:attrNameLst>
                                      </p:cBhvr>
                                      <p:to>
                                        <p:strVal val="visible"/>
                                      </p:to>
                                    </p:set>
                                    <p:animEffect transition="in" filter="wedg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WordArt 2">
            <a:extLst>
              <a:ext uri="{FF2B5EF4-FFF2-40B4-BE49-F238E27FC236}">
                <a16:creationId xmlns:a16="http://schemas.microsoft.com/office/drawing/2014/main" id="{72F9880E-2299-97E1-33E5-CE001CAAF0A3}"/>
              </a:ext>
            </a:extLst>
          </p:cNvPr>
          <p:cNvSpPr>
            <a:spLocks noChangeArrowheads="1" noChangeShapeType="1" noTextEdit="1"/>
          </p:cNvSpPr>
          <p:nvPr/>
        </p:nvSpPr>
        <p:spPr bwMode="auto">
          <a:xfrm>
            <a:off x="2855913" y="1171575"/>
            <a:ext cx="64008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3.3.3</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非确定有限自动机（</a:t>
            </a:r>
            <a:r>
              <a:rPr lang="en-US" altLang="zh-CN"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NFA</a:t>
            </a:r>
            <a:r>
              <a:rPr lang="zh-CN" alt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rPr>
              <a:t>）</a:t>
            </a:r>
            <a:endParaRPr lang="en-US" sz="3600" b="1" kern="10" dirty="0">
              <a:ln w="9525">
                <a:solidFill>
                  <a:srgbClr val="0000FF"/>
                </a:solidFill>
                <a:round/>
                <a:headEnd/>
                <a:tailEnd/>
              </a:ln>
              <a:solidFill>
                <a:srgbClr val="FFFFFF"/>
              </a:solidFill>
              <a:effectLst>
                <a:outerShdw dist="35921" dir="2700000" algn="ctr" rotWithShape="0">
                  <a:srgbClr val="808080">
                    <a:alpha val="80000"/>
                  </a:srgbClr>
                </a:outerShdw>
              </a:effectLst>
              <a:latin typeface="宋体"/>
              <a:ea typeface="宋体"/>
            </a:endParaRPr>
          </a:p>
        </p:txBody>
      </p:sp>
      <p:grpSp>
        <p:nvGrpSpPr>
          <p:cNvPr id="10" name="Group 3">
            <a:extLst>
              <a:ext uri="{FF2B5EF4-FFF2-40B4-BE49-F238E27FC236}">
                <a16:creationId xmlns:a16="http://schemas.microsoft.com/office/drawing/2014/main" id="{225C413F-97AD-1E99-A4BF-7513C042D713}"/>
              </a:ext>
            </a:extLst>
          </p:cNvPr>
          <p:cNvGrpSpPr>
            <a:grpSpLocks/>
          </p:cNvGrpSpPr>
          <p:nvPr/>
        </p:nvGrpSpPr>
        <p:grpSpPr bwMode="auto">
          <a:xfrm>
            <a:off x="1919288" y="2132014"/>
            <a:ext cx="8424862" cy="3889375"/>
            <a:chOff x="249" y="1071"/>
            <a:chExt cx="5307" cy="2450"/>
          </a:xfrm>
          <a:solidFill>
            <a:schemeClr val="bg1"/>
          </a:solidFill>
        </p:grpSpPr>
        <p:grpSp>
          <p:nvGrpSpPr>
            <p:cNvPr id="9" name="Group 4">
              <a:extLst>
                <a:ext uri="{FF2B5EF4-FFF2-40B4-BE49-F238E27FC236}">
                  <a16:creationId xmlns:a16="http://schemas.microsoft.com/office/drawing/2014/main" id="{AE6B69DA-46B6-3047-5C42-33F7ED8A7DF8}"/>
                </a:ext>
              </a:extLst>
            </p:cNvPr>
            <p:cNvGrpSpPr>
              <a:grpSpLocks/>
            </p:cNvGrpSpPr>
            <p:nvPr/>
          </p:nvGrpSpPr>
          <p:grpSpPr bwMode="auto">
            <a:xfrm>
              <a:off x="249" y="1071"/>
              <a:ext cx="5307" cy="2450"/>
              <a:chOff x="720" y="480"/>
              <a:chExt cx="4224" cy="1390"/>
            </a:xfrm>
            <a:grpFill/>
          </p:grpSpPr>
          <p:graphicFrame>
            <p:nvGraphicFramePr>
              <p:cNvPr id="33794" name="Object 5">
                <a:extLst>
                  <a:ext uri="{FF2B5EF4-FFF2-40B4-BE49-F238E27FC236}">
                    <a16:creationId xmlns:a16="http://schemas.microsoft.com/office/drawing/2014/main" id="{FCFA344E-6DE1-2F20-C507-E4305D3A88A3}"/>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33794" name="Object 5">
                            <a:extLst>
                              <a:ext uri="{FF2B5EF4-FFF2-40B4-BE49-F238E27FC236}">
                                <a16:creationId xmlns:a16="http://schemas.microsoft.com/office/drawing/2014/main" id="{FCFA344E-6DE1-2F20-C507-E4305D3A88A3}"/>
                              </a:ext>
                            </a:extLst>
                          </p:cNvPr>
                          <p:cNvPicPr>
                            <a:picLocks noChangeAspect="1" noChangeArrowheads="1"/>
                          </p:cNvPicPr>
                          <p:nvPr/>
                        </p:nvPicPr>
                        <p:blipFill>
                          <a:blip r:embed="rId3"/>
                          <a:srcRect/>
                          <a:stretch>
                            <a:fillRect/>
                          </a:stretch>
                        </p:blipFill>
                        <p:spPr bwMode="auto">
                          <a:xfrm>
                            <a:off x="720" y="480"/>
                            <a:ext cx="4224" cy="1390"/>
                          </a:xfrm>
                          <a:prstGeom prst="rect">
                            <a:avLst/>
                          </a:prstGeom>
                          <a:noFill/>
                          <a:ln>
                            <a:noFill/>
                          </a:ln>
                          <a:effectLst/>
                        </p:spPr>
                      </p:pic>
                    </p:oleObj>
                  </mc:Fallback>
                </mc:AlternateContent>
              </a:graphicData>
            </a:graphic>
          </p:graphicFrame>
          <p:graphicFrame>
            <p:nvGraphicFramePr>
              <p:cNvPr id="33795" name="Object 6">
                <a:extLst>
                  <a:ext uri="{FF2B5EF4-FFF2-40B4-BE49-F238E27FC236}">
                    <a16:creationId xmlns:a16="http://schemas.microsoft.com/office/drawing/2014/main" id="{1DD38163-FBAB-6885-2964-D4C913EA7910}"/>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33795" name="Object 6">
                            <a:extLst>
                              <a:ext uri="{FF2B5EF4-FFF2-40B4-BE49-F238E27FC236}">
                                <a16:creationId xmlns:a16="http://schemas.microsoft.com/office/drawing/2014/main" id="{1DD38163-FBAB-6885-2964-D4C913EA7910}"/>
                              </a:ext>
                            </a:extLst>
                          </p:cNvPr>
                          <p:cNvPicPr>
                            <a:picLocks noChangeAspect="1" noChangeArrowheads="1"/>
                          </p:cNvPicPr>
                          <p:nvPr/>
                        </p:nvPicPr>
                        <p:blipFill>
                          <a:blip r:embed="rId5"/>
                          <a:srcRect/>
                          <a:stretch>
                            <a:fillRect/>
                          </a:stretch>
                        </p:blipFill>
                        <p:spPr bwMode="auto">
                          <a:xfrm>
                            <a:off x="2873" y="1028"/>
                            <a:ext cx="157" cy="296"/>
                          </a:xfrm>
                          <a:prstGeom prst="rect">
                            <a:avLst/>
                          </a:prstGeom>
                          <a:noFill/>
                        </p:spPr>
                      </p:pic>
                    </p:oleObj>
                  </mc:Fallback>
                </mc:AlternateContent>
              </a:graphicData>
            </a:graphic>
          </p:graphicFrame>
        </p:grpSp>
        <p:sp>
          <p:nvSpPr>
            <p:cNvPr id="37895" name="Text Box 7">
              <a:extLst>
                <a:ext uri="{FF2B5EF4-FFF2-40B4-BE49-F238E27FC236}">
                  <a16:creationId xmlns:a16="http://schemas.microsoft.com/office/drawing/2014/main" id="{98B7D62A-D7BE-5C0B-5A43-119C6334F714}"/>
                </a:ext>
              </a:extLst>
            </p:cNvPr>
            <p:cNvSpPr txBox="1">
              <a:spLocks noChangeArrowheads="1"/>
            </p:cNvSpPr>
            <p:nvPr/>
          </p:nvSpPr>
          <p:spPr bwMode="auto">
            <a:xfrm>
              <a:off x="339" y="1253"/>
              <a:ext cx="5127" cy="2016"/>
            </a:xfrm>
            <a:prstGeom prst="rect">
              <a:avLst/>
            </a:prstGeom>
            <a:grpFill/>
            <a:ln w="9525">
              <a:noFill/>
              <a:miter lim="800000"/>
              <a:headEnd/>
              <a:tailEnd/>
            </a:ln>
          </p:spPr>
          <p:txBody>
            <a:bodyPr>
              <a:spAutoFit/>
            </a:bodyPr>
            <a:lstStyle/>
            <a:p>
              <a:pPr marL="536575" indent="-536575" fontAlgn="base">
                <a:spcBef>
                  <a:spcPct val="50000"/>
                </a:spcBef>
                <a:spcAft>
                  <a:spcPct val="0"/>
                </a:spcAft>
                <a:defRPr/>
              </a:pPr>
              <a:r>
                <a:rPr lang="zh-CN" altLang="en-US" sz="2400" b="1" dirty="0">
                  <a:solidFill>
                    <a:srgbClr val="003399"/>
                  </a:solidFill>
                  <a:latin typeface="宋体" panose="02010600030101010101" pitchFamily="2" charset="-122"/>
                  <a:ea typeface="宋体" panose="02010600030101010101" pitchFamily="2" charset="-122"/>
                </a:rPr>
                <a:t>一个</a:t>
              </a:r>
              <a:r>
                <a:rPr lang="zh-CN" altLang="en-US" sz="2400" b="1" dirty="0">
                  <a:solidFill>
                    <a:srgbClr val="DC5900"/>
                  </a:solidFill>
                  <a:latin typeface="宋体" panose="02010600030101010101" pitchFamily="2" charset="-122"/>
                  <a:ea typeface="宋体" panose="02010600030101010101" pitchFamily="2" charset="-122"/>
                </a:rPr>
                <a:t>非确定有限自动机（</a:t>
              </a:r>
              <a:r>
                <a:rPr lang="en-US" altLang="zh-CN" sz="2400" b="1" dirty="0">
                  <a:solidFill>
                    <a:srgbClr val="DC5900"/>
                  </a:solidFill>
                  <a:latin typeface="宋体" panose="02010600030101010101" pitchFamily="2" charset="-122"/>
                  <a:ea typeface="宋体" panose="02010600030101010101" pitchFamily="2" charset="-122"/>
                </a:rPr>
                <a:t>NFA</a:t>
              </a:r>
              <a:r>
                <a:rPr lang="zh-CN" altLang="en-US" sz="2400" b="1" dirty="0">
                  <a:solidFill>
                    <a:srgbClr val="DC5900"/>
                  </a:solidFill>
                  <a:latin typeface="宋体" panose="02010600030101010101" pitchFamily="2" charset="-122"/>
                  <a:ea typeface="宋体" panose="02010600030101010101" pitchFamily="2" charset="-122"/>
                </a:rPr>
                <a:t>）</a:t>
              </a:r>
              <a:r>
                <a:rPr lang="zh-CN" altLang="en-US" sz="2400" b="1" dirty="0">
                  <a:solidFill>
                    <a:srgbClr val="003399"/>
                  </a:solidFill>
                  <a:latin typeface="宋体" panose="02010600030101010101" pitchFamily="2" charset="-122"/>
                  <a:ea typeface="宋体" panose="02010600030101010101" pitchFamily="2" charset="-122"/>
                </a:rPr>
                <a:t> </a:t>
              </a:r>
              <a:r>
                <a:rPr lang="en-US" altLang="zh-CN" sz="2400" b="1" dirty="0">
                  <a:solidFill>
                    <a:srgbClr val="003399"/>
                  </a:solidFill>
                  <a:latin typeface="宋体" panose="02010600030101010101" pitchFamily="2" charset="-122"/>
                  <a:ea typeface="宋体" panose="02010600030101010101" pitchFamily="2" charset="-122"/>
                </a:rPr>
                <a:t>M</a:t>
              </a:r>
              <a:r>
                <a:rPr lang="zh-CN" altLang="en-US" sz="2400" b="1" dirty="0">
                  <a:solidFill>
                    <a:srgbClr val="003399"/>
                  </a:solidFill>
                  <a:latin typeface="宋体" panose="02010600030101010101" pitchFamily="2" charset="-122"/>
                  <a:ea typeface="宋体" panose="02010600030101010101" pitchFamily="2" charset="-122"/>
                </a:rPr>
                <a:t>是一个五元式：</a:t>
              </a:r>
            </a:p>
            <a:p>
              <a:pPr marL="536575" indent="-536575" fontAlgn="base">
                <a:spcBef>
                  <a:spcPct val="50000"/>
                </a:spcBef>
                <a:spcAft>
                  <a:spcPct val="0"/>
                </a:spcAft>
                <a:defRPr/>
              </a:pPr>
              <a:r>
                <a:rPr lang="zh-CN" altLang="en-US" sz="2000" dirty="0">
                  <a:solidFill>
                    <a:srgbClr val="003399"/>
                  </a:solidFill>
                  <a:latin typeface="宋体" panose="02010600030101010101" pitchFamily="2" charset="-122"/>
                  <a:ea typeface="宋体" panose="02010600030101010101" pitchFamily="2" charset="-122"/>
                </a:rPr>
                <a:t>     </a:t>
              </a:r>
              <a:r>
                <a:rPr lang="en-US" altLang="zh-CN" sz="2000" b="1" dirty="0">
                  <a:solidFill>
                    <a:srgbClr val="DC5900"/>
                  </a:solidFill>
                  <a:latin typeface="宋体" panose="02010600030101010101" pitchFamily="2" charset="-122"/>
                  <a:ea typeface="宋体" panose="02010600030101010101" pitchFamily="2" charset="-122"/>
                </a:rPr>
                <a:t>M </a:t>
              </a:r>
              <a:r>
                <a:rPr lang="zh-CN" altLang="en-US" sz="2000" b="1" dirty="0">
                  <a:solidFill>
                    <a:srgbClr val="DC5900"/>
                  </a:solidFill>
                  <a:latin typeface="宋体" panose="02010600030101010101" pitchFamily="2" charset="-122"/>
                  <a:ea typeface="宋体" panose="02010600030101010101" pitchFamily="2" charset="-122"/>
                </a:rPr>
                <a:t>＝ </a:t>
              </a:r>
              <a:r>
                <a:rPr lang="en-US" altLang="zh-CN" sz="2000" b="1" dirty="0">
                  <a:solidFill>
                    <a:srgbClr val="DC5900"/>
                  </a:solidFill>
                  <a:latin typeface="宋体" panose="02010600030101010101" pitchFamily="2" charset="-122"/>
                  <a:ea typeface="宋体" panose="02010600030101010101" pitchFamily="2" charset="-122"/>
                </a:rPr>
                <a:t>(S,∑,</a:t>
              </a:r>
              <a:r>
                <a:rPr lang="el-GR" altLang="zh-CN" sz="2000" b="1" dirty="0">
                  <a:solidFill>
                    <a:srgbClr val="DC5900"/>
                  </a:solidFill>
                  <a:ea typeface="宋体" panose="02010600030101010101" pitchFamily="2" charset="-122"/>
                </a:rPr>
                <a:t>δ</a:t>
              </a:r>
              <a:r>
                <a:rPr lang="en-US" altLang="zh-CN" sz="2000" b="1" dirty="0">
                  <a:solidFill>
                    <a:srgbClr val="DC5900"/>
                  </a:solidFill>
                  <a:latin typeface="宋体" panose="02010600030101010101" pitchFamily="2" charset="-122"/>
                  <a:ea typeface="宋体" panose="02010600030101010101" pitchFamily="2" charset="-122"/>
                </a:rPr>
                <a:t>,S</a:t>
              </a:r>
              <a:r>
                <a:rPr lang="en-US" altLang="zh-CN" sz="2000" b="1" baseline="-25000" dirty="0">
                  <a:solidFill>
                    <a:srgbClr val="DC5900"/>
                  </a:solidFill>
                  <a:latin typeface="宋体" panose="02010600030101010101" pitchFamily="2" charset="-122"/>
                  <a:ea typeface="宋体" panose="02010600030101010101" pitchFamily="2" charset="-122"/>
                </a:rPr>
                <a:t>0 </a:t>
              </a:r>
              <a:r>
                <a:rPr lang="en-US" altLang="zh-CN" sz="2000" b="1" dirty="0">
                  <a:solidFill>
                    <a:srgbClr val="DC5900"/>
                  </a:solidFill>
                  <a:latin typeface="宋体" panose="02010600030101010101" pitchFamily="2" charset="-122"/>
                  <a:ea typeface="宋体" panose="02010600030101010101" pitchFamily="2" charset="-122"/>
                </a:rPr>
                <a:t>,F)</a:t>
              </a:r>
              <a:r>
                <a:rPr lang="en-US" altLang="zh-CN" sz="2000" b="1" dirty="0">
                  <a:solidFill>
                    <a:srgbClr val="003399"/>
                  </a:solidFill>
                  <a:latin typeface="宋体" panose="02010600030101010101" pitchFamily="2" charset="-122"/>
                  <a:ea typeface="宋体" panose="02010600030101010101" pitchFamily="2" charset="-122"/>
                </a:rPr>
                <a:t> </a:t>
              </a:r>
              <a:r>
                <a:rPr lang="zh-CN" altLang="en-US" sz="2000" b="1" dirty="0">
                  <a:solidFill>
                    <a:srgbClr val="003399"/>
                  </a:solidFill>
                  <a:latin typeface="宋体" panose="02010600030101010101" pitchFamily="2" charset="-122"/>
                  <a:ea typeface="宋体" panose="02010600030101010101" pitchFamily="2" charset="-122"/>
                </a:rPr>
                <a:t>，其中</a:t>
              </a:r>
            </a:p>
            <a:p>
              <a:pPr marL="536575" indent="-536575"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1</a:t>
              </a:r>
              <a:r>
                <a:rPr lang="zh-CN" altLang="en-US" sz="2000" b="1" dirty="0">
                  <a:solidFill>
                    <a:srgbClr val="003399"/>
                  </a:solidFill>
                  <a:latin typeface="宋体" panose="02010600030101010101" pitchFamily="2" charset="-122"/>
                  <a:ea typeface="宋体" panose="02010600030101010101" pitchFamily="2" charset="-122"/>
                </a:rPr>
                <a:t>、</a:t>
              </a:r>
              <a:r>
                <a:rPr lang="en-US" altLang="zh-CN" sz="2000" b="1" dirty="0">
                  <a:solidFill>
                    <a:srgbClr val="DC5900"/>
                  </a:solidFill>
                  <a:latin typeface="宋体" panose="02010600030101010101" pitchFamily="2" charset="-122"/>
                  <a:ea typeface="宋体" panose="02010600030101010101" pitchFamily="2" charset="-122"/>
                </a:rPr>
                <a:t>S</a:t>
              </a:r>
              <a:r>
                <a:rPr lang="zh-CN" altLang="en-US" sz="2000" b="1" dirty="0">
                  <a:solidFill>
                    <a:srgbClr val="003399"/>
                  </a:solidFill>
                  <a:latin typeface="宋体" panose="02010600030101010101" pitchFamily="2" charset="-122"/>
                  <a:ea typeface="宋体" panose="02010600030101010101" pitchFamily="2" charset="-122"/>
                </a:rPr>
                <a:t>是一个有限集，它的每个元素称为一个</a:t>
              </a:r>
              <a:r>
                <a:rPr lang="zh-CN" altLang="en-US" sz="2000" b="1" dirty="0">
                  <a:solidFill>
                    <a:srgbClr val="FF0066"/>
                  </a:solidFill>
                  <a:latin typeface="宋体" panose="02010600030101010101" pitchFamily="2" charset="-122"/>
                  <a:ea typeface="宋体" panose="02010600030101010101" pitchFamily="2" charset="-122"/>
                </a:rPr>
                <a:t>状态</a:t>
              </a:r>
            </a:p>
            <a:p>
              <a:pPr marL="536575" indent="-536575"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2</a:t>
              </a:r>
              <a:r>
                <a:rPr lang="zh-CN" altLang="en-US" sz="2000" b="1" dirty="0">
                  <a:solidFill>
                    <a:srgbClr val="003399"/>
                  </a:solidFill>
                  <a:latin typeface="宋体" panose="02010600030101010101" pitchFamily="2" charset="-122"/>
                  <a:ea typeface="宋体" panose="02010600030101010101" pitchFamily="2" charset="-122"/>
                </a:rPr>
                <a:t>、</a:t>
              </a:r>
              <a:r>
                <a:rPr lang="zh-CN" altLang="en-US" sz="2000" b="1" dirty="0">
                  <a:solidFill>
                    <a:srgbClr val="DC5900"/>
                  </a:solidFill>
                  <a:latin typeface="宋体" panose="02010600030101010101" pitchFamily="2" charset="-122"/>
                  <a:ea typeface="宋体" panose="02010600030101010101" pitchFamily="2" charset="-122"/>
                </a:rPr>
                <a:t>∑</a:t>
              </a:r>
              <a:r>
                <a:rPr lang="zh-CN" altLang="en-US" sz="2000" b="1" dirty="0">
                  <a:solidFill>
                    <a:srgbClr val="003399"/>
                  </a:solidFill>
                  <a:latin typeface="宋体" panose="02010600030101010101" pitchFamily="2" charset="-122"/>
                  <a:ea typeface="宋体" panose="02010600030101010101" pitchFamily="2" charset="-122"/>
                </a:rPr>
                <a:t>是一个</a:t>
              </a:r>
              <a:r>
                <a:rPr lang="zh-CN" altLang="en-US" sz="2000" b="1" dirty="0">
                  <a:solidFill>
                    <a:srgbClr val="DC5900"/>
                  </a:solidFill>
                  <a:latin typeface="宋体" panose="02010600030101010101" pitchFamily="2" charset="-122"/>
                  <a:ea typeface="宋体" panose="02010600030101010101" pitchFamily="2" charset="-122"/>
                </a:rPr>
                <a:t>有穷</a:t>
              </a:r>
              <a:r>
                <a:rPr lang="zh-CN" altLang="en-US" sz="2000" b="1" dirty="0">
                  <a:solidFill>
                    <a:srgbClr val="FF0066"/>
                  </a:solidFill>
                  <a:latin typeface="宋体" panose="02010600030101010101" pitchFamily="2" charset="-122"/>
                  <a:ea typeface="宋体" panose="02010600030101010101" pitchFamily="2" charset="-122"/>
                </a:rPr>
                <a:t>字母表</a:t>
              </a:r>
              <a:r>
                <a:rPr lang="zh-CN" altLang="en-US" sz="2000" b="1" dirty="0">
                  <a:solidFill>
                    <a:srgbClr val="003399"/>
                  </a:solidFill>
                  <a:latin typeface="宋体" panose="02010600030101010101" pitchFamily="2" charset="-122"/>
                  <a:ea typeface="宋体" panose="02010600030101010101" pitchFamily="2" charset="-122"/>
                </a:rPr>
                <a:t>，它的每个元素称为一个</a:t>
              </a:r>
              <a:r>
                <a:rPr lang="zh-CN" altLang="en-US" sz="2000" b="1" dirty="0">
                  <a:solidFill>
                    <a:srgbClr val="FF0066"/>
                  </a:solidFill>
                  <a:latin typeface="宋体" panose="02010600030101010101" pitchFamily="2" charset="-122"/>
                  <a:ea typeface="宋体" panose="02010600030101010101" pitchFamily="2" charset="-122"/>
                </a:rPr>
                <a:t>输入字符</a:t>
              </a:r>
            </a:p>
            <a:p>
              <a:pPr marL="536575" indent="-536575"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3</a:t>
              </a:r>
              <a:r>
                <a:rPr lang="zh-CN" altLang="en-US" sz="2000" b="1" dirty="0">
                  <a:solidFill>
                    <a:srgbClr val="003399"/>
                  </a:solidFill>
                  <a:latin typeface="宋体" panose="02010600030101010101" pitchFamily="2" charset="-122"/>
                  <a:ea typeface="宋体" panose="02010600030101010101" pitchFamily="2" charset="-122"/>
                </a:rPr>
                <a:t>、</a:t>
              </a:r>
              <a:r>
                <a:rPr lang="el-GR" altLang="zh-CN" sz="2000" b="1" dirty="0">
                  <a:solidFill>
                    <a:srgbClr val="DC5900"/>
                  </a:solidFill>
                  <a:latin typeface="Arial" pitchFamily="34" charset="0"/>
                  <a:ea typeface="宋体" panose="02010600030101010101" pitchFamily="2" charset="-122"/>
                </a:rPr>
                <a:t>δ</a:t>
              </a:r>
              <a:r>
                <a:rPr lang="zh-CN" altLang="en-US" sz="2000" b="1" dirty="0">
                  <a:solidFill>
                    <a:srgbClr val="003399"/>
                  </a:solidFill>
                  <a:latin typeface="宋体" panose="02010600030101010101" pitchFamily="2" charset="-122"/>
                  <a:ea typeface="宋体" panose="02010600030101010101" pitchFamily="2" charset="-122"/>
                </a:rPr>
                <a:t>是一个从</a:t>
              </a:r>
              <a:r>
                <a:rPr lang="en-US" altLang="zh-CN" sz="2000" b="1" dirty="0">
                  <a:solidFill>
                    <a:srgbClr val="003399"/>
                  </a:solidFill>
                  <a:latin typeface="宋体" panose="02010600030101010101" pitchFamily="2" charset="-122"/>
                  <a:ea typeface="宋体" panose="02010600030101010101" pitchFamily="2" charset="-122"/>
                </a:rPr>
                <a:t>S×∑</a:t>
              </a:r>
              <a:r>
                <a:rPr lang="en-US" altLang="zh-CN" sz="2000" b="1" baseline="30000" dirty="0">
                  <a:solidFill>
                    <a:srgbClr val="003399"/>
                  </a:solidFill>
                  <a:latin typeface="宋体" panose="02010600030101010101" pitchFamily="2" charset="-122"/>
                  <a:ea typeface="宋体" panose="02010600030101010101" pitchFamily="2" charset="-122"/>
                </a:rPr>
                <a:t>*</a:t>
              </a:r>
              <a:r>
                <a:rPr lang="zh-CN" altLang="en-US" sz="2000" b="1" dirty="0">
                  <a:solidFill>
                    <a:srgbClr val="003399"/>
                  </a:solidFill>
                  <a:latin typeface="宋体" panose="02010600030101010101" pitchFamily="2" charset="-122"/>
                  <a:ea typeface="宋体" panose="02010600030101010101" pitchFamily="2" charset="-122"/>
                </a:rPr>
                <a:t>至</a:t>
              </a:r>
              <a:r>
                <a:rPr lang="en-US" altLang="zh-CN" sz="2000" b="1" dirty="0">
                  <a:solidFill>
                    <a:srgbClr val="003399"/>
                  </a:solidFill>
                  <a:latin typeface="宋体" panose="02010600030101010101" pitchFamily="2" charset="-122"/>
                  <a:ea typeface="宋体" panose="02010600030101010101" pitchFamily="2" charset="-122"/>
                </a:rPr>
                <a:t>S</a:t>
              </a:r>
              <a:r>
                <a:rPr lang="zh-CN" altLang="en-US" sz="2000" b="1" dirty="0">
                  <a:solidFill>
                    <a:srgbClr val="003399"/>
                  </a:solidFill>
                  <a:latin typeface="宋体" panose="02010600030101010101" pitchFamily="2" charset="-122"/>
                  <a:ea typeface="宋体" panose="02010600030101010101" pitchFamily="2" charset="-122"/>
                </a:rPr>
                <a:t>的子集的映射，即</a:t>
              </a:r>
              <a:r>
                <a:rPr lang="el-GR" altLang="zh-CN" sz="2000" b="1" dirty="0">
                  <a:solidFill>
                    <a:srgbClr val="003399"/>
                  </a:solidFill>
                  <a:latin typeface="Arial" pitchFamily="34" charset="0"/>
                  <a:ea typeface="宋体" panose="02010600030101010101" pitchFamily="2" charset="-122"/>
                </a:rPr>
                <a:t>δ</a:t>
              </a: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S×∑</a:t>
              </a:r>
              <a:r>
                <a:rPr lang="en-US" altLang="zh-CN" sz="2000" b="1" baseline="30000" dirty="0">
                  <a:solidFill>
                    <a:srgbClr val="003399"/>
                  </a:solidFill>
                  <a:latin typeface="宋体" panose="02010600030101010101" pitchFamily="2" charset="-122"/>
                  <a:ea typeface="宋体" panose="02010600030101010101" pitchFamily="2" charset="-122"/>
                </a:rPr>
                <a:t>*</a:t>
              </a:r>
              <a:r>
                <a:rPr lang="en-US" altLang="zh-CN" sz="2000" b="1" i="1" dirty="0">
                  <a:solidFill>
                    <a:srgbClr val="006600"/>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 2</a:t>
              </a:r>
              <a:r>
                <a:rPr lang="en-US" altLang="zh-CN" sz="2000" b="1" baseline="30000" dirty="0">
                  <a:solidFill>
                    <a:srgbClr val="003399"/>
                  </a:solidFill>
                  <a:latin typeface="宋体" panose="02010600030101010101" pitchFamily="2" charset="-122"/>
                  <a:ea typeface="宋体" panose="02010600030101010101" pitchFamily="2" charset="-122"/>
                </a:rPr>
                <a:t>s</a:t>
              </a:r>
            </a:p>
            <a:p>
              <a:pPr marL="536575" indent="-536575" fontAlgn="base">
                <a:spcBef>
                  <a:spcPct val="50000"/>
                </a:spcBef>
                <a:spcAft>
                  <a:spcPct val="0"/>
                </a:spcAft>
                <a:defRPr/>
              </a:pPr>
              <a:r>
                <a:rPr lang="en-US" altLang="zh-CN" sz="2000" b="1" dirty="0">
                  <a:solidFill>
                    <a:srgbClr val="003399"/>
                  </a:solidFill>
                  <a:latin typeface="宋体" panose="02010600030101010101" pitchFamily="2" charset="-122"/>
                  <a:ea typeface="宋体" panose="02010600030101010101" pitchFamily="2" charset="-122"/>
                </a:rPr>
                <a:t> 4</a:t>
              </a: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DC5900"/>
                  </a:solidFill>
                  <a:latin typeface="宋体" panose="02010600030101010101" pitchFamily="2" charset="-122"/>
                  <a:ea typeface="宋体" panose="02010600030101010101" pitchFamily="2" charset="-122"/>
                </a:rPr>
                <a:t>S</a:t>
              </a:r>
              <a:r>
                <a:rPr lang="en-US" altLang="zh-CN" sz="2000" b="1" baseline="-25000" dirty="0">
                  <a:solidFill>
                    <a:srgbClr val="DC5900"/>
                  </a:solidFill>
                  <a:latin typeface="宋体" panose="02010600030101010101" pitchFamily="2" charset="-122"/>
                  <a:ea typeface="宋体" panose="02010600030101010101" pitchFamily="2" charset="-122"/>
                </a:rPr>
                <a:t>0     </a:t>
              </a:r>
              <a:r>
                <a:rPr lang="en-US" altLang="zh-CN" sz="2000" b="1" dirty="0">
                  <a:solidFill>
                    <a:srgbClr val="003399"/>
                  </a:solidFill>
                  <a:latin typeface="宋体" panose="02010600030101010101" pitchFamily="2" charset="-122"/>
                  <a:ea typeface="宋体" panose="02010600030101010101" pitchFamily="2" charset="-122"/>
                </a:rPr>
                <a:t>S</a:t>
              </a:r>
              <a:r>
                <a:rPr lang="zh-CN" altLang="en-US" sz="2000" b="1" dirty="0">
                  <a:solidFill>
                    <a:srgbClr val="003399"/>
                  </a:solidFill>
                  <a:latin typeface="宋体" panose="02010600030101010101" pitchFamily="2" charset="-122"/>
                  <a:ea typeface="宋体" panose="02010600030101010101" pitchFamily="2" charset="-122"/>
                </a:rPr>
                <a:t>是的</a:t>
              </a:r>
              <a:r>
                <a:rPr lang="zh-CN" altLang="en-US" sz="2000" b="1" dirty="0">
                  <a:solidFill>
                    <a:srgbClr val="FF0066"/>
                  </a:solidFill>
                  <a:latin typeface="宋体" panose="02010600030101010101" pitchFamily="2" charset="-122"/>
                  <a:ea typeface="宋体" panose="02010600030101010101" pitchFamily="2" charset="-122"/>
                </a:rPr>
                <a:t>初态</a:t>
              </a:r>
            </a:p>
            <a:p>
              <a:pPr marL="536575" indent="-536575" fontAlgn="base">
                <a:spcBef>
                  <a:spcPct val="50000"/>
                </a:spcBef>
                <a:spcAft>
                  <a:spcPct val="0"/>
                </a:spcAft>
                <a:defRPr/>
              </a:pP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003399"/>
                  </a:solidFill>
                  <a:latin typeface="宋体" panose="02010600030101010101" pitchFamily="2" charset="-122"/>
                  <a:ea typeface="宋体" panose="02010600030101010101" pitchFamily="2" charset="-122"/>
                </a:rPr>
                <a:t>5</a:t>
              </a:r>
              <a:r>
                <a:rPr lang="zh-CN" altLang="en-US" sz="2000" b="1" dirty="0">
                  <a:solidFill>
                    <a:srgbClr val="003399"/>
                  </a:solidFill>
                  <a:latin typeface="宋体" panose="02010600030101010101" pitchFamily="2" charset="-122"/>
                  <a:ea typeface="宋体" panose="02010600030101010101" pitchFamily="2" charset="-122"/>
                </a:rPr>
                <a:t>、 </a:t>
              </a:r>
              <a:r>
                <a:rPr lang="en-US" altLang="zh-CN" sz="2000" b="1" dirty="0">
                  <a:solidFill>
                    <a:srgbClr val="DC5900"/>
                  </a:solidFill>
                  <a:latin typeface="宋体" panose="02010600030101010101" pitchFamily="2" charset="-122"/>
                  <a:ea typeface="宋体" panose="02010600030101010101" pitchFamily="2" charset="-122"/>
                </a:rPr>
                <a:t>F</a:t>
              </a:r>
              <a:r>
                <a:rPr lang="en-US" altLang="zh-CN" sz="2000" b="1" dirty="0">
                  <a:solidFill>
                    <a:srgbClr val="003399"/>
                  </a:solidFill>
                  <a:latin typeface="宋体" panose="02010600030101010101" pitchFamily="2" charset="-122"/>
                  <a:ea typeface="宋体" panose="02010600030101010101" pitchFamily="2" charset="-122"/>
                </a:rPr>
                <a:t>   S</a:t>
              </a:r>
              <a:r>
                <a:rPr lang="zh-CN" altLang="en-US" sz="2000" b="1" dirty="0">
                  <a:solidFill>
                    <a:srgbClr val="003399"/>
                  </a:solidFill>
                  <a:latin typeface="宋体" panose="02010600030101010101" pitchFamily="2" charset="-122"/>
                  <a:ea typeface="宋体" panose="02010600030101010101" pitchFamily="2" charset="-122"/>
                </a:rPr>
                <a:t>是一个</a:t>
              </a:r>
              <a:r>
                <a:rPr lang="zh-CN" altLang="en-US" sz="2000" b="1" dirty="0">
                  <a:solidFill>
                    <a:srgbClr val="FF0066"/>
                  </a:solidFill>
                  <a:latin typeface="宋体" panose="02010600030101010101" pitchFamily="2" charset="-122"/>
                  <a:ea typeface="宋体" panose="02010600030101010101" pitchFamily="2" charset="-122"/>
                </a:rPr>
                <a:t>终态集</a:t>
              </a:r>
              <a:r>
                <a:rPr lang="zh-CN" altLang="en-US" sz="2000" b="1" dirty="0">
                  <a:solidFill>
                    <a:srgbClr val="003399"/>
                  </a:solidFill>
                  <a:latin typeface="宋体" panose="02010600030101010101" pitchFamily="2" charset="-122"/>
                  <a:ea typeface="宋体" panose="02010600030101010101" pitchFamily="2" charset="-122"/>
                </a:rPr>
                <a:t>（可空）。</a:t>
              </a:r>
            </a:p>
          </p:txBody>
        </p:sp>
        <p:pic>
          <p:nvPicPr>
            <p:cNvPr id="37896" name="Picture 8" descr="2">
              <a:extLst>
                <a:ext uri="{FF2B5EF4-FFF2-40B4-BE49-F238E27FC236}">
                  <a16:creationId xmlns:a16="http://schemas.microsoft.com/office/drawing/2014/main" id="{0365C4B2-C001-EE01-9334-46B6D3A4824C}"/>
                </a:ext>
              </a:extLst>
            </p:cNvPr>
            <p:cNvPicPr>
              <a:picLocks noChangeAspect="1" noChangeArrowheads="1"/>
            </p:cNvPicPr>
            <p:nvPr/>
          </p:nvPicPr>
          <p:blipFill>
            <a:blip r:embed="rId6"/>
            <a:srcRect/>
            <a:stretch>
              <a:fillRect/>
            </a:stretch>
          </p:blipFill>
          <p:spPr bwMode="auto">
            <a:xfrm>
              <a:off x="884" y="3101"/>
              <a:ext cx="180" cy="102"/>
            </a:xfrm>
            <a:prstGeom prst="rect">
              <a:avLst/>
            </a:prstGeom>
            <a:grpFill/>
            <a:ln w="9525">
              <a:noFill/>
              <a:miter lim="800000"/>
              <a:headEnd/>
              <a:tailEnd/>
            </a:ln>
          </p:spPr>
        </p:pic>
      </p:grpSp>
      <p:pic>
        <p:nvPicPr>
          <p:cNvPr id="131076" name="Picture 8" descr="2">
            <a:extLst>
              <a:ext uri="{FF2B5EF4-FFF2-40B4-BE49-F238E27FC236}">
                <a16:creationId xmlns:a16="http://schemas.microsoft.com/office/drawing/2014/main" id="{B9F8840F-48F9-5334-5184-D566386BE4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0225" y="4940301"/>
            <a:ext cx="285750" cy="161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fade">
                                      <p:cBhvr>
                                        <p:cTn id="7" dur="2000"/>
                                        <p:tgtEl>
                                          <p:spTgt spid="65538"/>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18AF0B3-C1EF-AD59-60FB-6F569A785CA5}"/>
              </a:ext>
            </a:extLst>
          </p:cNvPr>
          <p:cNvGrpSpPr>
            <a:grpSpLocks/>
          </p:cNvGrpSpPr>
          <p:nvPr/>
        </p:nvGrpSpPr>
        <p:grpSpPr bwMode="auto">
          <a:xfrm>
            <a:off x="1774826" y="692151"/>
            <a:ext cx="8640763" cy="2640013"/>
            <a:chOff x="720" y="480"/>
            <a:chExt cx="4224" cy="1390"/>
          </a:xfrm>
        </p:grpSpPr>
        <p:graphicFrame>
          <p:nvGraphicFramePr>
            <p:cNvPr id="132141" name="Object 3">
              <a:extLst>
                <a:ext uri="{FF2B5EF4-FFF2-40B4-BE49-F238E27FC236}">
                  <a16:creationId xmlns:a16="http://schemas.microsoft.com/office/drawing/2014/main" id="{D29849CE-5ADB-9815-6AA2-9133F6753FE2}"/>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32141" name="Object 3">
                          <a:extLst>
                            <a:ext uri="{FF2B5EF4-FFF2-40B4-BE49-F238E27FC236}">
                              <a16:creationId xmlns:a16="http://schemas.microsoft.com/office/drawing/2014/main" id="{D29849CE-5ADB-9815-6AA2-9133F6753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2142" name="Object 4">
              <a:extLst>
                <a:ext uri="{FF2B5EF4-FFF2-40B4-BE49-F238E27FC236}">
                  <a16:creationId xmlns:a16="http://schemas.microsoft.com/office/drawing/2014/main" id="{EFCA8DF5-114C-1EC8-FEA9-1EC8A0E995A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32142" name="Object 4">
                          <a:extLst>
                            <a:ext uri="{FF2B5EF4-FFF2-40B4-BE49-F238E27FC236}">
                              <a16:creationId xmlns:a16="http://schemas.microsoft.com/office/drawing/2014/main" id="{EFCA8DF5-114C-1EC8-FEA9-1EC8A0E995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6565" name="Text Box 5">
            <a:extLst>
              <a:ext uri="{FF2B5EF4-FFF2-40B4-BE49-F238E27FC236}">
                <a16:creationId xmlns:a16="http://schemas.microsoft.com/office/drawing/2014/main" id="{1B1375AC-E2DD-C79B-8A7D-048D2E5D22CC}"/>
              </a:ext>
            </a:extLst>
          </p:cNvPr>
          <p:cNvSpPr txBox="1">
            <a:spLocks noChangeArrowheads="1"/>
          </p:cNvSpPr>
          <p:nvPr/>
        </p:nvSpPr>
        <p:spPr bwMode="auto">
          <a:xfrm>
            <a:off x="1846263" y="825500"/>
            <a:ext cx="8642350" cy="23083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一个含有</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个状态和</a:t>
            </a:r>
            <a:r>
              <a:rPr lang="en-US" altLang="zh-CN" sz="2400" b="1">
                <a:solidFill>
                  <a:srgbClr val="003399"/>
                </a:solidFill>
                <a:latin typeface="宋体" panose="02010600030101010101" pitchFamily="2" charset="-122"/>
              </a:rPr>
              <a:t>n</a:t>
            </a:r>
            <a:r>
              <a:rPr lang="zh-CN" altLang="en-US" sz="2400" b="1">
                <a:solidFill>
                  <a:srgbClr val="003399"/>
                </a:solidFill>
                <a:latin typeface="宋体" panose="02010600030101010101" pitchFamily="2" charset="-122"/>
              </a:rPr>
              <a:t>个输入字符的</a:t>
            </a:r>
            <a:r>
              <a:rPr lang="en-US" altLang="zh-CN" sz="2400" b="1">
                <a:solidFill>
                  <a:srgbClr val="003399"/>
                </a:solidFill>
                <a:latin typeface="宋体" panose="02010600030101010101" pitchFamily="2" charset="-122"/>
              </a:rPr>
              <a:t>NFA</a:t>
            </a:r>
            <a:r>
              <a:rPr lang="zh-CN" altLang="en-US" sz="2400" b="1">
                <a:solidFill>
                  <a:srgbClr val="003399"/>
                </a:solidFill>
                <a:latin typeface="宋体" panose="02010600030101010101" pitchFamily="2" charset="-122"/>
              </a:rPr>
              <a:t>可用一张如下的状态转换图来表示：该图含有</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个状态结点，每个结点可以射出若干条弧与别的结点相连接，</a:t>
            </a:r>
            <a:r>
              <a:rPr lang="zh-CN" altLang="en-US" sz="2400" b="1">
                <a:solidFill>
                  <a:srgbClr val="FF0000"/>
                </a:solidFill>
                <a:latin typeface="宋体" panose="02010600030101010101" pitchFamily="2" charset="-122"/>
              </a:rPr>
              <a:t>每条弧用</a:t>
            </a:r>
            <a:r>
              <a:rPr lang="zh-CN" altLang="en-US" sz="2000" b="1">
                <a:solidFill>
                  <a:srgbClr val="FF0000"/>
                </a:solidFill>
                <a:latin typeface="宋体" panose="02010600030101010101" pitchFamily="2" charset="-122"/>
              </a:rPr>
              <a:t>∑</a:t>
            </a:r>
            <a:r>
              <a:rPr lang="zh-CN" altLang="en-US" sz="2000" b="1" baseline="30000">
                <a:solidFill>
                  <a:srgbClr val="FF0000"/>
                </a:solidFill>
                <a:latin typeface="宋体" panose="02010600030101010101" pitchFamily="2" charset="-122"/>
              </a:rPr>
              <a:t>*</a:t>
            </a:r>
            <a:r>
              <a:rPr lang="zh-CN" altLang="en-US" sz="2400" b="1">
                <a:solidFill>
                  <a:srgbClr val="FF0000"/>
                </a:solidFill>
                <a:latin typeface="宋体" panose="02010600030101010101" pitchFamily="2" charset="-122"/>
              </a:rPr>
              <a:t>中的一个字（可以是不同的字，也可以是空字）做标记</a:t>
            </a:r>
            <a:r>
              <a:rPr lang="zh-CN" altLang="en-US" sz="2400" b="1">
                <a:solidFill>
                  <a:srgbClr val="003399"/>
                </a:solidFill>
                <a:latin typeface="宋体" panose="02010600030101010101" pitchFamily="2" charset="-122"/>
              </a:rPr>
              <a:t>，整张图至少含有一个初态结点和若干个（可以为</a:t>
            </a:r>
            <a:r>
              <a:rPr lang="en-US" altLang="zh-CN" sz="2400" b="1">
                <a:solidFill>
                  <a:srgbClr val="003399"/>
                </a:solidFill>
                <a:latin typeface="宋体" panose="02010600030101010101" pitchFamily="2" charset="-122"/>
              </a:rPr>
              <a:t>0</a:t>
            </a:r>
            <a:r>
              <a:rPr lang="zh-CN" altLang="en-US" sz="2400" b="1">
                <a:solidFill>
                  <a:srgbClr val="003399"/>
                </a:solidFill>
                <a:latin typeface="宋体" panose="02010600030101010101" pitchFamily="2" charset="-122"/>
              </a:rPr>
              <a:t>）终态结点。某些结点既可以是初态结点也可以是终态结点。</a:t>
            </a:r>
          </a:p>
        </p:txBody>
      </p:sp>
      <p:sp>
        <p:nvSpPr>
          <p:cNvPr id="66566" name="AutoShape 6">
            <a:extLst>
              <a:ext uri="{FF2B5EF4-FFF2-40B4-BE49-F238E27FC236}">
                <a16:creationId xmlns:a16="http://schemas.microsoft.com/office/drawing/2014/main" id="{304082B0-1B30-F31B-F30F-016B83AD69FB}"/>
              </a:ext>
            </a:extLst>
          </p:cNvPr>
          <p:cNvSpPr>
            <a:spLocks noChangeArrowheads="1"/>
          </p:cNvSpPr>
          <p:nvPr/>
        </p:nvSpPr>
        <p:spPr bwMode="auto">
          <a:xfrm>
            <a:off x="4297363" y="4212898"/>
            <a:ext cx="569912"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6567" name="Line 7">
            <a:extLst>
              <a:ext uri="{FF2B5EF4-FFF2-40B4-BE49-F238E27FC236}">
                <a16:creationId xmlns:a16="http://schemas.microsoft.com/office/drawing/2014/main" id="{87651DE1-CC48-06E1-B91C-59A3242AF7B7}"/>
              </a:ext>
            </a:extLst>
          </p:cNvPr>
          <p:cNvSpPr>
            <a:spLocks noChangeShapeType="1"/>
          </p:cNvSpPr>
          <p:nvPr/>
        </p:nvSpPr>
        <p:spPr bwMode="auto">
          <a:xfrm>
            <a:off x="3503613" y="4506914"/>
            <a:ext cx="792162"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3" name="Group 8">
            <a:extLst>
              <a:ext uri="{FF2B5EF4-FFF2-40B4-BE49-F238E27FC236}">
                <a16:creationId xmlns:a16="http://schemas.microsoft.com/office/drawing/2014/main" id="{90612691-400E-B26F-0AFB-3100EFD397F9}"/>
              </a:ext>
            </a:extLst>
          </p:cNvPr>
          <p:cNvGrpSpPr>
            <a:grpSpLocks/>
          </p:cNvGrpSpPr>
          <p:nvPr/>
        </p:nvGrpSpPr>
        <p:grpSpPr bwMode="auto">
          <a:xfrm rot="5400000">
            <a:off x="3427417" y="5665788"/>
            <a:ext cx="504825" cy="495300"/>
            <a:chOff x="1292" y="1893"/>
            <a:chExt cx="318" cy="312"/>
          </a:xfrm>
        </p:grpSpPr>
        <p:sp>
          <p:nvSpPr>
            <p:cNvPr id="132139" name="Arc 9">
              <a:extLst>
                <a:ext uri="{FF2B5EF4-FFF2-40B4-BE49-F238E27FC236}">
                  <a16:creationId xmlns:a16="http://schemas.microsoft.com/office/drawing/2014/main" id="{0EEEA639-580C-131B-616A-64A9E0002BF2}"/>
                </a:ext>
              </a:extLst>
            </p:cNvPr>
            <p:cNvSpPr>
              <a:spLocks/>
            </p:cNvSpPr>
            <p:nvPr/>
          </p:nvSpPr>
          <p:spPr bwMode="auto">
            <a:xfrm>
              <a:off x="1292" y="1893"/>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2140" name="Line 10">
              <a:extLst>
                <a:ext uri="{FF2B5EF4-FFF2-40B4-BE49-F238E27FC236}">
                  <a16:creationId xmlns:a16="http://schemas.microsoft.com/office/drawing/2014/main" id="{DFB14464-A414-917F-6285-38B3D515B492}"/>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66571" name="Text Box 11">
            <a:extLst>
              <a:ext uri="{FF2B5EF4-FFF2-40B4-BE49-F238E27FC236}">
                <a16:creationId xmlns:a16="http://schemas.microsoft.com/office/drawing/2014/main" id="{F91F18BA-8278-4620-1A92-17C76FC683C6}"/>
              </a:ext>
            </a:extLst>
          </p:cNvPr>
          <p:cNvSpPr txBox="1">
            <a:spLocks noChangeArrowheads="1"/>
          </p:cNvSpPr>
          <p:nvPr/>
        </p:nvSpPr>
        <p:spPr bwMode="auto">
          <a:xfrm>
            <a:off x="3503614" y="4111625"/>
            <a:ext cx="936625"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a:t>
            </a:r>
          </a:p>
        </p:txBody>
      </p:sp>
      <p:sp>
        <p:nvSpPr>
          <p:cNvPr id="66572" name="Text Box 12">
            <a:extLst>
              <a:ext uri="{FF2B5EF4-FFF2-40B4-BE49-F238E27FC236}">
                <a16:creationId xmlns:a16="http://schemas.microsoft.com/office/drawing/2014/main" id="{3FC4D271-F542-5605-5DB5-0E3260257F65}"/>
              </a:ext>
            </a:extLst>
          </p:cNvPr>
          <p:cNvSpPr txBox="1">
            <a:spLocks noChangeArrowheads="1"/>
          </p:cNvSpPr>
          <p:nvPr/>
        </p:nvSpPr>
        <p:spPr bwMode="auto">
          <a:xfrm>
            <a:off x="1847850" y="4221163"/>
            <a:ext cx="863600"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a,b</a:t>
            </a:r>
          </a:p>
        </p:txBody>
      </p:sp>
      <p:sp>
        <p:nvSpPr>
          <p:cNvPr id="66573" name="AutoShape 13">
            <a:extLst>
              <a:ext uri="{FF2B5EF4-FFF2-40B4-BE49-F238E27FC236}">
                <a16:creationId xmlns:a16="http://schemas.microsoft.com/office/drawing/2014/main" id="{32BC606C-D340-110A-C7D5-7E22F038B2E9}"/>
              </a:ext>
            </a:extLst>
          </p:cNvPr>
          <p:cNvSpPr>
            <a:spLocks noChangeArrowheads="1"/>
          </p:cNvSpPr>
          <p:nvPr/>
        </p:nvSpPr>
        <p:spPr bwMode="auto">
          <a:xfrm>
            <a:off x="2930526" y="5595610"/>
            <a:ext cx="569913"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66574" name="Text Box 14">
            <a:extLst>
              <a:ext uri="{FF2B5EF4-FFF2-40B4-BE49-F238E27FC236}">
                <a16:creationId xmlns:a16="http://schemas.microsoft.com/office/drawing/2014/main" id="{5C8A1884-31F9-A00D-A48E-5536415451A8}"/>
              </a:ext>
            </a:extLst>
          </p:cNvPr>
          <p:cNvSpPr txBox="1">
            <a:spLocks noChangeArrowheads="1"/>
          </p:cNvSpPr>
          <p:nvPr/>
        </p:nvSpPr>
        <p:spPr bwMode="auto">
          <a:xfrm>
            <a:off x="3000375" y="4868863"/>
            <a:ext cx="863600"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bb</a:t>
            </a:r>
          </a:p>
        </p:txBody>
      </p:sp>
      <p:sp>
        <p:nvSpPr>
          <p:cNvPr id="66575" name="Text Box 15">
            <a:extLst>
              <a:ext uri="{FF2B5EF4-FFF2-40B4-BE49-F238E27FC236}">
                <a16:creationId xmlns:a16="http://schemas.microsoft.com/office/drawing/2014/main" id="{9922BDAD-81AE-A016-23E6-BB6A2F8C0B24}"/>
              </a:ext>
            </a:extLst>
          </p:cNvPr>
          <p:cNvSpPr txBox="1">
            <a:spLocks noChangeArrowheads="1"/>
          </p:cNvSpPr>
          <p:nvPr/>
        </p:nvSpPr>
        <p:spPr bwMode="auto">
          <a:xfrm>
            <a:off x="3648075" y="5661025"/>
            <a:ext cx="863600"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ab</a:t>
            </a:r>
          </a:p>
        </p:txBody>
      </p:sp>
      <p:sp>
        <p:nvSpPr>
          <p:cNvPr id="66576" name="AutoShape 16">
            <a:extLst>
              <a:ext uri="{FF2B5EF4-FFF2-40B4-BE49-F238E27FC236}">
                <a16:creationId xmlns:a16="http://schemas.microsoft.com/office/drawing/2014/main" id="{C4DD47A9-94C9-2D69-5237-809DABA3770A}"/>
              </a:ext>
            </a:extLst>
          </p:cNvPr>
          <p:cNvSpPr>
            <a:spLocks noChangeArrowheads="1"/>
          </p:cNvSpPr>
          <p:nvPr/>
        </p:nvSpPr>
        <p:spPr bwMode="auto">
          <a:xfrm>
            <a:off x="2927350" y="4206548"/>
            <a:ext cx="547688" cy="562630"/>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grpSp>
        <p:nvGrpSpPr>
          <p:cNvPr id="4" name="Group 17">
            <a:extLst>
              <a:ext uri="{FF2B5EF4-FFF2-40B4-BE49-F238E27FC236}">
                <a16:creationId xmlns:a16="http://schemas.microsoft.com/office/drawing/2014/main" id="{5BBEC174-FD77-89DB-874F-23F33F39B7BD}"/>
              </a:ext>
            </a:extLst>
          </p:cNvPr>
          <p:cNvGrpSpPr>
            <a:grpSpLocks/>
          </p:cNvGrpSpPr>
          <p:nvPr/>
        </p:nvGrpSpPr>
        <p:grpSpPr bwMode="auto">
          <a:xfrm rot="-4983352">
            <a:off x="2547964" y="4199022"/>
            <a:ext cx="431800" cy="479183"/>
            <a:chOff x="1292" y="1906"/>
            <a:chExt cx="318" cy="299"/>
          </a:xfrm>
        </p:grpSpPr>
        <p:sp>
          <p:nvSpPr>
            <p:cNvPr id="132137" name="Arc 18">
              <a:extLst>
                <a:ext uri="{FF2B5EF4-FFF2-40B4-BE49-F238E27FC236}">
                  <a16:creationId xmlns:a16="http://schemas.microsoft.com/office/drawing/2014/main" id="{6BA86FEB-4AC0-2873-CA98-0CD201A453E9}"/>
                </a:ext>
              </a:extLst>
            </p:cNvPr>
            <p:cNvSpPr>
              <a:spLocks/>
            </p:cNvSpPr>
            <p:nvPr/>
          </p:nvSpPr>
          <p:spPr bwMode="auto">
            <a:xfrm>
              <a:off x="1292" y="1906"/>
              <a:ext cx="318" cy="250"/>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2138" name="Line 19">
              <a:extLst>
                <a:ext uri="{FF2B5EF4-FFF2-40B4-BE49-F238E27FC236}">
                  <a16:creationId xmlns:a16="http://schemas.microsoft.com/office/drawing/2014/main" id="{EB79C30B-E63A-7C78-AC94-25DB54D8CCE7}"/>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5" name="Group 20">
            <a:extLst>
              <a:ext uri="{FF2B5EF4-FFF2-40B4-BE49-F238E27FC236}">
                <a16:creationId xmlns:a16="http://schemas.microsoft.com/office/drawing/2014/main" id="{74FFF0E4-927D-3A68-A9C8-602B917B8EB3}"/>
              </a:ext>
            </a:extLst>
          </p:cNvPr>
          <p:cNvGrpSpPr>
            <a:grpSpLocks/>
          </p:cNvGrpSpPr>
          <p:nvPr/>
        </p:nvGrpSpPr>
        <p:grpSpPr bwMode="auto">
          <a:xfrm rot="5400000">
            <a:off x="4802550" y="4268429"/>
            <a:ext cx="430212" cy="437283"/>
            <a:chOff x="1292" y="1886"/>
            <a:chExt cx="318" cy="319"/>
          </a:xfrm>
        </p:grpSpPr>
        <p:sp>
          <p:nvSpPr>
            <p:cNvPr id="132135" name="Arc 21">
              <a:extLst>
                <a:ext uri="{FF2B5EF4-FFF2-40B4-BE49-F238E27FC236}">
                  <a16:creationId xmlns:a16="http://schemas.microsoft.com/office/drawing/2014/main" id="{E782F606-1AAC-7494-2E45-02B462688EEE}"/>
                </a:ext>
              </a:extLst>
            </p:cNvPr>
            <p:cNvSpPr>
              <a:spLocks/>
            </p:cNvSpPr>
            <p:nvPr/>
          </p:nvSpPr>
          <p:spPr bwMode="auto">
            <a:xfrm>
              <a:off x="1292" y="1886"/>
              <a:ext cx="318" cy="29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2136" name="Line 22">
              <a:extLst>
                <a:ext uri="{FF2B5EF4-FFF2-40B4-BE49-F238E27FC236}">
                  <a16:creationId xmlns:a16="http://schemas.microsoft.com/office/drawing/2014/main" id="{63D04D9B-948E-4B8B-2146-9302D56E2DE6}"/>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66583" name="Line 23">
            <a:extLst>
              <a:ext uri="{FF2B5EF4-FFF2-40B4-BE49-F238E27FC236}">
                <a16:creationId xmlns:a16="http://schemas.microsoft.com/office/drawing/2014/main" id="{51388F50-A7CD-7920-FB23-6117623AB6FA}"/>
              </a:ext>
            </a:extLst>
          </p:cNvPr>
          <p:cNvSpPr>
            <a:spLocks noChangeShapeType="1"/>
          </p:cNvSpPr>
          <p:nvPr/>
        </p:nvSpPr>
        <p:spPr bwMode="auto">
          <a:xfrm>
            <a:off x="3216275" y="4795838"/>
            <a:ext cx="0" cy="79216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584" name="Text Box 24">
            <a:extLst>
              <a:ext uri="{FF2B5EF4-FFF2-40B4-BE49-F238E27FC236}">
                <a16:creationId xmlns:a16="http://schemas.microsoft.com/office/drawing/2014/main" id="{4B4BEEAF-EEAA-00DE-560F-8A240D0C6594}"/>
              </a:ext>
            </a:extLst>
          </p:cNvPr>
          <p:cNvSpPr txBox="1">
            <a:spLocks noChangeArrowheads="1"/>
          </p:cNvSpPr>
          <p:nvPr/>
        </p:nvSpPr>
        <p:spPr bwMode="auto">
          <a:xfrm>
            <a:off x="5014913" y="4221164"/>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a,b</a:t>
            </a:r>
          </a:p>
        </p:txBody>
      </p:sp>
      <p:sp>
        <p:nvSpPr>
          <p:cNvPr id="66585" name="AutoShape 25">
            <a:extLst>
              <a:ext uri="{FF2B5EF4-FFF2-40B4-BE49-F238E27FC236}">
                <a16:creationId xmlns:a16="http://schemas.microsoft.com/office/drawing/2014/main" id="{744B32FB-CDC7-F767-2DFF-274D59E280DD}"/>
              </a:ext>
            </a:extLst>
          </p:cNvPr>
          <p:cNvSpPr>
            <a:spLocks noChangeArrowheads="1"/>
          </p:cNvSpPr>
          <p:nvPr/>
        </p:nvSpPr>
        <p:spPr bwMode="auto">
          <a:xfrm>
            <a:off x="7250113" y="4998710"/>
            <a:ext cx="569912"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0</a:t>
            </a:r>
          </a:p>
        </p:txBody>
      </p:sp>
      <p:sp>
        <p:nvSpPr>
          <p:cNvPr id="66586" name="AutoShape 26">
            <a:extLst>
              <a:ext uri="{FF2B5EF4-FFF2-40B4-BE49-F238E27FC236}">
                <a16:creationId xmlns:a16="http://schemas.microsoft.com/office/drawing/2014/main" id="{0DF644D0-872A-CC73-67C2-ED967B8BCF92}"/>
              </a:ext>
            </a:extLst>
          </p:cNvPr>
          <p:cNvSpPr>
            <a:spLocks noChangeArrowheads="1"/>
          </p:cNvSpPr>
          <p:nvPr/>
        </p:nvSpPr>
        <p:spPr bwMode="auto">
          <a:xfrm>
            <a:off x="8761413" y="4998710"/>
            <a:ext cx="569912" cy="562630"/>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6587" name="Arc 27">
            <a:extLst>
              <a:ext uri="{FF2B5EF4-FFF2-40B4-BE49-F238E27FC236}">
                <a16:creationId xmlns:a16="http://schemas.microsoft.com/office/drawing/2014/main" id="{410E294B-9180-8463-68D1-5FBC5374288F}"/>
              </a:ext>
            </a:extLst>
          </p:cNvPr>
          <p:cNvSpPr>
            <a:spLocks/>
          </p:cNvSpPr>
          <p:nvPr/>
        </p:nvSpPr>
        <p:spPr bwMode="auto">
          <a:xfrm>
            <a:off x="7608888" y="5001389"/>
            <a:ext cx="1065212" cy="400110"/>
          </a:xfrm>
          <a:custGeom>
            <a:avLst/>
            <a:gdLst>
              <a:gd name="T0" fmla="*/ 0 w 23706"/>
              <a:gd name="T1" fmla="*/ 2147483646 h 21600"/>
              <a:gd name="T2" fmla="*/ 2147483646 w 23706"/>
              <a:gd name="T3" fmla="*/ 2147483646 h 21600"/>
              <a:gd name="T4" fmla="*/ 2147483646 w 23706"/>
              <a:gd name="T5" fmla="*/ 2147483646 h 21600"/>
              <a:gd name="T6" fmla="*/ 0 60000 65536"/>
              <a:gd name="T7" fmla="*/ 0 60000 65536"/>
              <a:gd name="T8" fmla="*/ 0 60000 65536"/>
              <a:gd name="T9" fmla="*/ 0 w 23706"/>
              <a:gd name="T10" fmla="*/ 0 h 21600"/>
              <a:gd name="T11" fmla="*/ 23706 w 23706"/>
              <a:gd name="T12" fmla="*/ 21600 h 21600"/>
            </a:gdLst>
            <a:ahLst/>
            <a:cxnLst>
              <a:cxn ang="T6">
                <a:pos x="T0" y="T1"/>
              </a:cxn>
              <a:cxn ang="T7">
                <a:pos x="T2" y="T3"/>
              </a:cxn>
              <a:cxn ang="T8">
                <a:pos x="T4" y="T5"/>
              </a:cxn>
            </a:cxnLst>
            <a:rect l="T9" t="T10" r="T11" b="T12"/>
            <a:pathLst>
              <a:path w="23706" h="21600" fill="none" extrusionOk="0">
                <a:moveTo>
                  <a:pt x="0" y="5650"/>
                </a:moveTo>
                <a:cubicBezTo>
                  <a:pt x="3980" y="2015"/>
                  <a:pt x="9175" y="-1"/>
                  <a:pt x="14566" y="0"/>
                </a:cubicBezTo>
                <a:cubicBezTo>
                  <a:pt x="17724" y="0"/>
                  <a:pt x="20844" y="692"/>
                  <a:pt x="23705" y="2029"/>
                </a:cubicBezTo>
              </a:path>
              <a:path w="23706" h="21600" stroke="0" extrusionOk="0">
                <a:moveTo>
                  <a:pt x="0" y="5650"/>
                </a:moveTo>
                <a:cubicBezTo>
                  <a:pt x="3980" y="2015"/>
                  <a:pt x="9175" y="-1"/>
                  <a:pt x="14566" y="0"/>
                </a:cubicBezTo>
                <a:cubicBezTo>
                  <a:pt x="17724" y="0"/>
                  <a:pt x="20844" y="692"/>
                  <a:pt x="23705" y="2029"/>
                </a:cubicBezTo>
                <a:lnTo>
                  <a:pt x="14566" y="21600"/>
                </a:lnTo>
                <a:lnTo>
                  <a:pt x="0" y="565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588" name="Arc 28">
            <a:extLst>
              <a:ext uri="{FF2B5EF4-FFF2-40B4-BE49-F238E27FC236}">
                <a16:creationId xmlns:a16="http://schemas.microsoft.com/office/drawing/2014/main" id="{AF32A152-E627-40E5-35B8-21A8442CFD78}"/>
              </a:ext>
            </a:extLst>
          </p:cNvPr>
          <p:cNvSpPr>
            <a:spLocks/>
          </p:cNvSpPr>
          <p:nvPr/>
        </p:nvSpPr>
        <p:spPr bwMode="auto">
          <a:xfrm rot="10800000">
            <a:off x="7824788" y="5145851"/>
            <a:ext cx="1065212" cy="400110"/>
          </a:xfrm>
          <a:custGeom>
            <a:avLst/>
            <a:gdLst>
              <a:gd name="T0" fmla="*/ 0 w 23706"/>
              <a:gd name="T1" fmla="*/ 2147483646 h 21600"/>
              <a:gd name="T2" fmla="*/ 2147483646 w 23706"/>
              <a:gd name="T3" fmla="*/ 2147483646 h 21600"/>
              <a:gd name="T4" fmla="*/ 2147483646 w 23706"/>
              <a:gd name="T5" fmla="*/ 2147483646 h 21600"/>
              <a:gd name="T6" fmla="*/ 0 60000 65536"/>
              <a:gd name="T7" fmla="*/ 0 60000 65536"/>
              <a:gd name="T8" fmla="*/ 0 60000 65536"/>
              <a:gd name="T9" fmla="*/ 0 w 23706"/>
              <a:gd name="T10" fmla="*/ 0 h 21600"/>
              <a:gd name="T11" fmla="*/ 23706 w 23706"/>
              <a:gd name="T12" fmla="*/ 21600 h 21600"/>
            </a:gdLst>
            <a:ahLst/>
            <a:cxnLst>
              <a:cxn ang="T6">
                <a:pos x="T0" y="T1"/>
              </a:cxn>
              <a:cxn ang="T7">
                <a:pos x="T2" y="T3"/>
              </a:cxn>
              <a:cxn ang="T8">
                <a:pos x="T4" y="T5"/>
              </a:cxn>
            </a:cxnLst>
            <a:rect l="T9" t="T10" r="T11" b="T12"/>
            <a:pathLst>
              <a:path w="23706" h="21600" fill="none" extrusionOk="0">
                <a:moveTo>
                  <a:pt x="0" y="5650"/>
                </a:moveTo>
                <a:cubicBezTo>
                  <a:pt x="3980" y="2015"/>
                  <a:pt x="9175" y="-1"/>
                  <a:pt x="14566" y="0"/>
                </a:cubicBezTo>
                <a:cubicBezTo>
                  <a:pt x="17724" y="0"/>
                  <a:pt x="20844" y="692"/>
                  <a:pt x="23705" y="2029"/>
                </a:cubicBezTo>
              </a:path>
              <a:path w="23706" h="21600" stroke="0" extrusionOk="0">
                <a:moveTo>
                  <a:pt x="0" y="5650"/>
                </a:moveTo>
                <a:cubicBezTo>
                  <a:pt x="3980" y="2015"/>
                  <a:pt x="9175" y="-1"/>
                  <a:pt x="14566" y="0"/>
                </a:cubicBezTo>
                <a:cubicBezTo>
                  <a:pt x="17724" y="0"/>
                  <a:pt x="20844" y="692"/>
                  <a:pt x="23705" y="2029"/>
                </a:cubicBezTo>
                <a:lnTo>
                  <a:pt x="14566" y="21600"/>
                </a:lnTo>
                <a:lnTo>
                  <a:pt x="0" y="565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589" name="Line 29">
            <a:extLst>
              <a:ext uri="{FF2B5EF4-FFF2-40B4-BE49-F238E27FC236}">
                <a16:creationId xmlns:a16="http://schemas.microsoft.com/office/drawing/2014/main" id="{43BDFB05-8419-1ED5-F956-B1C4681189A1}"/>
              </a:ext>
            </a:extLst>
          </p:cNvPr>
          <p:cNvSpPr>
            <a:spLocks noChangeShapeType="1"/>
          </p:cNvSpPr>
          <p:nvPr/>
        </p:nvSpPr>
        <p:spPr bwMode="auto">
          <a:xfrm>
            <a:off x="8688388" y="4941889"/>
            <a:ext cx="215900" cy="14287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590" name="Line 30">
            <a:extLst>
              <a:ext uri="{FF2B5EF4-FFF2-40B4-BE49-F238E27FC236}">
                <a16:creationId xmlns:a16="http://schemas.microsoft.com/office/drawing/2014/main" id="{C4E84B9C-6296-802F-ADA5-83C70582DFD5}"/>
              </a:ext>
            </a:extLst>
          </p:cNvPr>
          <p:cNvSpPr>
            <a:spLocks noChangeShapeType="1"/>
          </p:cNvSpPr>
          <p:nvPr/>
        </p:nvSpPr>
        <p:spPr bwMode="auto">
          <a:xfrm flipH="1" flipV="1">
            <a:off x="7680326" y="5516564"/>
            <a:ext cx="144463" cy="730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6" name="Group 31">
            <a:extLst>
              <a:ext uri="{FF2B5EF4-FFF2-40B4-BE49-F238E27FC236}">
                <a16:creationId xmlns:a16="http://schemas.microsoft.com/office/drawing/2014/main" id="{DE39CB94-4330-3A17-98FD-681CE066BE03}"/>
              </a:ext>
            </a:extLst>
          </p:cNvPr>
          <p:cNvGrpSpPr>
            <a:grpSpLocks/>
          </p:cNvGrpSpPr>
          <p:nvPr/>
        </p:nvGrpSpPr>
        <p:grpSpPr bwMode="auto">
          <a:xfrm rot="5400000">
            <a:off x="9325309" y="5024107"/>
            <a:ext cx="431800" cy="553115"/>
            <a:chOff x="1292" y="1936"/>
            <a:chExt cx="318" cy="269"/>
          </a:xfrm>
        </p:grpSpPr>
        <p:sp>
          <p:nvSpPr>
            <p:cNvPr id="132133" name="Arc 32">
              <a:extLst>
                <a:ext uri="{FF2B5EF4-FFF2-40B4-BE49-F238E27FC236}">
                  <a16:creationId xmlns:a16="http://schemas.microsoft.com/office/drawing/2014/main" id="{56ADDAF7-73D6-4B74-6126-5CC11906534B}"/>
                </a:ext>
              </a:extLst>
            </p:cNvPr>
            <p:cNvSpPr>
              <a:spLocks/>
            </p:cNvSpPr>
            <p:nvPr/>
          </p:nvSpPr>
          <p:spPr bwMode="auto">
            <a:xfrm>
              <a:off x="1292" y="1936"/>
              <a:ext cx="318" cy="195"/>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2134" name="Line 33">
              <a:extLst>
                <a:ext uri="{FF2B5EF4-FFF2-40B4-BE49-F238E27FC236}">
                  <a16:creationId xmlns:a16="http://schemas.microsoft.com/office/drawing/2014/main" id="{8FF15C1C-922F-002F-BE8A-1470F8D039AA}"/>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7" name="Group 34">
            <a:extLst>
              <a:ext uri="{FF2B5EF4-FFF2-40B4-BE49-F238E27FC236}">
                <a16:creationId xmlns:a16="http://schemas.microsoft.com/office/drawing/2014/main" id="{DFBD43A4-E70B-2151-568F-871A279BD1F5}"/>
              </a:ext>
            </a:extLst>
          </p:cNvPr>
          <p:cNvGrpSpPr>
            <a:grpSpLocks/>
          </p:cNvGrpSpPr>
          <p:nvPr/>
        </p:nvGrpSpPr>
        <p:grpSpPr bwMode="auto">
          <a:xfrm rot="-5611272">
            <a:off x="6826269" y="5021757"/>
            <a:ext cx="431800" cy="558593"/>
            <a:chOff x="1292" y="1934"/>
            <a:chExt cx="318" cy="271"/>
          </a:xfrm>
        </p:grpSpPr>
        <p:sp>
          <p:nvSpPr>
            <p:cNvPr id="132131" name="Arc 35">
              <a:extLst>
                <a:ext uri="{FF2B5EF4-FFF2-40B4-BE49-F238E27FC236}">
                  <a16:creationId xmlns:a16="http://schemas.microsoft.com/office/drawing/2014/main" id="{810605D4-99B4-DD16-3FCA-AE28EBFA4793}"/>
                </a:ext>
              </a:extLst>
            </p:cNvPr>
            <p:cNvSpPr>
              <a:spLocks/>
            </p:cNvSpPr>
            <p:nvPr/>
          </p:nvSpPr>
          <p:spPr bwMode="auto">
            <a:xfrm>
              <a:off x="1292" y="1934"/>
              <a:ext cx="318" cy="194"/>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2132" name="Line 36">
              <a:extLst>
                <a:ext uri="{FF2B5EF4-FFF2-40B4-BE49-F238E27FC236}">
                  <a16:creationId xmlns:a16="http://schemas.microsoft.com/office/drawing/2014/main" id="{E80CA2C9-2067-51EA-38A9-9F6F5F083437}"/>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66597" name="Text Box 37">
            <a:extLst>
              <a:ext uri="{FF2B5EF4-FFF2-40B4-BE49-F238E27FC236}">
                <a16:creationId xmlns:a16="http://schemas.microsoft.com/office/drawing/2014/main" id="{63AE77B3-490C-4BFC-84A5-1BD13659C1F3}"/>
              </a:ext>
            </a:extLst>
          </p:cNvPr>
          <p:cNvSpPr txBox="1">
            <a:spLocks noChangeArrowheads="1"/>
          </p:cNvSpPr>
          <p:nvPr/>
        </p:nvSpPr>
        <p:spPr bwMode="auto">
          <a:xfrm>
            <a:off x="7824788" y="4292601"/>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ab,ba</a:t>
            </a:r>
          </a:p>
        </p:txBody>
      </p:sp>
      <p:sp>
        <p:nvSpPr>
          <p:cNvPr id="66598" name="Text Box 38">
            <a:extLst>
              <a:ext uri="{FF2B5EF4-FFF2-40B4-BE49-F238E27FC236}">
                <a16:creationId xmlns:a16="http://schemas.microsoft.com/office/drawing/2014/main" id="{BE943E7D-F5F7-B330-CD7C-5C4356D7096D}"/>
              </a:ext>
            </a:extLst>
          </p:cNvPr>
          <p:cNvSpPr txBox="1">
            <a:spLocks noChangeArrowheads="1"/>
          </p:cNvSpPr>
          <p:nvPr/>
        </p:nvSpPr>
        <p:spPr bwMode="auto">
          <a:xfrm>
            <a:off x="5880100" y="5084763"/>
            <a:ext cx="863600"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aa,bb</a:t>
            </a:r>
          </a:p>
        </p:txBody>
      </p:sp>
      <p:sp>
        <p:nvSpPr>
          <p:cNvPr id="66599" name="Text Box 39">
            <a:extLst>
              <a:ext uri="{FF2B5EF4-FFF2-40B4-BE49-F238E27FC236}">
                <a16:creationId xmlns:a16="http://schemas.microsoft.com/office/drawing/2014/main" id="{97120BBD-5708-274B-E981-D0A3B1E83F4F}"/>
              </a:ext>
            </a:extLst>
          </p:cNvPr>
          <p:cNvSpPr txBox="1">
            <a:spLocks noChangeArrowheads="1"/>
          </p:cNvSpPr>
          <p:nvPr/>
        </p:nvSpPr>
        <p:spPr bwMode="auto">
          <a:xfrm>
            <a:off x="7824789" y="5589588"/>
            <a:ext cx="935037"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ab,ba</a:t>
            </a:r>
          </a:p>
        </p:txBody>
      </p:sp>
      <p:sp>
        <p:nvSpPr>
          <p:cNvPr id="66600" name="Text Box 40">
            <a:extLst>
              <a:ext uri="{FF2B5EF4-FFF2-40B4-BE49-F238E27FC236}">
                <a16:creationId xmlns:a16="http://schemas.microsoft.com/office/drawing/2014/main" id="{110633B9-49AB-527B-75ED-74600D63FFBC}"/>
              </a:ext>
            </a:extLst>
          </p:cNvPr>
          <p:cNvSpPr txBox="1">
            <a:spLocks noChangeArrowheads="1"/>
          </p:cNvSpPr>
          <p:nvPr/>
        </p:nvSpPr>
        <p:spPr bwMode="auto">
          <a:xfrm>
            <a:off x="9804400" y="5084763"/>
            <a:ext cx="863600"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aa,bb</a:t>
            </a:r>
          </a:p>
        </p:txBody>
      </p:sp>
      <p:sp>
        <p:nvSpPr>
          <p:cNvPr id="66601" name="Line 41">
            <a:extLst>
              <a:ext uri="{FF2B5EF4-FFF2-40B4-BE49-F238E27FC236}">
                <a16:creationId xmlns:a16="http://schemas.microsoft.com/office/drawing/2014/main" id="{7D3A809C-1231-A18E-F8F8-4627736EC0B9}"/>
              </a:ext>
            </a:extLst>
          </p:cNvPr>
          <p:cNvSpPr>
            <a:spLocks noChangeShapeType="1"/>
          </p:cNvSpPr>
          <p:nvPr/>
        </p:nvSpPr>
        <p:spPr bwMode="auto">
          <a:xfrm flipV="1">
            <a:off x="2351088" y="2349501"/>
            <a:ext cx="2881312" cy="1871663"/>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602" name="Line 42">
            <a:extLst>
              <a:ext uri="{FF2B5EF4-FFF2-40B4-BE49-F238E27FC236}">
                <a16:creationId xmlns:a16="http://schemas.microsoft.com/office/drawing/2014/main" id="{2DF0BAAE-99D5-537D-6152-D9CD95C4B4FC}"/>
              </a:ext>
            </a:extLst>
          </p:cNvPr>
          <p:cNvSpPr>
            <a:spLocks noChangeShapeType="1"/>
          </p:cNvSpPr>
          <p:nvPr/>
        </p:nvSpPr>
        <p:spPr bwMode="auto">
          <a:xfrm>
            <a:off x="5303838" y="1916113"/>
            <a:ext cx="4895850" cy="0"/>
          </a:xfrm>
          <a:prstGeom prst="line">
            <a:avLst/>
          </a:prstGeom>
          <a:noFill/>
          <a:ln w="76200">
            <a:solidFill>
              <a:schemeClr val="hlink"/>
            </a:solidFill>
            <a:prstDash val="sys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603" name="Line 43">
            <a:extLst>
              <a:ext uri="{FF2B5EF4-FFF2-40B4-BE49-F238E27FC236}">
                <a16:creationId xmlns:a16="http://schemas.microsoft.com/office/drawing/2014/main" id="{0CA73741-8C83-A498-8D2E-A3597B67EF5B}"/>
              </a:ext>
            </a:extLst>
          </p:cNvPr>
          <p:cNvSpPr>
            <a:spLocks noChangeShapeType="1"/>
          </p:cNvSpPr>
          <p:nvPr/>
        </p:nvSpPr>
        <p:spPr bwMode="auto">
          <a:xfrm>
            <a:off x="1919288" y="2276475"/>
            <a:ext cx="4032250" cy="0"/>
          </a:xfrm>
          <a:prstGeom prst="line">
            <a:avLst/>
          </a:prstGeom>
          <a:noFill/>
          <a:ln w="76200">
            <a:solidFill>
              <a:schemeClr val="hlink"/>
            </a:solidFill>
            <a:prstDash val="sys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604" name="Line 44">
            <a:extLst>
              <a:ext uri="{FF2B5EF4-FFF2-40B4-BE49-F238E27FC236}">
                <a16:creationId xmlns:a16="http://schemas.microsoft.com/office/drawing/2014/main" id="{03DDFA62-66E7-643A-22CB-CC988D5FC27F}"/>
              </a:ext>
            </a:extLst>
          </p:cNvPr>
          <p:cNvSpPr>
            <a:spLocks noChangeShapeType="1"/>
          </p:cNvSpPr>
          <p:nvPr/>
        </p:nvSpPr>
        <p:spPr bwMode="auto">
          <a:xfrm>
            <a:off x="6456363" y="2708275"/>
            <a:ext cx="3816350" cy="0"/>
          </a:xfrm>
          <a:prstGeom prst="line">
            <a:avLst/>
          </a:prstGeom>
          <a:noFill/>
          <a:ln w="76200">
            <a:solidFill>
              <a:schemeClr val="hlink"/>
            </a:solidFill>
            <a:prstDash val="sys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605" name="Line 45">
            <a:extLst>
              <a:ext uri="{FF2B5EF4-FFF2-40B4-BE49-F238E27FC236}">
                <a16:creationId xmlns:a16="http://schemas.microsoft.com/office/drawing/2014/main" id="{F563E3C8-C1FE-3416-EF2C-B10D34DF7D8C}"/>
              </a:ext>
            </a:extLst>
          </p:cNvPr>
          <p:cNvSpPr>
            <a:spLocks noChangeShapeType="1"/>
          </p:cNvSpPr>
          <p:nvPr/>
        </p:nvSpPr>
        <p:spPr bwMode="auto">
          <a:xfrm>
            <a:off x="1919288" y="3068638"/>
            <a:ext cx="2089150" cy="0"/>
          </a:xfrm>
          <a:prstGeom prst="line">
            <a:avLst/>
          </a:prstGeom>
          <a:noFill/>
          <a:ln w="76200">
            <a:solidFill>
              <a:schemeClr val="hlink"/>
            </a:solidFill>
            <a:prstDash val="sys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6606" name="Line 46">
            <a:extLst>
              <a:ext uri="{FF2B5EF4-FFF2-40B4-BE49-F238E27FC236}">
                <a16:creationId xmlns:a16="http://schemas.microsoft.com/office/drawing/2014/main" id="{4B37E7DA-34FC-96C6-1401-09D90E9C1D13}"/>
              </a:ext>
            </a:extLst>
          </p:cNvPr>
          <p:cNvSpPr>
            <a:spLocks noChangeShapeType="1"/>
          </p:cNvSpPr>
          <p:nvPr/>
        </p:nvSpPr>
        <p:spPr bwMode="auto">
          <a:xfrm flipV="1">
            <a:off x="7535864" y="2708276"/>
            <a:ext cx="504825" cy="2233613"/>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nodeType="withEffect">
                                  <p:stCondLst>
                                    <p:cond delay="0"/>
                                  </p:stCondLst>
                                  <p:iterate type="lt">
                                    <p:tmPct val="0"/>
                                  </p:iterate>
                                  <p:childTnLst>
                                    <p:set>
                                      <p:cBhvr>
                                        <p:cTn id="9" dur="1" fill="hold">
                                          <p:stCondLst>
                                            <p:cond delay="0"/>
                                          </p:stCondLst>
                                        </p:cTn>
                                        <p:tgtEl>
                                          <p:spTgt spid="66565"/>
                                        </p:tgtEl>
                                        <p:attrNameLst>
                                          <p:attrName>style.visibility</p:attrName>
                                        </p:attrNameLst>
                                      </p:cBhvr>
                                      <p:to>
                                        <p:strVal val="visible"/>
                                      </p:to>
                                    </p:set>
                                    <p:animEffect transition="in" filter="fade">
                                      <p:cBhvr>
                                        <p:cTn id="10" dur="2000"/>
                                        <p:tgtEl>
                                          <p:spTgt spid="66565"/>
                                        </p:tgtEl>
                                      </p:cBhvr>
                                    </p:animEffect>
                                  </p:childTnLst>
                                </p:cTn>
                              </p:par>
                            </p:childTnLst>
                          </p:cTn>
                        </p:par>
                        <p:par>
                          <p:cTn id="11" fill="hold" nodeType="afterGroup">
                            <p:stCondLst>
                              <p:cond delay="2000"/>
                            </p:stCondLst>
                            <p:childTnLst>
                              <p:par>
                                <p:cTn id="12" presetID="10" presetClass="entr" presetSubtype="0" fill="hold" nodeType="afterEffect">
                                  <p:stCondLst>
                                    <p:cond delay="0"/>
                                  </p:stCondLst>
                                  <p:childTnLst>
                                    <p:set>
                                      <p:cBhvr>
                                        <p:cTn id="13" dur="1" fill="hold">
                                          <p:stCondLst>
                                            <p:cond delay="0"/>
                                          </p:stCondLst>
                                        </p:cTn>
                                        <p:tgtEl>
                                          <p:spTgt spid="66566"/>
                                        </p:tgtEl>
                                        <p:attrNameLst>
                                          <p:attrName>style.visibility</p:attrName>
                                        </p:attrNameLst>
                                      </p:cBhvr>
                                      <p:to>
                                        <p:strVal val="visible"/>
                                      </p:to>
                                    </p:set>
                                    <p:animEffect transition="in" filter="fade">
                                      <p:cBhvr>
                                        <p:cTn id="14" dur="2000"/>
                                        <p:tgtEl>
                                          <p:spTgt spid="66566"/>
                                        </p:tgtEl>
                                      </p:cBhvr>
                                    </p:animEffect>
                                  </p:childTnLst>
                                </p:cTn>
                              </p:par>
                              <p:par>
                                <p:cTn id="15" presetID="10" presetClass="entr" presetSubtype="0" fill="hold" nodeType="withEffect">
                                  <p:stCondLst>
                                    <p:cond delay="0"/>
                                  </p:stCondLst>
                                  <p:childTnLst>
                                    <p:set>
                                      <p:cBhvr>
                                        <p:cTn id="16" dur="1" fill="hold">
                                          <p:stCondLst>
                                            <p:cond delay="0"/>
                                          </p:stCondLst>
                                        </p:cTn>
                                        <p:tgtEl>
                                          <p:spTgt spid="66567"/>
                                        </p:tgtEl>
                                        <p:attrNameLst>
                                          <p:attrName>style.visibility</p:attrName>
                                        </p:attrNameLst>
                                      </p:cBhvr>
                                      <p:to>
                                        <p:strVal val="visible"/>
                                      </p:to>
                                    </p:set>
                                    <p:animEffect transition="in" filter="fade">
                                      <p:cBhvr>
                                        <p:cTn id="17" dur="2000"/>
                                        <p:tgtEl>
                                          <p:spTgt spid="66567"/>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2000"/>
                                        <p:tgtEl>
                                          <p:spTgt spid="3"/>
                                        </p:tgtEl>
                                      </p:cBhvr>
                                    </p:animEffect>
                                  </p:childTnLst>
                                </p:cTn>
                              </p:par>
                              <p:par>
                                <p:cTn id="21" presetID="10" presetClass="entr" presetSubtype="0" fill="hold" nodeType="withEffect">
                                  <p:stCondLst>
                                    <p:cond delay="0"/>
                                  </p:stCondLst>
                                  <p:childTnLst>
                                    <p:set>
                                      <p:cBhvr>
                                        <p:cTn id="22" dur="1" fill="hold">
                                          <p:stCondLst>
                                            <p:cond delay="0"/>
                                          </p:stCondLst>
                                        </p:cTn>
                                        <p:tgtEl>
                                          <p:spTgt spid="66571"/>
                                        </p:tgtEl>
                                        <p:attrNameLst>
                                          <p:attrName>style.visibility</p:attrName>
                                        </p:attrNameLst>
                                      </p:cBhvr>
                                      <p:to>
                                        <p:strVal val="visible"/>
                                      </p:to>
                                    </p:set>
                                    <p:animEffect transition="in" filter="fade">
                                      <p:cBhvr>
                                        <p:cTn id="23" dur="2000"/>
                                        <p:tgtEl>
                                          <p:spTgt spid="66571"/>
                                        </p:tgtEl>
                                      </p:cBhvr>
                                    </p:animEffect>
                                  </p:childTnLst>
                                </p:cTn>
                              </p:par>
                              <p:par>
                                <p:cTn id="24" presetID="10" presetClass="entr" presetSubtype="0" fill="hold" nodeType="withEffect">
                                  <p:stCondLst>
                                    <p:cond delay="0"/>
                                  </p:stCondLst>
                                  <p:childTnLst>
                                    <p:set>
                                      <p:cBhvr>
                                        <p:cTn id="25" dur="1" fill="hold">
                                          <p:stCondLst>
                                            <p:cond delay="0"/>
                                          </p:stCondLst>
                                        </p:cTn>
                                        <p:tgtEl>
                                          <p:spTgt spid="66572"/>
                                        </p:tgtEl>
                                        <p:attrNameLst>
                                          <p:attrName>style.visibility</p:attrName>
                                        </p:attrNameLst>
                                      </p:cBhvr>
                                      <p:to>
                                        <p:strVal val="visible"/>
                                      </p:to>
                                    </p:set>
                                    <p:animEffect transition="in" filter="fade">
                                      <p:cBhvr>
                                        <p:cTn id="26" dur="2000"/>
                                        <p:tgtEl>
                                          <p:spTgt spid="66572"/>
                                        </p:tgtEl>
                                      </p:cBhvr>
                                    </p:animEffect>
                                  </p:childTnLst>
                                </p:cTn>
                              </p:par>
                              <p:par>
                                <p:cTn id="27" presetID="10" presetClass="entr" presetSubtype="0" fill="hold" nodeType="withEffect">
                                  <p:stCondLst>
                                    <p:cond delay="0"/>
                                  </p:stCondLst>
                                  <p:childTnLst>
                                    <p:set>
                                      <p:cBhvr>
                                        <p:cTn id="28" dur="1" fill="hold">
                                          <p:stCondLst>
                                            <p:cond delay="0"/>
                                          </p:stCondLst>
                                        </p:cTn>
                                        <p:tgtEl>
                                          <p:spTgt spid="66573"/>
                                        </p:tgtEl>
                                        <p:attrNameLst>
                                          <p:attrName>style.visibility</p:attrName>
                                        </p:attrNameLst>
                                      </p:cBhvr>
                                      <p:to>
                                        <p:strVal val="visible"/>
                                      </p:to>
                                    </p:set>
                                    <p:animEffect transition="in" filter="fade">
                                      <p:cBhvr>
                                        <p:cTn id="29" dur="2000"/>
                                        <p:tgtEl>
                                          <p:spTgt spid="66573"/>
                                        </p:tgtEl>
                                      </p:cBhvr>
                                    </p:animEffect>
                                  </p:childTnLst>
                                </p:cTn>
                              </p:par>
                              <p:par>
                                <p:cTn id="30" presetID="10" presetClass="entr" presetSubtype="0" fill="hold" nodeType="withEffect">
                                  <p:stCondLst>
                                    <p:cond delay="0"/>
                                  </p:stCondLst>
                                  <p:childTnLst>
                                    <p:set>
                                      <p:cBhvr>
                                        <p:cTn id="31" dur="1" fill="hold">
                                          <p:stCondLst>
                                            <p:cond delay="0"/>
                                          </p:stCondLst>
                                        </p:cTn>
                                        <p:tgtEl>
                                          <p:spTgt spid="66574"/>
                                        </p:tgtEl>
                                        <p:attrNameLst>
                                          <p:attrName>style.visibility</p:attrName>
                                        </p:attrNameLst>
                                      </p:cBhvr>
                                      <p:to>
                                        <p:strVal val="visible"/>
                                      </p:to>
                                    </p:set>
                                    <p:animEffect transition="in" filter="fade">
                                      <p:cBhvr>
                                        <p:cTn id="32" dur="2000"/>
                                        <p:tgtEl>
                                          <p:spTgt spid="66574"/>
                                        </p:tgtEl>
                                      </p:cBhvr>
                                    </p:animEffect>
                                  </p:childTnLst>
                                </p:cTn>
                              </p:par>
                              <p:par>
                                <p:cTn id="33" presetID="10" presetClass="entr" presetSubtype="0" fill="hold" nodeType="withEffect">
                                  <p:stCondLst>
                                    <p:cond delay="0"/>
                                  </p:stCondLst>
                                  <p:childTnLst>
                                    <p:set>
                                      <p:cBhvr>
                                        <p:cTn id="34" dur="1" fill="hold">
                                          <p:stCondLst>
                                            <p:cond delay="0"/>
                                          </p:stCondLst>
                                        </p:cTn>
                                        <p:tgtEl>
                                          <p:spTgt spid="66575"/>
                                        </p:tgtEl>
                                        <p:attrNameLst>
                                          <p:attrName>style.visibility</p:attrName>
                                        </p:attrNameLst>
                                      </p:cBhvr>
                                      <p:to>
                                        <p:strVal val="visible"/>
                                      </p:to>
                                    </p:set>
                                    <p:animEffect transition="in" filter="fade">
                                      <p:cBhvr>
                                        <p:cTn id="35" dur="2000"/>
                                        <p:tgtEl>
                                          <p:spTgt spid="66575"/>
                                        </p:tgtEl>
                                      </p:cBhvr>
                                    </p:animEffect>
                                  </p:childTnLst>
                                </p:cTn>
                              </p:par>
                              <p:par>
                                <p:cTn id="36" presetID="10" presetClass="entr" presetSubtype="0" fill="hold" nodeType="withEffect">
                                  <p:stCondLst>
                                    <p:cond delay="0"/>
                                  </p:stCondLst>
                                  <p:childTnLst>
                                    <p:set>
                                      <p:cBhvr>
                                        <p:cTn id="37" dur="1" fill="hold">
                                          <p:stCondLst>
                                            <p:cond delay="0"/>
                                          </p:stCondLst>
                                        </p:cTn>
                                        <p:tgtEl>
                                          <p:spTgt spid="66576"/>
                                        </p:tgtEl>
                                        <p:attrNameLst>
                                          <p:attrName>style.visibility</p:attrName>
                                        </p:attrNameLst>
                                      </p:cBhvr>
                                      <p:to>
                                        <p:strVal val="visible"/>
                                      </p:to>
                                    </p:set>
                                    <p:animEffect transition="in" filter="fade">
                                      <p:cBhvr>
                                        <p:cTn id="38" dur="2000"/>
                                        <p:tgtEl>
                                          <p:spTgt spid="66576"/>
                                        </p:tgtEl>
                                      </p:cBhvr>
                                    </p:animEffect>
                                  </p:childTnLst>
                                </p:cTn>
                              </p:par>
                              <p:par>
                                <p:cTn id="39" presetID="10"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2000"/>
                                        <p:tgtEl>
                                          <p:spTgt spid="4"/>
                                        </p:tgtEl>
                                      </p:cBhvr>
                                    </p:animEffect>
                                  </p:childTnLst>
                                </p:cTn>
                              </p:par>
                              <p:par>
                                <p:cTn id="42" presetID="10" presetClass="entr" presetSubtype="0" fill="hold"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2000"/>
                                        <p:tgtEl>
                                          <p:spTgt spid="5"/>
                                        </p:tgtEl>
                                      </p:cBhvr>
                                    </p:animEffect>
                                  </p:childTnLst>
                                </p:cTn>
                              </p:par>
                              <p:par>
                                <p:cTn id="45" presetID="10" presetClass="entr" presetSubtype="0" fill="hold" nodeType="withEffect">
                                  <p:stCondLst>
                                    <p:cond delay="0"/>
                                  </p:stCondLst>
                                  <p:childTnLst>
                                    <p:set>
                                      <p:cBhvr>
                                        <p:cTn id="46" dur="1" fill="hold">
                                          <p:stCondLst>
                                            <p:cond delay="0"/>
                                          </p:stCondLst>
                                        </p:cTn>
                                        <p:tgtEl>
                                          <p:spTgt spid="66583"/>
                                        </p:tgtEl>
                                        <p:attrNameLst>
                                          <p:attrName>style.visibility</p:attrName>
                                        </p:attrNameLst>
                                      </p:cBhvr>
                                      <p:to>
                                        <p:strVal val="visible"/>
                                      </p:to>
                                    </p:set>
                                    <p:animEffect transition="in" filter="fade">
                                      <p:cBhvr>
                                        <p:cTn id="47" dur="2000"/>
                                        <p:tgtEl>
                                          <p:spTgt spid="66583"/>
                                        </p:tgtEl>
                                      </p:cBhvr>
                                    </p:animEffect>
                                  </p:childTnLst>
                                </p:cTn>
                              </p:par>
                              <p:par>
                                <p:cTn id="48" presetID="10" presetClass="entr" presetSubtype="0" fill="hold" nodeType="withEffect">
                                  <p:stCondLst>
                                    <p:cond delay="0"/>
                                  </p:stCondLst>
                                  <p:childTnLst>
                                    <p:set>
                                      <p:cBhvr>
                                        <p:cTn id="49" dur="1" fill="hold">
                                          <p:stCondLst>
                                            <p:cond delay="0"/>
                                          </p:stCondLst>
                                        </p:cTn>
                                        <p:tgtEl>
                                          <p:spTgt spid="66584"/>
                                        </p:tgtEl>
                                        <p:attrNameLst>
                                          <p:attrName>style.visibility</p:attrName>
                                        </p:attrNameLst>
                                      </p:cBhvr>
                                      <p:to>
                                        <p:strVal val="visible"/>
                                      </p:to>
                                    </p:set>
                                    <p:animEffect transition="in" filter="fade">
                                      <p:cBhvr>
                                        <p:cTn id="50" dur="2000"/>
                                        <p:tgtEl>
                                          <p:spTgt spid="66584"/>
                                        </p:tgtEl>
                                      </p:cBhvr>
                                    </p:animEffect>
                                  </p:childTnLst>
                                </p:cTn>
                              </p:par>
                            </p:childTnLst>
                          </p:cTn>
                        </p:par>
                        <p:par>
                          <p:cTn id="51" fill="hold" nodeType="afterGroup">
                            <p:stCondLst>
                              <p:cond delay="4000"/>
                            </p:stCondLst>
                            <p:childTnLst>
                              <p:par>
                                <p:cTn id="52" presetID="10" presetClass="entr" presetSubtype="0" fill="hold" nodeType="afterEffect">
                                  <p:stCondLst>
                                    <p:cond delay="0"/>
                                  </p:stCondLst>
                                  <p:childTnLst>
                                    <p:set>
                                      <p:cBhvr>
                                        <p:cTn id="53" dur="1" fill="hold">
                                          <p:stCondLst>
                                            <p:cond delay="0"/>
                                          </p:stCondLst>
                                        </p:cTn>
                                        <p:tgtEl>
                                          <p:spTgt spid="66585"/>
                                        </p:tgtEl>
                                        <p:attrNameLst>
                                          <p:attrName>style.visibility</p:attrName>
                                        </p:attrNameLst>
                                      </p:cBhvr>
                                      <p:to>
                                        <p:strVal val="visible"/>
                                      </p:to>
                                    </p:set>
                                    <p:animEffect transition="in" filter="fade">
                                      <p:cBhvr>
                                        <p:cTn id="54" dur="2000"/>
                                        <p:tgtEl>
                                          <p:spTgt spid="66585"/>
                                        </p:tgtEl>
                                      </p:cBhvr>
                                    </p:animEffect>
                                  </p:childTnLst>
                                </p:cTn>
                              </p:par>
                              <p:par>
                                <p:cTn id="55" presetID="10" presetClass="entr" presetSubtype="0" fill="hold" nodeType="withEffect">
                                  <p:stCondLst>
                                    <p:cond delay="0"/>
                                  </p:stCondLst>
                                  <p:childTnLst>
                                    <p:set>
                                      <p:cBhvr>
                                        <p:cTn id="56" dur="1" fill="hold">
                                          <p:stCondLst>
                                            <p:cond delay="0"/>
                                          </p:stCondLst>
                                        </p:cTn>
                                        <p:tgtEl>
                                          <p:spTgt spid="66586"/>
                                        </p:tgtEl>
                                        <p:attrNameLst>
                                          <p:attrName>style.visibility</p:attrName>
                                        </p:attrNameLst>
                                      </p:cBhvr>
                                      <p:to>
                                        <p:strVal val="visible"/>
                                      </p:to>
                                    </p:set>
                                    <p:animEffect transition="in" filter="fade">
                                      <p:cBhvr>
                                        <p:cTn id="57" dur="2000"/>
                                        <p:tgtEl>
                                          <p:spTgt spid="66586"/>
                                        </p:tgtEl>
                                      </p:cBhvr>
                                    </p:animEffect>
                                  </p:childTnLst>
                                </p:cTn>
                              </p:par>
                              <p:par>
                                <p:cTn id="58" presetID="10" presetClass="entr" presetSubtype="0" fill="hold" nodeType="withEffect">
                                  <p:stCondLst>
                                    <p:cond delay="0"/>
                                  </p:stCondLst>
                                  <p:childTnLst>
                                    <p:set>
                                      <p:cBhvr>
                                        <p:cTn id="59" dur="1" fill="hold">
                                          <p:stCondLst>
                                            <p:cond delay="0"/>
                                          </p:stCondLst>
                                        </p:cTn>
                                        <p:tgtEl>
                                          <p:spTgt spid="66587"/>
                                        </p:tgtEl>
                                        <p:attrNameLst>
                                          <p:attrName>style.visibility</p:attrName>
                                        </p:attrNameLst>
                                      </p:cBhvr>
                                      <p:to>
                                        <p:strVal val="visible"/>
                                      </p:to>
                                    </p:set>
                                    <p:animEffect transition="in" filter="fade">
                                      <p:cBhvr>
                                        <p:cTn id="60" dur="2000"/>
                                        <p:tgtEl>
                                          <p:spTgt spid="66587"/>
                                        </p:tgtEl>
                                      </p:cBhvr>
                                    </p:animEffect>
                                  </p:childTnLst>
                                </p:cTn>
                              </p:par>
                              <p:par>
                                <p:cTn id="61" presetID="10" presetClass="entr" presetSubtype="0" fill="hold" nodeType="withEffect">
                                  <p:stCondLst>
                                    <p:cond delay="0"/>
                                  </p:stCondLst>
                                  <p:childTnLst>
                                    <p:set>
                                      <p:cBhvr>
                                        <p:cTn id="62" dur="1" fill="hold">
                                          <p:stCondLst>
                                            <p:cond delay="0"/>
                                          </p:stCondLst>
                                        </p:cTn>
                                        <p:tgtEl>
                                          <p:spTgt spid="66588"/>
                                        </p:tgtEl>
                                        <p:attrNameLst>
                                          <p:attrName>style.visibility</p:attrName>
                                        </p:attrNameLst>
                                      </p:cBhvr>
                                      <p:to>
                                        <p:strVal val="visible"/>
                                      </p:to>
                                    </p:set>
                                    <p:animEffect transition="in" filter="fade">
                                      <p:cBhvr>
                                        <p:cTn id="63" dur="2000"/>
                                        <p:tgtEl>
                                          <p:spTgt spid="66588"/>
                                        </p:tgtEl>
                                      </p:cBhvr>
                                    </p:animEffect>
                                  </p:childTnLst>
                                </p:cTn>
                              </p:par>
                              <p:par>
                                <p:cTn id="64" presetID="10" presetClass="entr" presetSubtype="0" fill="hold" nodeType="withEffect">
                                  <p:stCondLst>
                                    <p:cond delay="0"/>
                                  </p:stCondLst>
                                  <p:childTnLst>
                                    <p:set>
                                      <p:cBhvr>
                                        <p:cTn id="65" dur="1" fill="hold">
                                          <p:stCondLst>
                                            <p:cond delay="0"/>
                                          </p:stCondLst>
                                        </p:cTn>
                                        <p:tgtEl>
                                          <p:spTgt spid="66589"/>
                                        </p:tgtEl>
                                        <p:attrNameLst>
                                          <p:attrName>style.visibility</p:attrName>
                                        </p:attrNameLst>
                                      </p:cBhvr>
                                      <p:to>
                                        <p:strVal val="visible"/>
                                      </p:to>
                                    </p:set>
                                    <p:animEffect transition="in" filter="fade">
                                      <p:cBhvr>
                                        <p:cTn id="66" dur="2000"/>
                                        <p:tgtEl>
                                          <p:spTgt spid="66589"/>
                                        </p:tgtEl>
                                      </p:cBhvr>
                                    </p:animEffect>
                                  </p:childTnLst>
                                </p:cTn>
                              </p:par>
                              <p:par>
                                <p:cTn id="67" presetID="10" presetClass="entr" presetSubtype="0" fill="hold" nodeType="withEffect">
                                  <p:stCondLst>
                                    <p:cond delay="0"/>
                                  </p:stCondLst>
                                  <p:childTnLst>
                                    <p:set>
                                      <p:cBhvr>
                                        <p:cTn id="68" dur="1" fill="hold">
                                          <p:stCondLst>
                                            <p:cond delay="0"/>
                                          </p:stCondLst>
                                        </p:cTn>
                                        <p:tgtEl>
                                          <p:spTgt spid="66590"/>
                                        </p:tgtEl>
                                        <p:attrNameLst>
                                          <p:attrName>style.visibility</p:attrName>
                                        </p:attrNameLst>
                                      </p:cBhvr>
                                      <p:to>
                                        <p:strVal val="visible"/>
                                      </p:to>
                                    </p:set>
                                    <p:animEffect transition="in" filter="fade">
                                      <p:cBhvr>
                                        <p:cTn id="69" dur="2000"/>
                                        <p:tgtEl>
                                          <p:spTgt spid="66590"/>
                                        </p:tgtEl>
                                      </p:cBhvr>
                                    </p:animEffect>
                                  </p:childTnLst>
                                </p:cTn>
                              </p:par>
                              <p:par>
                                <p:cTn id="70" presetID="10" presetClass="entr" presetSubtype="0"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2000"/>
                                        <p:tgtEl>
                                          <p:spTgt spid="6"/>
                                        </p:tgtEl>
                                      </p:cBhvr>
                                    </p:animEffect>
                                  </p:childTnLst>
                                </p:cTn>
                              </p:par>
                              <p:par>
                                <p:cTn id="73" presetID="10" presetClass="entr" presetSubtype="0" fill="hold" nodeType="with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2000"/>
                                        <p:tgtEl>
                                          <p:spTgt spid="7"/>
                                        </p:tgtEl>
                                      </p:cBhvr>
                                    </p:animEffect>
                                  </p:childTnLst>
                                </p:cTn>
                              </p:par>
                              <p:par>
                                <p:cTn id="76" presetID="10" presetClass="entr" presetSubtype="0" fill="hold" nodeType="withEffect">
                                  <p:stCondLst>
                                    <p:cond delay="0"/>
                                  </p:stCondLst>
                                  <p:childTnLst>
                                    <p:set>
                                      <p:cBhvr>
                                        <p:cTn id="77" dur="1" fill="hold">
                                          <p:stCondLst>
                                            <p:cond delay="0"/>
                                          </p:stCondLst>
                                        </p:cTn>
                                        <p:tgtEl>
                                          <p:spTgt spid="66597"/>
                                        </p:tgtEl>
                                        <p:attrNameLst>
                                          <p:attrName>style.visibility</p:attrName>
                                        </p:attrNameLst>
                                      </p:cBhvr>
                                      <p:to>
                                        <p:strVal val="visible"/>
                                      </p:to>
                                    </p:set>
                                    <p:animEffect transition="in" filter="fade">
                                      <p:cBhvr>
                                        <p:cTn id="78" dur="2000"/>
                                        <p:tgtEl>
                                          <p:spTgt spid="66597"/>
                                        </p:tgtEl>
                                      </p:cBhvr>
                                    </p:animEffect>
                                  </p:childTnLst>
                                </p:cTn>
                              </p:par>
                              <p:par>
                                <p:cTn id="79" presetID="10" presetClass="entr" presetSubtype="0" fill="hold" nodeType="withEffect">
                                  <p:stCondLst>
                                    <p:cond delay="0"/>
                                  </p:stCondLst>
                                  <p:childTnLst>
                                    <p:set>
                                      <p:cBhvr>
                                        <p:cTn id="80" dur="1" fill="hold">
                                          <p:stCondLst>
                                            <p:cond delay="0"/>
                                          </p:stCondLst>
                                        </p:cTn>
                                        <p:tgtEl>
                                          <p:spTgt spid="66598"/>
                                        </p:tgtEl>
                                        <p:attrNameLst>
                                          <p:attrName>style.visibility</p:attrName>
                                        </p:attrNameLst>
                                      </p:cBhvr>
                                      <p:to>
                                        <p:strVal val="visible"/>
                                      </p:to>
                                    </p:set>
                                    <p:animEffect transition="in" filter="fade">
                                      <p:cBhvr>
                                        <p:cTn id="81" dur="2000"/>
                                        <p:tgtEl>
                                          <p:spTgt spid="66598"/>
                                        </p:tgtEl>
                                      </p:cBhvr>
                                    </p:animEffect>
                                  </p:childTnLst>
                                </p:cTn>
                              </p:par>
                              <p:par>
                                <p:cTn id="82" presetID="10" presetClass="entr" presetSubtype="0" fill="hold" nodeType="withEffect">
                                  <p:stCondLst>
                                    <p:cond delay="0"/>
                                  </p:stCondLst>
                                  <p:childTnLst>
                                    <p:set>
                                      <p:cBhvr>
                                        <p:cTn id="83" dur="1" fill="hold">
                                          <p:stCondLst>
                                            <p:cond delay="0"/>
                                          </p:stCondLst>
                                        </p:cTn>
                                        <p:tgtEl>
                                          <p:spTgt spid="66599"/>
                                        </p:tgtEl>
                                        <p:attrNameLst>
                                          <p:attrName>style.visibility</p:attrName>
                                        </p:attrNameLst>
                                      </p:cBhvr>
                                      <p:to>
                                        <p:strVal val="visible"/>
                                      </p:to>
                                    </p:set>
                                    <p:animEffect transition="in" filter="fade">
                                      <p:cBhvr>
                                        <p:cTn id="84" dur="2000"/>
                                        <p:tgtEl>
                                          <p:spTgt spid="66599"/>
                                        </p:tgtEl>
                                      </p:cBhvr>
                                    </p:animEffect>
                                  </p:childTnLst>
                                </p:cTn>
                              </p:par>
                              <p:par>
                                <p:cTn id="85" presetID="10" presetClass="entr" presetSubtype="0" fill="hold" nodeType="withEffect">
                                  <p:stCondLst>
                                    <p:cond delay="0"/>
                                  </p:stCondLst>
                                  <p:childTnLst>
                                    <p:set>
                                      <p:cBhvr>
                                        <p:cTn id="86" dur="1" fill="hold">
                                          <p:stCondLst>
                                            <p:cond delay="0"/>
                                          </p:stCondLst>
                                        </p:cTn>
                                        <p:tgtEl>
                                          <p:spTgt spid="66600"/>
                                        </p:tgtEl>
                                        <p:attrNameLst>
                                          <p:attrName>style.visibility</p:attrName>
                                        </p:attrNameLst>
                                      </p:cBhvr>
                                      <p:to>
                                        <p:strVal val="visible"/>
                                      </p:to>
                                    </p:set>
                                    <p:animEffect transition="in" filter="fade">
                                      <p:cBhvr>
                                        <p:cTn id="87" dur="2000"/>
                                        <p:tgtEl>
                                          <p:spTgt spid="6660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7" presetClass="emph" presetSubtype="2" fill="hold" nodeType="clickEffect">
                                  <p:stCondLst>
                                    <p:cond delay="0"/>
                                  </p:stCondLst>
                                  <p:childTnLst>
                                    <p:animClr clrSpc="rgb" dir="cw">
                                      <p:cBhvr>
                                        <p:cTn id="91" dur="2000" fill="hold"/>
                                        <p:tgtEl>
                                          <p:spTgt spid="66572"/>
                                        </p:tgtEl>
                                        <p:attrNameLst>
                                          <p:attrName>stroke.color</p:attrName>
                                        </p:attrNameLst>
                                      </p:cBhvr>
                                      <p:to>
                                        <a:schemeClr val="hlink"/>
                                      </p:to>
                                    </p:animClr>
                                    <p:set>
                                      <p:cBhvr>
                                        <p:cTn id="92" dur="2000" fill="hold"/>
                                        <p:tgtEl>
                                          <p:spTgt spid="66572"/>
                                        </p:tgtEl>
                                        <p:attrNameLst>
                                          <p:attrName>stroke.on</p:attrName>
                                        </p:attrNameLst>
                                      </p:cBhvr>
                                      <p:to>
                                        <p:strVal val="true"/>
                                      </p:to>
                                    </p:set>
                                  </p:childTnLst>
                                </p:cTn>
                              </p:par>
                              <p:par>
                                <p:cTn id="93" presetID="53" presetClass="entr" presetSubtype="0" fill="hold" nodeType="withEffect">
                                  <p:stCondLst>
                                    <p:cond delay="0"/>
                                  </p:stCondLst>
                                  <p:childTnLst>
                                    <p:set>
                                      <p:cBhvr>
                                        <p:cTn id="94" dur="1" fill="hold">
                                          <p:stCondLst>
                                            <p:cond delay="0"/>
                                          </p:stCondLst>
                                        </p:cTn>
                                        <p:tgtEl>
                                          <p:spTgt spid="66602"/>
                                        </p:tgtEl>
                                        <p:attrNameLst>
                                          <p:attrName>style.visibility</p:attrName>
                                        </p:attrNameLst>
                                      </p:cBhvr>
                                      <p:to>
                                        <p:strVal val="visible"/>
                                      </p:to>
                                    </p:set>
                                    <p:anim calcmode="lin" valueType="num">
                                      <p:cBhvr>
                                        <p:cTn id="95" dur="500" fill="hold"/>
                                        <p:tgtEl>
                                          <p:spTgt spid="66602"/>
                                        </p:tgtEl>
                                        <p:attrNameLst>
                                          <p:attrName>ppt_w</p:attrName>
                                        </p:attrNameLst>
                                      </p:cBhvr>
                                      <p:tavLst>
                                        <p:tav tm="0">
                                          <p:val>
                                            <p:fltVal val="0"/>
                                          </p:val>
                                        </p:tav>
                                        <p:tav tm="100000">
                                          <p:val>
                                            <p:strVal val="#ppt_w"/>
                                          </p:val>
                                        </p:tav>
                                      </p:tavLst>
                                    </p:anim>
                                    <p:anim calcmode="lin" valueType="num">
                                      <p:cBhvr>
                                        <p:cTn id="96" dur="500" fill="hold"/>
                                        <p:tgtEl>
                                          <p:spTgt spid="66602"/>
                                        </p:tgtEl>
                                        <p:attrNameLst>
                                          <p:attrName>ppt_h</p:attrName>
                                        </p:attrNameLst>
                                      </p:cBhvr>
                                      <p:tavLst>
                                        <p:tav tm="0">
                                          <p:val>
                                            <p:fltVal val="0"/>
                                          </p:val>
                                        </p:tav>
                                        <p:tav tm="100000">
                                          <p:val>
                                            <p:strVal val="#ppt_h"/>
                                          </p:val>
                                        </p:tav>
                                      </p:tavLst>
                                    </p:anim>
                                    <p:animEffect transition="in" filter="fade">
                                      <p:cBhvr>
                                        <p:cTn id="97" dur="500"/>
                                        <p:tgtEl>
                                          <p:spTgt spid="66602"/>
                                        </p:tgtEl>
                                      </p:cBhvr>
                                    </p:animEffect>
                                  </p:childTnLst>
                                </p:cTn>
                              </p:par>
                              <p:par>
                                <p:cTn id="98" presetID="53" presetClass="entr" presetSubtype="0" fill="hold" nodeType="withEffect">
                                  <p:stCondLst>
                                    <p:cond delay="0"/>
                                  </p:stCondLst>
                                  <p:childTnLst>
                                    <p:set>
                                      <p:cBhvr>
                                        <p:cTn id="99" dur="1" fill="hold">
                                          <p:stCondLst>
                                            <p:cond delay="0"/>
                                          </p:stCondLst>
                                        </p:cTn>
                                        <p:tgtEl>
                                          <p:spTgt spid="66603"/>
                                        </p:tgtEl>
                                        <p:attrNameLst>
                                          <p:attrName>style.visibility</p:attrName>
                                        </p:attrNameLst>
                                      </p:cBhvr>
                                      <p:to>
                                        <p:strVal val="visible"/>
                                      </p:to>
                                    </p:set>
                                    <p:anim calcmode="lin" valueType="num">
                                      <p:cBhvr>
                                        <p:cTn id="100" dur="500" fill="hold"/>
                                        <p:tgtEl>
                                          <p:spTgt spid="66603"/>
                                        </p:tgtEl>
                                        <p:attrNameLst>
                                          <p:attrName>ppt_w</p:attrName>
                                        </p:attrNameLst>
                                      </p:cBhvr>
                                      <p:tavLst>
                                        <p:tav tm="0">
                                          <p:val>
                                            <p:fltVal val="0"/>
                                          </p:val>
                                        </p:tav>
                                        <p:tav tm="100000">
                                          <p:val>
                                            <p:strVal val="#ppt_w"/>
                                          </p:val>
                                        </p:tav>
                                      </p:tavLst>
                                    </p:anim>
                                    <p:anim calcmode="lin" valueType="num">
                                      <p:cBhvr>
                                        <p:cTn id="101" dur="500" fill="hold"/>
                                        <p:tgtEl>
                                          <p:spTgt spid="66603"/>
                                        </p:tgtEl>
                                        <p:attrNameLst>
                                          <p:attrName>ppt_h</p:attrName>
                                        </p:attrNameLst>
                                      </p:cBhvr>
                                      <p:tavLst>
                                        <p:tav tm="0">
                                          <p:val>
                                            <p:fltVal val="0"/>
                                          </p:val>
                                        </p:tav>
                                        <p:tav tm="100000">
                                          <p:val>
                                            <p:strVal val="#ppt_h"/>
                                          </p:val>
                                        </p:tav>
                                      </p:tavLst>
                                    </p:anim>
                                    <p:animEffect transition="in" filter="fade">
                                      <p:cBhvr>
                                        <p:cTn id="102" dur="500"/>
                                        <p:tgtEl>
                                          <p:spTgt spid="66603"/>
                                        </p:tgtEl>
                                      </p:cBhvr>
                                    </p:animEffect>
                                  </p:childTnLst>
                                </p:cTn>
                              </p:par>
                              <p:par>
                                <p:cTn id="103" presetID="53" presetClass="entr" presetSubtype="0" fill="hold" nodeType="withEffect">
                                  <p:stCondLst>
                                    <p:cond delay="0"/>
                                  </p:stCondLst>
                                  <p:childTnLst>
                                    <p:set>
                                      <p:cBhvr>
                                        <p:cTn id="104" dur="1" fill="hold">
                                          <p:stCondLst>
                                            <p:cond delay="0"/>
                                          </p:stCondLst>
                                        </p:cTn>
                                        <p:tgtEl>
                                          <p:spTgt spid="66601"/>
                                        </p:tgtEl>
                                        <p:attrNameLst>
                                          <p:attrName>style.visibility</p:attrName>
                                        </p:attrNameLst>
                                      </p:cBhvr>
                                      <p:to>
                                        <p:strVal val="visible"/>
                                      </p:to>
                                    </p:set>
                                    <p:anim calcmode="lin" valueType="num">
                                      <p:cBhvr>
                                        <p:cTn id="105" dur="500" fill="hold"/>
                                        <p:tgtEl>
                                          <p:spTgt spid="66601"/>
                                        </p:tgtEl>
                                        <p:attrNameLst>
                                          <p:attrName>ppt_w</p:attrName>
                                        </p:attrNameLst>
                                      </p:cBhvr>
                                      <p:tavLst>
                                        <p:tav tm="0">
                                          <p:val>
                                            <p:fltVal val="0"/>
                                          </p:val>
                                        </p:tav>
                                        <p:tav tm="100000">
                                          <p:val>
                                            <p:strVal val="#ppt_w"/>
                                          </p:val>
                                        </p:tav>
                                      </p:tavLst>
                                    </p:anim>
                                    <p:anim calcmode="lin" valueType="num">
                                      <p:cBhvr>
                                        <p:cTn id="106" dur="500" fill="hold"/>
                                        <p:tgtEl>
                                          <p:spTgt spid="66601"/>
                                        </p:tgtEl>
                                        <p:attrNameLst>
                                          <p:attrName>ppt_h</p:attrName>
                                        </p:attrNameLst>
                                      </p:cBhvr>
                                      <p:tavLst>
                                        <p:tav tm="0">
                                          <p:val>
                                            <p:fltVal val="0"/>
                                          </p:val>
                                        </p:tav>
                                        <p:tav tm="100000">
                                          <p:val>
                                            <p:strVal val="#ppt_h"/>
                                          </p:val>
                                        </p:tav>
                                      </p:tavLst>
                                    </p:anim>
                                    <p:animEffect transition="in" filter="fade">
                                      <p:cBhvr>
                                        <p:cTn id="107" dur="500"/>
                                        <p:tgtEl>
                                          <p:spTgt spid="66601"/>
                                        </p:tgtEl>
                                      </p:cBhvr>
                                    </p:animEffect>
                                  </p:childTnLst>
                                </p:cTn>
                              </p:par>
                            </p:childTnLst>
                          </p:cTn>
                        </p:par>
                        <p:par>
                          <p:cTn id="108" fill="hold" nodeType="afterGroup">
                            <p:stCondLst>
                              <p:cond delay="2000"/>
                            </p:stCondLst>
                            <p:childTnLst>
                              <p:par>
                                <p:cTn id="109" presetID="55" presetClass="exit" presetSubtype="0" fill="hold" nodeType="afterEffect">
                                  <p:stCondLst>
                                    <p:cond delay="2000"/>
                                  </p:stCondLst>
                                  <p:childTnLst>
                                    <p:anim calcmode="lin" valueType="num">
                                      <p:cBhvr>
                                        <p:cTn id="110" dur="1000"/>
                                        <p:tgtEl>
                                          <p:spTgt spid="66602"/>
                                        </p:tgtEl>
                                        <p:attrNameLst>
                                          <p:attrName>ppt_w</p:attrName>
                                        </p:attrNameLst>
                                      </p:cBhvr>
                                      <p:tavLst>
                                        <p:tav tm="0">
                                          <p:val>
                                            <p:strVal val="ppt_w"/>
                                          </p:val>
                                        </p:tav>
                                        <p:tav tm="100000">
                                          <p:val>
                                            <p:strVal val="ppt_w*0.70"/>
                                          </p:val>
                                        </p:tav>
                                      </p:tavLst>
                                    </p:anim>
                                    <p:anim calcmode="lin" valueType="num">
                                      <p:cBhvr>
                                        <p:cTn id="111" dur="1000"/>
                                        <p:tgtEl>
                                          <p:spTgt spid="66602"/>
                                        </p:tgtEl>
                                        <p:attrNameLst>
                                          <p:attrName>ppt_h</p:attrName>
                                        </p:attrNameLst>
                                      </p:cBhvr>
                                      <p:tavLst>
                                        <p:tav tm="0">
                                          <p:val>
                                            <p:strVal val="ppt_h"/>
                                          </p:val>
                                        </p:tav>
                                        <p:tav tm="100000">
                                          <p:val>
                                            <p:strVal val="ppt_h"/>
                                          </p:val>
                                        </p:tav>
                                      </p:tavLst>
                                    </p:anim>
                                    <p:animEffect transition="out" filter="fade">
                                      <p:cBhvr>
                                        <p:cTn id="112" dur="1000"/>
                                        <p:tgtEl>
                                          <p:spTgt spid="66602"/>
                                        </p:tgtEl>
                                      </p:cBhvr>
                                    </p:animEffect>
                                    <p:set>
                                      <p:cBhvr>
                                        <p:cTn id="113" dur="1" fill="hold">
                                          <p:stCondLst>
                                            <p:cond delay="999"/>
                                          </p:stCondLst>
                                        </p:cTn>
                                        <p:tgtEl>
                                          <p:spTgt spid="66602"/>
                                        </p:tgtEl>
                                        <p:attrNameLst>
                                          <p:attrName>style.visibility</p:attrName>
                                        </p:attrNameLst>
                                      </p:cBhvr>
                                      <p:to>
                                        <p:strVal val="hidden"/>
                                      </p:to>
                                    </p:set>
                                  </p:childTnLst>
                                </p:cTn>
                              </p:par>
                              <p:par>
                                <p:cTn id="114" presetID="55" presetClass="exit" presetSubtype="0" fill="hold" nodeType="withEffect">
                                  <p:stCondLst>
                                    <p:cond delay="0"/>
                                  </p:stCondLst>
                                  <p:childTnLst>
                                    <p:anim calcmode="lin" valueType="num">
                                      <p:cBhvr>
                                        <p:cTn id="115" dur="1000"/>
                                        <p:tgtEl>
                                          <p:spTgt spid="66603"/>
                                        </p:tgtEl>
                                        <p:attrNameLst>
                                          <p:attrName>ppt_w</p:attrName>
                                        </p:attrNameLst>
                                      </p:cBhvr>
                                      <p:tavLst>
                                        <p:tav tm="0">
                                          <p:val>
                                            <p:strVal val="ppt_w"/>
                                          </p:val>
                                        </p:tav>
                                        <p:tav tm="100000">
                                          <p:val>
                                            <p:strVal val="ppt_w*0.70"/>
                                          </p:val>
                                        </p:tav>
                                      </p:tavLst>
                                    </p:anim>
                                    <p:anim calcmode="lin" valueType="num">
                                      <p:cBhvr>
                                        <p:cTn id="116" dur="1000"/>
                                        <p:tgtEl>
                                          <p:spTgt spid="66603"/>
                                        </p:tgtEl>
                                        <p:attrNameLst>
                                          <p:attrName>ppt_h</p:attrName>
                                        </p:attrNameLst>
                                      </p:cBhvr>
                                      <p:tavLst>
                                        <p:tav tm="0">
                                          <p:val>
                                            <p:strVal val="ppt_h"/>
                                          </p:val>
                                        </p:tav>
                                        <p:tav tm="100000">
                                          <p:val>
                                            <p:strVal val="ppt_h"/>
                                          </p:val>
                                        </p:tav>
                                      </p:tavLst>
                                    </p:anim>
                                    <p:animEffect transition="out" filter="fade">
                                      <p:cBhvr>
                                        <p:cTn id="117" dur="1000"/>
                                        <p:tgtEl>
                                          <p:spTgt spid="66603"/>
                                        </p:tgtEl>
                                      </p:cBhvr>
                                    </p:animEffect>
                                    <p:set>
                                      <p:cBhvr>
                                        <p:cTn id="118" dur="1" fill="hold">
                                          <p:stCondLst>
                                            <p:cond delay="999"/>
                                          </p:stCondLst>
                                        </p:cTn>
                                        <p:tgtEl>
                                          <p:spTgt spid="66603"/>
                                        </p:tgtEl>
                                        <p:attrNameLst>
                                          <p:attrName>style.visibility</p:attrName>
                                        </p:attrNameLst>
                                      </p:cBhvr>
                                      <p:to>
                                        <p:strVal val="hidden"/>
                                      </p:to>
                                    </p:set>
                                  </p:childTnLst>
                                </p:cTn>
                              </p:par>
                              <p:par>
                                <p:cTn id="119" presetID="55" presetClass="exit" presetSubtype="0" fill="hold" nodeType="withEffect">
                                  <p:stCondLst>
                                    <p:cond delay="0"/>
                                  </p:stCondLst>
                                  <p:childTnLst>
                                    <p:anim calcmode="lin" valueType="num">
                                      <p:cBhvr>
                                        <p:cTn id="120" dur="1000"/>
                                        <p:tgtEl>
                                          <p:spTgt spid="66601"/>
                                        </p:tgtEl>
                                        <p:attrNameLst>
                                          <p:attrName>ppt_w</p:attrName>
                                        </p:attrNameLst>
                                      </p:cBhvr>
                                      <p:tavLst>
                                        <p:tav tm="0">
                                          <p:val>
                                            <p:strVal val="ppt_w"/>
                                          </p:val>
                                        </p:tav>
                                        <p:tav tm="100000">
                                          <p:val>
                                            <p:strVal val="ppt_w*0.70"/>
                                          </p:val>
                                        </p:tav>
                                      </p:tavLst>
                                    </p:anim>
                                    <p:anim calcmode="lin" valueType="num">
                                      <p:cBhvr>
                                        <p:cTn id="121" dur="1000"/>
                                        <p:tgtEl>
                                          <p:spTgt spid="66601"/>
                                        </p:tgtEl>
                                        <p:attrNameLst>
                                          <p:attrName>ppt_h</p:attrName>
                                        </p:attrNameLst>
                                      </p:cBhvr>
                                      <p:tavLst>
                                        <p:tav tm="0">
                                          <p:val>
                                            <p:strVal val="ppt_h"/>
                                          </p:val>
                                        </p:tav>
                                        <p:tav tm="100000">
                                          <p:val>
                                            <p:strVal val="ppt_h"/>
                                          </p:val>
                                        </p:tav>
                                      </p:tavLst>
                                    </p:anim>
                                    <p:animEffect transition="out" filter="fade">
                                      <p:cBhvr>
                                        <p:cTn id="122" dur="1000"/>
                                        <p:tgtEl>
                                          <p:spTgt spid="66601"/>
                                        </p:tgtEl>
                                      </p:cBhvr>
                                    </p:animEffect>
                                    <p:set>
                                      <p:cBhvr>
                                        <p:cTn id="123" dur="1" fill="hold">
                                          <p:stCondLst>
                                            <p:cond delay="999"/>
                                          </p:stCondLst>
                                        </p:cTn>
                                        <p:tgtEl>
                                          <p:spTgt spid="66601"/>
                                        </p:tgtEl>
                                        <p:attrNameLst>
                                          <p:attrName>style.visibility</p:attrName>
                                        </p:attrNameLst>
                                      </p:cBhvr>
                                      <p:to>
                                        <p:strVal val="hidden"/>
                                      </p:to>
                                    </p:set>
                                  </p:childTnLst>
                                </p:cTn>
                              </p:par>
                            </p:childTnLst>
                          </p:cTn>
                        </p:par>
                        <p:par>
                          <p:cTn id="124" fill="hold" nodeType="afterGroup">
                            <p:stCondLst>
                              <p:cond delay="5000"/>
                            </p:stCondLst>
                            <p:childTnLst>
                              <p:par>
                                <p:cTn id="125" presetID="7" presetClass="emph" presetSubtype="2" fill="hold" nodeType="afterEffect">
                                  <p:stCondLst>
                                    <p:cond delay="0"/>
                                  </p:stCondLst>
                                  <p:childTnLst>
                                    <p:animClr clrSpc="rgb" dir="cw">
                                      <p:cBhvr>
                                        <p:cTn id="126" dur="2000" fill="hold"/>
                                        <p:tgtEl>
                                          <p:spTgt spid="66585"/>
                                        </p:tgtEl>
                                        <p:attrNameLst>
                                          <p:attrName>stroke.color</p:attrName>
                                        </p:attrNameLst>
                                      </p:cBhvr>
                                      <p:to>
                                        <a:schemeClr val="hlink"/>
                                      </p:to>
                                    </p:animClr>
                                    <p:set>
                                      <p:cBhvr>
                                        <p:cTn id="127" dur="2000" fill="hold"/>
                                        <p:tgtEl>
                                          <p:spTgt spid="66585"/>
                                        </p:tgtEl>
                                        <p:attrNameLst>
                                          <p:attrName>stroke.on</p:attrName>
                                        </p:attrNameLst>
                                      </p:cBhvr>
                                      <p:to>
                                        <p:strVal val="true"/>
                                      </p:to>
                                    </p:set>
                                  </p:childTnLst>
                                </p:cTn>
                              </p:par>
                              <p:par>
                                <p:cTn id="128" presetID="53" presetClass="entr" presetSubtype="0" fill="hold" nodeType="withEffect">
                                  <p:stCondLst>
                                    <p:cond delay="0"/>
                                  </p:stCondLst>
                                  <p:childTnLst>
                                    <p:set>
                                      <p:cBhvr>
                                        <p:cTn id="129" dur="1" fill="hold">
                                          <p:stCondLst>
                                            <p:cond delay="0"/>
                                          </p:stCondLst>
                                        </p:cTn>
                                        <p:tgtEl>
                                          <p:spTgt spid="66604"/>
                                        </p:tgtEl>
                                        <p:attrNameLst>
                                          <p:attrName>style.visibility</p:attrName>
                                        </p:attrNameLst>
                                      </p:cBhvr>
                                      <p:to>
                                        <p:strVal val="visible"/>
                                      </p:to>
                                    </p:set>
                                    <p:anim calcmode="lin" valueType="num">
                                      <p:cBhvr>
                                        <p:cTn id="130" dur="500" fill="hold"/>
                                        <p:tgtEl>
                                          <p:spTgt spid="66604"/>
                                        </p:tgtEl>
                                        <p:attrNameLst>
                                          <p:attrName>ppt_w</p:attrName>
                                        </p:attrNameLst>
                                      </p:cBhvr>
                                      <p:tavLst>
                                        <p:tav tm="0">
                                          <p:val>
                                            <p:fltVal val="0"/>
                                          </p:val>
                                        </p:tav>
                                        <p:tav tm="100000">
                                          <p:val>
                                            <p:strVal val="#ppt_w"/>
                                          </p:val>
                                        </p:tav>
                                      </p:tavLst>
                                    </p:anim>
                                    <p:anim calcmode="lin" valueType="num">
                                      <p:cBhvr>
                                        <p:cTn id="131" dur="500" fill="hold"/>
                                        <p:tgtEl>
                                          <p:spTgt spid="66604"/>
                                        </p:tgtEl>
                                        <p:attrNameLst>
                                          <p:attrName>ppt_h</p:attrName>
                                        </p:attrNameLst>
                                      </p:cBhvr>
                                      <p:tavLst>
                                        <p:tav tm="0">
                                          <p:val>
                                            <p:fltVal val="0"/>
                                          </p:val>
                                        </p:tav>
                                        <p:tav tm="100000">
                                          <p:val>
                                            <p:strVal val="#ppt_h"/>
                                          </p:val>
                                        </p:tav>
                                      </p:tavLst>
                                    </p:anim>
                                    <p:animEffect transition="in" filter="fade">
                                      <p:cBhvr>
                                        <p:cTn id="132" dur="500"/>
                                        <p:tgtEl>
                                          <p:spTgt spid="66604"/>
                                        </p:tgtEl>
                                      </p:cBhvr>
                                    </p:animEffect>
                                  </p:childTnLst>
                                </p:cTn>
                              </p:par>
                              <p:par>
                                <p:cTn id="133" presetID="53" presetClass="entr" presetSubtype="0" fill="hold" nodeType="withEffect">
                                  <p:stCondLst>
                                    <p:cond delay="0"/>
                                  </p:stCondLst>
                                  <p:childTnLst>
                                    <p:set>
                                      <p:cBhvr>
                                        <p:cTn id="134" dur="1" fill="hold">
                                          <p:stCondLst>
                                            <p:cond delay="0"/>
                                          </p:stCondLst>
                                        </p:cTn>
                                        <p:tgtEl>
                                          <p:spTgt spid="66605"/>
                                        </p:tgtEl>
                                        <p:attrNameLst>
                                          <p:attrName>style.visibility</p:attrName>
                                        </p:attrNameLst>
                                      </p:cBhvr>
                                      <p:to>
                                        <p:strVal val="visible"/>
                                      </p:to>
                                    </p:set>
                                    <p:anim calcmode="lin" valueType="num">
                                      <p:cBhvr>
                                        <p:cTn id="135" dur="500" fill="hold"/>
                                        <p:tgtEl>
                                          <p:spTgt spid="66605"/>
                                        </p:tgtEl>
                                        <p:attrNameLst>
                                          <p:attrName>ppt_w</p:attrName>
                                        </p:attrNameLst>
                                      </p:cBhvr>
                                      <p:tavLst>
                                        <p:tav tm="0">
                                          <p:val>
                                            <p:fltVal val="0"/>
                                          </p:val>
                                        </p:tav>
                                        <p:tav tm="100000">
                                          <p:val>
                                            <p:strVal val="#ppt_w"/>
                                          </p:val>
                                        </p:tav>
                                      </p:tavLst>
                                    </p:anim>
                                    <p:anim calcmode="lin" valueType="num">
                                      <p:cBhvr>
                                        <p:cTn id="136" dur="500" fill="hold"/>
                                        <p:tgtEl>
                                          <p:spTgt spid="66605"/>
                                        </p:tgtEl>
                                        <p:attrNameLst>
                                          <p:attrName>ppt_h</p:attrName>
                                        </p:attrNameLst>
                                      </p:cBhvr>
                                      <p:tavLst>
                                        <p:tav tm="0">
                                          <p:val>
                                            <p:fltVal val="0"/>
                                          </p:val>
                                        </p:tav>
                                        <p:tav tm="100000">
                                          <p:val>
                                            <p:strVal val="#ppt_h"/>
                                          </p:val>
                                        </p:tav>
                                      </p:tavLst>
                                    </p:anim>
                                    <p:animEffect transition="in" filter="fade">
                                      <p:cBhvr>
                                        <p:cTn id="137" dur="500"/>
                                        <p:tgtEl>
                                          <p:spTgt spid="66605"/>
                                        </p:tgtEl>
                                      </p:cBhvr>
                                    </p:animEffect>
                                  </p:childTnLst>
                                </p:cTn>
                              </p:par>
                              <p:par>
                                <p:cTn id="138" presetID="53" presetClass="entr" presetSubtype="0" fill="hold" nodeType="withEffect">
                                  <p:stCondLst>
                                    <p:cond delay="0"/>
                                  </p:stCondLst>
                                  <p:childTnLst>
                                    <p:set>
                                      <p:cBhvr>
                                        <p:cTn id="139" dur="1" fill="hold">
                                          <p:stCondLst>
                                            <p:cond delay="0"/>
                                          </p:stCondLst>
                                        </p:cTn>
                                        <p:tgtEl>
                                          <p:spTgt spid="66606"/>
                                        </p:tgtEl>
                                        <p:attrNameLst>
                                          <p:attrName>style.visibility</p:attrName>
                                        </p:attrNameLst>
                                      </p:cBhvr>
                                      <p:to>
                                        <p:strVal val="visible"/>
                                      </p:to>
                                    </p:set>
                                    <p:anim calcmode="lin" valueType="num">
                                      <p:cBhvr>
                                        <p:cTn id="140" dur="500" fill="hold"/>
                                        <p:tgtEl>
                                          <p:spTgt spid="66606"/>
                                        </p:tgtEl>
                                        <p:attrNameLst>
                                          <p:attrName>ppt_w</p:attrName>
                                        </p:attrNameLst>
                                      </p:cBhvr>
                                      <p:tavLst>
                                        <p:tav tm="0">
                                          <p:val>
                                            <p:fltVal val="0"/>
                                          </p:val>
                                        </p:tav>
                                        <p:tav tm="100000">
                                          <p:val>
                                            <p:strVal val="#ppt_w"/>
                                          </p:val>
                                        </p:tav>
                                      </p:tavLst>
                                    </p:anim>
                                    <p:anim calcmode="lin" valueType="num">
                                      <p:cBhvr>
                                        <p:cTn id="141" dur="500" fill="hold"/>
                                        <p:tgtEl>
                                          <p:spTgt spid="66606"/>
                                        </p:tgtEl>
                                        <p:attrNameLst>
                                          <p:attrName>ppt_h</p:attrName>
                                        </p:attrNameLst>
                                      </p:cBhvr>
                                      <p:tavLst>
                                        <p:tav tm="0">
                                          <p:val>
                                            <p:fltVal val="0"/>
                                          </p:val>
                                        </p:tav>
                                        <p:tav tm="100000">
                                          <p:val>
                                            <p:strVal val="#ppt_h"/>
                                          </p:val>
                                        </p:tav>
                                      </p:tavLst>
                                    </p:anim>
                                    <p:animEffect transition="in" filter="fade">
                                      <p:cBhvr>
                                        <p:cTn id="142" dur="500"/>
                                        <p:tgtEl>
                                          <p:spTgt spid="66606"/>
                                        </p:tgtEl>
                                      </p:cBhvr>
                                    </p:animEffect>
                                  </p:childTnLst>
                                </p:cTn>
                              </p:par>
                            </p:childTnLst>
                          </p:cTn>
                        </p:par>
                        <p:par>
                          <p:cTn id="143" fill="hold" nodeType="afterGroup">
                            <p:stCondLst>
                              <p:cond delay="7000"/>
                            </p:stCondLst>
                            <p:childTnLst>
                              <p:par>
                                <p:cTn id="144" presetID="55" presetClass="exit" presetSubtype="0" fill="hold" nodeType="afterEffect">
                                  <p:stCondLst>
                                    <p:cond delay="2000"/>
                                  </p:stCondLst>
                                  <p:childTnLst>
                                    <p:anim calcmode="lin" valueType="num">
                                      <p:cBhvr>
                                        <p:cTn id="145" dur="1000"/>
                                        <p:tgtEl>
                                          <p:spTgt spid="66606"/>
                                        </p:tgtEl>
                                        <p:attrNameLst>
                                          <p:attrName>ppt_w</p:attrName>
                                        </p:attrNameLst>
                                      </p:cBhvr>
                                      <p:tavLst>
                                        <p:tav tm="0">
                                          <p:val>
                                            <p:strVal val="ppt_w"/>
                                          </p:val>
                                        </p:tav>
                                        <p:tav tm="100000">
                                          <p:val>
                                            <p:strVal val="ppt_w*0.70"/>
                                          </p:val>
                                        </p:tav>
                                      </p:tavLst>
                                    </p:anim>
                                    <p:anim calcmode="lin" valueType="num">
                                      <p:cBhvr>
                                        <p:cTn id="146" dur="1000"/>
                                        <p:tgtEl>
                                          <p:spTgt spid="66606"/>
                                        </p:tgtEl>
                                        <p:attrNameLst>
                                          <p:attrName>ppt_h</p:attrName>
                                        </p:attrNameLst>
                                      </p:cBhvr>
                                      <p:tavLst>
                                        <p:tav tm="0">
                                          <p:val>
                                            <p:strVal val="ppt_h"/>
                                          </p:val>
                                        </p:tav>
                                        <p:tav tm="100000">
                                          <p:val>
                                            <p:strVal val="ppt_h"/>
                                          </p:val>
                                        </p:tav>
                                      </p:tavLst>
                                    </p:anim>
                                    <p:animEffect transition="out" filter="fade">
                                      <p:cBhvr>
                                        <p:cTn id="147" dur="1000"/>
                                        <p:tgtEl>
                                          <p:spTgt spid="66606"/>
                                        </p:tgtEl>
                                      </p:cBhvr>
                                    </p:animEffect>
                                    <p:set>
                                      <p:cBhvr>
                                        <p:cTn id="148" dur="1" fill="hold">
                                          <p:stCondLst>
                                            <p:cond delay="999"/>
                                          </p:stCondLst>
                                        </p:cTn>
                                        <p:tgtEl>
                                          <p:spTgt spid="66606"/>
                                        </p:tgtEl>
                                        <p:attrNameLst>
                                          <p:attrName>style.visibility</p:attrName>
                                        </p:attrNameLst>
                                      </p:cBhvr>
                                      <p:to>
                                        <p:strVal val="hidden"/>
                                      </p:to>
                                    </p:set>
                                  </p:childTnLst>
                                </p:cTn>
                              </p:par>
                              <p:par>
                                <p:cTn id="149" presetID="55" presetClass="exit" presetSubtype="0" fill="hold" nodeType="withEffect">
                                  <p:stCondLst>
                                    <p:cond delay="0"/>
                                  </p:stCondLst>
                                  <p:childTnLst>
                                    <p:anim calcmode="lin" valueType="num">
                                      <p:cBhvr>
                                        <p:cTn id="150" dur="1000"/>
                                        <p:tgtEl>
                                          <p:spTgt spid="66604"/>
                                        </p:tgtEl>
                                        <p:attrNameLst>
                                          <p:attrName>ppt_w</p:attrName>
                                        </p:attrNameLst>
                                      </p:cBhvr>
                                      <p:tavLst>
                                        <p:tav tm="0">
                                          <p:val>
                                            <p:strVal val="ppt_w"/>
                                          </p:val>
                                        </p:tav>
                                        <p:tav tm="100000">
                                          <p:val>
                                            <p:strVal val="ppt_w*0.70"/>
                                          </p:val>
                                        </p:tav>
                                      </p:tavLst>
                                    </p:anim>
                                    <p:anim calcmode="lin" valueType="num">
                                      <p:cBhvr>
                                        <p:cTn id="151" dur="1000"/>
                                        <p:tgtEl>
                                          <p:spTgt spid="66604"/>
                                        </p:tgtEl>
                                        <p:attrNameLst>
                                          <p:attrName>ppt_h</p:attrName>
                                        </p:attrNameLst>
                                      </p:cBhvr>
                                      <p:tavLst>
                                        <p:tav tm="0">
                                          <p:val>
                                            <p:strVal val="ppt_h"/>
                                          </p:val>
                                        </p:tav>
                                        <p:tav tm="100000">
                                          <p:val>
                                            <p:strVal val="ppt_h"/>
                                          </p:val>
                                        </p:tav>
                                      </p:tavLst>
                                    </p:anim>
                                    <p:animEffect transition="out" filter="fade">
                                      <p:cBhvr>
                                        <p:cTn id="152" dur="1000"/>
                                        <p:tgtEl>
                                          <p:spTgt spid="66604"/>
                                        </p:tgtEl>
                                      </p:cBhvr>
                                    </p:animEffect>
                                    <p:set>
                                      <p:cBhvr>
                                        <p:cTn id="153" dur="1" fill="hold">
                                          <p:stCondLst>
                                            <p:cond delay="999"/>
                                          </p:stCondLst>
                                        </p:cTn>
                                        <p:tgtEl>
                                          <p:spTgt spid="66604"/>
                                        </p:tgtEl>
                                        <p:attrNameLst>
                                          <p:attrName>style.visibility</p:attrName>
                                        </p:attrNameLst>
                                      </p:cBhvr>
                                      <p:to>
                                        <p:strVal val="hidden"/>
                                      </p:to>
                                    </p:set>
                                  </p:childTnLst>
                                </p:cTn>
                              </p:par>
                              <p:par>
                                <p:cTn id="154" presetID="55" presetClass="exit" presetSubtype="0" fill="hold" nodeType="withEffect">
                                  <p:stCondLst>
                                    <p:cond delay="0"/>
                                  </p:stCondLst>
                                  <p:childTnLst>
                                    <p:anim calcmode="lin" valueType="num">
                                      <p:cBhvr>
                                        <p:cTn id="155" dur="1000"/>
                                        <p:tgtEl>
                                          <p:spTgt spid="66605"/>
                                        </p:tgtEl>
                                        <p:attrNameLst>
                                          <p:attrName>ppt_w</p:attrName>
                                        </p:attrNameLst>
                                      </p:cBhvr>
                                      <p:tavLst>
                                        <p:tav tm="0">
                                          <p:val>
                                            <p:strVal val="ppt_w"/>
                                          </p:val>
                                        </p:tav>
                                        <p:tav tm="100000">
                                          <p:val>
                                            <p:strVal val="ppt_w*0.70"/>
                                          </p:val>
                                        </p:tav>
                                      </p:tavLst>
                                    </p:anim>
                                    <p:anim calcmode="lin" valueType="num">
                                      <p:cBhvr>
                                        <p:cTn id="156" dur="1000"/>
                                        <p:tgtEl>
                                          <p:spTgt spid="66605"/>
                                        </p:tgtEl>
                                        <p:attrNameLst>
                                          <p:attrName>ppt_h</p:attrName>
                                        </p:attrNameLst>
                                      </p:cBhvr>
                                      <p:tavLst>
                                        <p:tav tm="0">
                                          <p:val>
                                            <p:strVal val="ppt_h"/>
                                          </p:val>
                                        </p:tav>
                                        <p:tav tm="100000">
                                          <p:val>
                                            <p:strVal val="ppt_h"/>
                                          </p:val>
                                        </p:tav>
                                      </p:tavLst>
                                    </p:anim>
                                    <p:animEffect transition="out" filter="fade">
                                      <p:cBhvr>
                                        <p:cTn id="157" dur="1000"/>
                                        <p:tgtEl>
                                          <p:spTgt spid="66605"/>
                                        </p:tgtEl>
                                      </p:cBhvr>
                                    </p:animEffect>
                                    <p:set>
                                      <p:cBhvr>
                                        <p:cTn id="158" dur="1" fill="hold">
                                          <p:stCondLst>
                                            <p:cond delay="999"/>
                                          </p:stCondLst>
                                        </p:cTn>
                                        <p:tgtEl>
                                          <p:spTgt spid="666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animBg="1"/>
      <p:bldP spid="66566" grpId="0" animBg="1"/>
      <p:bldP spid="66571" grpId="0" animBg="1"/>
      <p:bldP spid="66572" grpId="0" animBg="1"/>
      <p:bldP spid="66573" grpId="0" animBg="1"/>
      <p:bldP spid="66574" grpId="0" animBg="1"/>
      <p:bldP spid="66575" grpId="0" animBg="1"/>
      <p:bldP spid="66576" grpId="0" animBg="1"/>
      <p:bldP spid="66584" grpId="0"/>
      <p:bldP spid="66585" grpId="0" animBg="1"/>
      <p:bldP spid="66586" grpId="0" animBg="1"/>
      <p:bldP spid="66597" grpId="0"/>
      <p:bldP spid="66598" grpId="0" animBg="1"/>
      <p:bldP spid="66599" grpId="0" animBg="1"/>
      <p:bldP spid="6660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Line 2">
            <a:extLst>
              <a:ext uri="{FF2B5EF4-FFF2-40B4-BE49-F238E27FC236}">
                <a16:creationId xmlns:a16="http://schemas.microsoft.com/office/drawing/2014/main" id="{8972FA65-B76B-106E-8537-D1C724699E67}"/>
              </a:ext>
            </a:extLst>
          </p:cNvPr>
          <p:cNvSpPr>
            <a:spLocks noChangeShapeType="1"/>
          </p:cNvSpPr>
          <p:nvPr/>
        </p:nvSpPr>
        <p:spPr bwMode="auto">
          <a:xfrm flipV="1">
            <a:off x="5159375" y="4471988"/>
            <a:ext cx="647700" cy="4318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587" name="AutoShape 3">
            <a:extLst>
              <a:ext uri="{FF2B5EF4-FFF2-40B4-BE49-F238E27FC236}">
                <a16:creationId xmlns:a16="http://schemas.microsoft.com/office/drawing/2014/main" id="{14927108-47CC-83AB-04FE-E594F6F9A967}"/>
              </a:ext>
            </a:extLst>
          </p:cNvPr>
          <p:cNvSpPr>
            <a:spLocks noChangeArrowheads="1"/>
          </p:cNvSpPr>
          <p:nvPr/>
        </p:nvSpPr>
        <p:spPr bwMode="auto">
          <a:xfrm>
            <a:off x="9698038" y="4932364"/>
            <a:ext cx="569912" cy="561975"/>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y</a:t>
            </a:r>
          </a:p>
        </p:txBody>
      </p:sp>
      <p:sp>
        <p:nvSpPr>
          <p:cNvPr id="67588" name="AutoShape 4">
            <a:extLst>
              <a:ext uri="{FF2B5EF4-FFF2-40B4-BE49-F238E27FC236}">
                <a16:creationId xmlns:a16="http://schemas.microsoft.com/office/drawing/2014/main" id="{AAA4E2F5-65DE-A3FB-59F9-10E4D996BFD6}"/>
              </a:ext>
            </a:extLst>
          </p:cNvPr>
          <p:cNvSpPr>
            <a:spLocks noChangeArrowheads="1"/>
          </p:cNvSpPr>
          <p:nvPr/>
        </p:nvSpPr>
        <p:spPr bwMode="auto">
          <a:xfrm>
            <a:off x="1849438" y="4889501"/>
            <a:ext cx="569912"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x</a:t>
            </a:r>
          </a:p>
        </p:txBody>
      </p:sp>
      <p:sp>
        <p:nvSpPr>
          <p:cNvPr id="67589" name="AutoShape 5">
            <a:extLst>
              <a:ext uri="{FF2B5EF4-FFF2-40B4-BE49-F238E27FC236}">
                <a16:creationId xmlns:a16="http://schemas.microsoft.com/office/drawing/2014/main" id="{62980777-40C0-1746-D2B4-2A0E4B254758}"/>
              </a:ext>
            </a:extLst>
          </p:cNvPr>
          <p:cNvSpPr>
            <a:spLocks noChangeArrowheads="1"/>
          </p:cNvSpPr>
          <p:nvPr/>
        </p:nvSpPr>
        <p:spPr bwMode="auto">
          <a:xfrm>
            <a:off x="4873626" y="4889501"/>
            <a:ext cx="569913"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7590" name="AutoShape 6">
            <a:extLst>
              <a:ext uri="{FF2B5EF4-FFF2-40B4-BE49-F238E27FC236}">
                <a16:creationId xmlns:a16="http://schemas.microsoft.com/office/drawing/2014/main" id="{D26BB0E0-47EB-ADDF-3F8D-ECEF0B892DDD}"/>
              </a:ext>
            </a:extLst>
          </p:cNvPr>
          <p:cNvSpPr>
            <a:spLocks noChangeArrowheads="1"/>
          </p:cNvSpPr>
          <p:nvPr/>
        </p:nvSpPr>
        <p:spPr bwMode="auto">
          <a:xfrm>
            <a:off x="3360738" y="4889501"/>
            <a:ext cx="569912"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5</a:t>
            </a:r>
          </a:p>
        </p:txBody>
      </p:sp>
      <p:sp>
        <p:nvSpPr>
          <p:cNvPr id="67591" name="Text Box 7">
            <a:extLst>
              <a:ext uri="{FF2B5EF4-FFF2-40B4-BE49-F238E27FC236}">
                <a16:creationId xmlns:a16="http://schemas.microsoft.com/office/drawing/2014/main" id="{DBF46C85-DE0F-6E73-D043-50C23AF4BD6F}"/>
              </a:ext>
            </a:extLst>
          </p:cNvPr>
          <p:cNvSpPr txBox="1">
            <a:spLocks noChangeArrowheads="1"/>
          </p:cNvSpPr>
          <p:nvPr/>
        </p:nvSpPr>
        <p:spPr bwMode="auto">
          <a:xfrm>
            <a:off x="8472488" y="4184650"/>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7592" name="Text Box 8">
            <a:extLst>
              <a:ext uri="{FF2B5EF4-FFF2-40B4-BE49-F238E27FC236}">
                <a16:creationId xmlns:a16="http://schemas.microsoft.com/office/drawing/2014/main" id="{9178FFBC-73B4-85DF-CE1E-AAFF4C18449F}"/>
              </a:ext>
            </a:extLst>
          </p:cNvPr>
          <p:cNvSpPr txBox="1">
            <a:spLocks noChangeArrowheads="1"/>
          </p:cNvSpPr>
          <p:nvPr/>
        </p:nvSpPr>
        <p:spPr bwMode="auto">
          <a:xfrm>
            <a:off x="3430588" y="4111625"/>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7593" name="Text Box 9">
            <a:extLst>
              <a:ext uri="{FF2B5EF4-FFF2-40B4-BE49-F238E27FC236}">
                <a16:creationId xmlns:a16="http://schemas.microsoft.com/office/drawing/2014/main" id="{669EE450-2E8A-1023-5C56-A3804C3B8A99}"/>
              </a:ext>
            </a:extLst>
          </p:cNvPr>
          <p:cNvSpPr txBox="1">
            <a:spLocks noChangeArrowheads="1"/>
          </p:cNvSpPr>
          <p:nvPr/>
        </p:nvSpPr>
        <p:spPr bwMode="auto">
          <a:xfrm>
            <a:off x="6527800" y="4291013"/>
            <a:ext cx="431800"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7594" name="Text Box 10">
            <a:extLst>
              <a:ext uri="{FF2B5EF4-FFF2-40B4-BE49-F238E27FC236}">
                <a16:creationId xmlns:a16="http://schemas.microsoft.com/office/drawing/2014/main" id="{6692B428-C54E-22C0-1668-956EF023D8AB}"/>
              </a:ext>
            </a:extLst>
          </p:cNvPr>
          <p:cNvSpPr txBox="1">
            <a:spLocks noChangeArrowheads="1"/>
          </p:cNvSpPr>
          <p:nvPr/>
        </p:nvSpPr>
        <p:spPr bwMode="auto">
          <a:xfrm>
            <a:off x="5230813" y="4327525"/>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7595" name="Text Box 11">
            <a:extLst>
              <a:ext uri="{FF2B5EF4-FFF2-40B4-BE49-F238E27FC236}">
                <a16:creationId xmlns:a16="http://schemas.microsoft.com/office/drawing/2014/main" id="{BC26D98E-30B4-DCC5-A341-CCBBB97DB43B}"/>
              </a:ext>
            </a:extLst>
          </p:cNvPr>
          <p:cNvSpPr txBox="1">
            <a:spLocks noChangeArrowheads="1"/>
          </p:cNvSpPr>
          <p:nvPr/>
        </p:nvSpPr>
        <p:spPr bwMode="auto">
          <a:xfrm>
            <a:off x="3503613" y="5767388"/>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67596" name="Text Box 12">
            <a:extLst>
              <a:ext uri="{FF2B5EF4-FFF2-40B4-BE49-F238E27FC236}">
                <a16:creationId xmlns:a16="http://schemas.microsoft.com/office/drawing/2014/main" id="{69D329AB-488A-7DCF-1AA8-A6858C785895}"/>
              </a:ext>
            </a:extLst>
          </p:cNvPr>
          <p:cNvSpPr txBox="1">
            <a:spLocks noChangeArrowheads="1"/>
          </p:cNvSpPr>
          <p:nvPr/>
        </p:nvSpPr>
        <p:spPr bwMode="auto">
          <a:xfrm>
            <a:off x="4151313" y="4832351"/>
            <a:ext cx="360362" cy="461963"/>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7597" name="Text Box 13">
            <a:extLst>
              <a:ext uri="{FF2B5EF4-FFF2-40B4-BE49-F238E27FC236}">
                <a16:creationId xmlns:a16="http://schemas.microsoft.com/office/drawing/2014/main" id="{F04BBA6F-03F1-834A-B12F-9903BBDCF2BD}"/>
              </a:ext>
            </a:extLst>
          </p:cNvPr>
          <p:cNvSpPr txBox="1">
            <a:spLocks noChangeArrowheads="1"/>
          </p:cNvSpPr>
          <p:nvPr/>
        </p:nvSpPr>
        <p:spPr bwMode="auto">
          <a:xfrm>
            <a:off x="5230813" y="5551488"/>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67598" name="AutoShape 14">
            <a:extLst>
              <a:ext uri="{FF2B5EF4-FFF2-40B4-BE49-F238E27FC236}">
                <a16:creationId xmlns:a16="http://schemas.microsoft.com/office/drawing/2014/main" id="{DE7525CA-444B-A990-8FF8-CA56EDB3F6F1}"/>
              </a:ext>
            </a:extLst>
          </p:cNvPr>
          <p:cNvSpPr>
            <a:spLocks noChangeArrowheads="1"/>
          </p:cNvSpPr>
          <p:nvPr/>
        </p:nvSpPr>
        <p:spPr bwMode="auto">
          <a:xfrm>
            <a:off x="5808663" y="5681664"/>
            <a:ext cx="569912"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4</a:t>
            </a:r>
          </a:p>
        </p:txBody>
      </p:sp>
      <p:sp>
        <p:nvSpPr>
          <p:cNvPr id="67599" name="AutoShape 15">
            <a:extLst>
              <a:ext uri="{FF2B5EF4-FFF2-40B4-BE49-F238E27FC236}">
                <a16:creationId xmlns:a16="http://schemas.microsoft.com/office/drawing/2014/main" id="{24E38A75-36FD-98F4-EA4E-39D251F78B70}"/>
              </a:ext>
            </a:extLst>
          </p:cNvPr>
          <p:cNvSpPr>
            <a:spLocks noChangeArrowheads="1"/>
          </p:cNvSpPr>
          <p:nvPr/>
        </p:nvSpPr>
        <p:spPr bwMode="auto">
          <a:xfrm>
            <a:off x="5808663" y="4097339"/>
            <a:ext cx="569912"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67600" name="AutoShape 16">
            <a:extLst>
              <a:ext uri="{FF2B5EF4-FFF2-40B4-BE49-F238E27FC236}">
                <a16:creationId xmlns:a16="http://schemas.microsoft.com/office/drawing/2014/main" id="{47B169D1-D8E5-2289-F9E2-73EABAB3E424}"/>
              </a:ext>
            </a:extLst>
          </p:cNvPr>
          <p:cNvSpPr>
            <a:spLocks noChangeArrowheads="1"/>
          </p:cNvSpPr>
          <p:nvPr/>
        </p:nvSpPr>
        <p:spPr bwMode="auto">
          <a:xfrm>
            <a:off x="6816726" y="4962526"/>
            <a:ext cx="569913"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67601" name="AutoShape 17">
            <a:extLst>
              <a:ext uri="{FF2B5EF4-FFF2-40B4-BE49-F238E27FC236}">
                <a16:creationId xmlns:a16="http://schemas.microsoft.com/office/drawing/2014/main" id="{4518A772-5AFE-B881-4A27-8F752DFB9295}"/>
              </a:ext>
            </a:extLst>
          </p:cNvPr>
          <p:cNvSpPr>
            <a:spLocks noChangeArrowheads="1"/>
          </p:cNvSpPr>
          <p:nvPr/>
        </p:nvSpPr>
        <p:spPr bwMode="auto">
          <a:xfrm>
            <a:off x="8474076" y="4932364"/>
            <a:ext cx="569913" cy="561975"/>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6</a:t>
            </a:r>
          </a:p>
        </p:txBody>
      </p:sp>
      <p:sp>
        <p:nvSpPr>
          <p:cNvPr id="67602" name="Line 18">
            <a:extLst>
              <a:ext uri="{FF2B5EF4-FFF2-40B4-BE49-F238E27FC236}">
                <a16:creationId xmlns:a16="http://schemas.microsoft.com/office/drawing/2014/main" id="{3E16890F-01D4-543E-FB8A-E0C19730D44A}"/>
              </a:ext>
            </a:extLst>
          </p:cNvPr>
          <p:cNvSpPr>
            <a:spLocks noChangeShapeType="1"/>
          </p:cNvSpPr>
          <p:nvPr/>
        </p:nvSpPr>
        <p:spPr bwMode="auto">
          <a:xfrm>
            <a:off x="2422526" y="5192713"/>
            <a:ext cx="9366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3" name="Line 19">
            <a:extLst>
              <a:ext uri="{FF2B5EF4-FFF2-40B4-BE49-F238E27FC236}">
                <a16:creationId xmlns:a16="http://schemas.microsoft.com/office/drawing/2014/main" id="{37157B40-596B-1B30-A3D1-13FEDCC8F54E}"/>
              </a:ext>
            </a:extLst>
          </p:cNvPr>
          <p:cNvSpPr>
            <a:spLocks noChangeShapeType="1"/>
          </p:cNvSpPr>
          <p:nvPr/>
        </p:nvSpPr>
        <p:spPr bwMode="auto">
          <a:xfrm>
            <a:off x="3935414" y="5192713"/>
            <a:ext cx="9366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4" name="Line 20">
            <a:extLst>
              <a:ext uri="{FF2B5EF4-FFF2-40B4-BE49-F238E27FC236}">
                <a16:creationId xmlns:a16="http://schemas.microsoft.com/office/drawing/2014/main" id="{2B24DB0C-A1B6-FDF5-0CCF-3DDFFC303522}"/>
              </a:ext>
            </a:extLst>
          </p:cNvPr>
          <p:cNvSpPr>
            <a:spLocks noChangeShapeType="1"/>
          </p:cNvSpPr>
          <p:nvPr/>
        </p:nvSpPr>
        <p:spPr bwMode="auto">
          <a:xfrm>
            <a:off x="6383339" y="4471989"/>
            <a:ext cx="720725" cy="5048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5" name="Line 21">
            <a:extLst>
              <a:ext uri="{FF2B5EF4-FFF2-40B4-BE49-F238E27FC236}">
                <a16:creationId xmlns:a16="http://schemas.microsoft.com/office/drawing/2014/main" id="{A0A781C0-05CF-B3A3-9A5D-1C76B1F0D236}"/>
              </a:ext>
            </a:extLst>
          </p:cNvPr>
          <p:cNvSpPr>
            <a:spLocks noChangeShapeType="1"/>
          </p:cNvSpPr>
          <p:nvPr/>
        </p:nvSpPr>
        <p:spPr bwMode="auto">
          <a:xfrm>
            <a:off x="5303838" y="5445126"/>
            <a:ext cx="576262" cy="36036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6" name="Line 22">
            <a:extLst>
              <a:ext uri="{FF2B5EF4-FFF2-40B4-BE49-F238E27FC236}">
                <a16:creationId xmlns:a16="http://schemas.microsoft.com/office/drawing/2014/main" id="{099B0AE4-AD1F-09D5-89DA-40C96991CCFE}"/>
              </a:ext>
            </a:extLst>
          </p:cNvPr>
          <p:cNvSpPr>
            <a:spLocks noChangeShapeType="1"/>
          </p:cNvSpPr>
          <p:nvPr/>
        </p:nvSpPr>
        <p:spPr bwMode="auto">
          <a:xfrm flipV="1">
            <a:off x="6383339" y="5516564"/>
            <a:ext cx="720725" cy="4333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7" name="Line 23">
            <a:extLst>
              <a:ext uri="{FF2B5EF4-FFF2-40B4-BE49-F238E27FC236}">
                <a16:creationId xmlns:a16="http://schemas.microsoft.com/office/drawing/2014/main" id="{4D65EE95-25AF-2EDA-94D6-B81CD765757D}"/>
              </a:ext>
            </a:extLst>
          </p:cNvPr>
          <p:cNvSpPr>
            <a:spLocks noChangeShapeType="1"/>
          </p:cNvSpPr>
          <p:nvPr/>
        </p:nvSpPr>
        <p:spPr bwMode="auto">
          <a:xfrm>
            <a:off x="7391400" y="5264150"/>
            <a:ext cx="108108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7608" name="Line 24">
            <a:extLst>
              <a:ext uri="{FF2B5EF4-FFF2-40B4-BE49-F238E27FC236}">
                <a16:creationId xmlns:a16="http://schemas.microsoft.com/office/drawing/2014/main" id="{23CA181B-D2A9-E082-3BAE-7377BBEB2EAD}"/>
              </a:ext>
            </a:extLst>
          </p:cNvPr>
          <p:cNvSpPr>
            <a:spLocks noChangeShapeType="1"/>
          </p:cNvSpPr>
          <p:nvPr/>
        </p:nvSpPr>
        <p:spPr bwMode="auto">
          <a:xfrm>
            <a:off x="9047164" y="5264150"/>
            <a:ext cx="64928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2" name="Group 25">
            <a:extLst>
              <a:ext uri="{FF2B5EF4-FFF2-40B4-BE49-F238E27FC236}">
                <a16:creationId xmlns:a16="http://schemas.microsoft.com/office/drawing/2014/main" id="{BEAF5797-3EE9-026E-8D90-1BF1CB6349C4}"/>
              </a:ext>
            </a:extLst>
          </p:cNvPr>
          <p:cNvGrpSpPr>
            <a:grpSpLocks/>
          </p:cNvGrpSpPr>
          <p:nvPr/>
        </p:nvGrpSpPr>
        <p:grpSpPr bwMode="auto">
          <a:xfrm>
            <a:off x="3430588" y="4479925"/>
            <a:ext cx="360362" cy="425450"/>
            <a:chOff x="1247" y="2122"/>
            <a:chExt cx="362" cy="356"/>
          </a:xfrm>
        </p:grpSpPr>
        <p:sp>
          <p:nvSpPr>
            <p:cNvPr id="133167" name="Arc 26">
              <a:extLst>
                <a:ext uri="{FF2B5EF4-FFF2-40B4-BE49-F238E27FC236}">
                  <a16:creationId xmlns:a16="http://schemas.microsoft.com/office/drawing/2014/main" id="{54C49FEF-BB73-55F7-9104-44B0A5102746}"/>
                </a:ext>
              </a:extLst>
            </p:cNvPr>
            <p:cNvSpPr>
              <a:spLocks/>
            </p:cNvSpPr>
            <p:nvPr/>
          </p:nvSpPr>
          <p:spPr bwMode="auto">
            <a:xfrm flipV="1">
              <a:off x="1247" y="2122"/>
              <a:ext cx="362" cy="335"/>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3168" name="Line 27">
              <a:extLst>
                <a:ext uri="{FF2B5EF4-FFF2-40B4-BE49-F238E27FC236}">
                  <a16:creationId xmlns:a16="http://schemas.microsoft.com/office/drawing/2014/main" id="{406578D2-FEDD-6A78-7151-AB073400DF88}"/>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3" name="Group 28">
            <a:extLst>
              <a:ext uri="{FF2B5EF4-FFF2-40B4-BE49-F238E27FC236}">
                <a16:creationId xmlns:a16="http://schemas.microsoft.com/office/drawing/2014/main" id="{3BF302F0-DE0A-B52C-1ADF-F5FB4EDAA0EC}"/>
              </a:ext>
            </a:extLst>
          </p:cNvPr>
          <p:cNvGrpSpPr>
            <a:grpSpLocks/>
          </p:cNvGrpSpPr>
          <p:nvPr/>
        </p:nvGrpSpPr>
        <p:grpSpPr bwMode="auto">
          <a:xfrm>
            <a:off x="8543926" y="4551363"/>
            <a:ext cx="360363" cy="425450"/>
            <a:chOff x="1247" y="2122"/>
            <a:chExt cx="362" cy="356"/>
          </a:xfrm>
        </p:grpSpPr>
        <p:sp>
          <p:nvSpPr>
            <p:cNvPr id="133165" name="Arc 29">
              <a:extLst>
                <a:ext uri="{FF2B5EF4-FFF2-40B4-BE49-F238E27FC236}">
                  <a16:creationId xmlns:a16="http://schemas.microsoft.com/office/drawing/2014/main" id="{8C50E0FF-9383-C215-8AA5-2DBA9B0583A0}"/>
                </a:ext>
              </a:extLst>
            </p:cNvPr>
            <p:cNvSpPr>
              <a:spLocks/>
            </p:cNvSpPr>
            <p:nvPr/>
          </p:nvSpPr>
          <p:spPr bwMode="auto">
            <a:xfrm flipV="1">
              <a:off x="1247" y="2122"/>
              <a:ext cx="362" cy="335"/>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3166" name="Line 30">
              <a:extLst>
                <a:ext uri="{FF2B5EF4-FFF2-40B4-BE49-F238E27FC236}">
                  <a16:creationId xmlns:a16="http://schemas.microsoft.com/office/drawing/2014/main" id="{F7E31FF8-EE0D-0645-37B7-D4EF746E09C4}"/>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4" name="Group 31">
            <a:extLst>
              <a:ext uri="{FF2B5EF4-FFF2-40B4-BE49-F238E27FC236}">
                <a16:creationId xmlns:a16="http://schemas.microsoft.com/office/drawing/2014/main" id="{FE966940-2AB0-EBD1-A37E-E03D3929F510}"/>
              </a:ext>
            </a:extLst>
          </p:cNvPr>
          <p:cNvGrpSpPr>
            <a:grpSpLocks/>
          </p:cNvGrpSpPr>
          <p:nvPr/>
        </p:nvGrpSpPr>
        <p:grpSpPr bwMode="auto">
          <a:xfrm flipV="1">
            <a:off x="3430589" y="5408613"/>
            <a:ext cx="433387" cy="423862"/>
            <a:chOff x="1247" y="2122"/>
            <a:chExt cx="362" cy="356"/>
          </a:xfrm>
        </p:grpSpPr>
        <p:sp>
          <p:nvSpPr>
            <p:cNvPr id="133163" name="Arc 32">
              <a:extLst>
                <a:ext uri="{FF2B5EF4-FFF2-40B4-BE49-F238E27FC236}">
                  <a16:creationId xmlns:a16="http://schemas.microsoft.com/office/drawing/2014/main" id="{F84E7015-D302-E35F-EC02-AA03512F5A4D}"/>
                </a:ext>
              </a:extLst>
            </p:cNvPr>
            <p:cNvSpPr>
              <a:spLocks/>
            </p:cNvSpPr>
            <p:nvPr/>
          </p:nvSpPr>
          <p:spPr bwMode="auto">
            <a:xfrm flipV="1">
              <a:off x="1247" y="2122"/>
              <a:ext cx="362" cy="336"/>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3164" name="Line 33">
              <a:extLst>
                <a:ext uri="{FF2B5EF4-FFF2-40B4-BE49-F238E27FC236}">
                  <a16:creationId xmlns:a16="http://schemas.microsoft.com/office/drawing/2014/main" id="{0CF05813-3BDC-58ED-60D7-A3AE46C763B2}"/>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5" name="Group 34">
            <a:extLst>
              <a:ext uri="{FF2B5EF4-FFF2-40B4-BE49-F238E27FC236}">
                <a16:creationId xmlns:a16="http://schemas.microsoft.com/office/drawing/2014/main" id="{C2B79DD7-ED88-D45A-FFB3-DB6E641A2A1F}"/>
              </a:ext>
            </a:extLst>
          </p:cNvPr>
          <p:cNvGrpSpPr>
            <a:grpSpLocks/>
          </p:cNvGrpSpPr>
          <p:nvPr/>
        </p:nvGrpSpPr>
        <p:grpSpPr bwMode="auto">
          <a:xfrm flipV="1">
            <a:off x="8543925" y="5480051"/>
            <a:ext cx="433388" cy="423863"/>
            <a:chOff x="1247" y="2122"/>
            <a:chExt cx="362" cy="356"/>
          </a:xfrm>
        </p:grpSpPr>
        <p:sp>
          <p:nvSpPr>
            <p:cNvPr id="133161" name="Arc 35">
              <a:extLst>
                <a:ext uri="{FF2B5EF4-FFF2-40B4-BE49-F238E27FC236}">
                  <a16:creationId xmlns:a16="http://schemas.microsoft.com/office/drawing/2014/main" id="{8EB5F8B0-8073-4053-F5BE-D7FE209B3E05}"/>
                </a:ext>
              </a:extLst>
            </p:cNvPr>
            <p:cNvSpPr>
              <a:spLocks/>
            </p:cNvSpPr>
            <p:nvPr/>
          </p:nvSpPr>
          <p:spPr bwMode="auto">
            <a:xfrm flipV="1">
              <a:off x="1247" y="2122"/>
              <a:ext cx="362" cy="336"/>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3162" name="Line 36">
              <a:extLst>
                <a:ext uri="{FF2B5EF4-FFF2-40B4-BE49-F238E27FC236}">
                  <a16:creationId xmlns:a16="http://schemas.microsoft.com/office/drawing/2014/main" id="{7A8A2150-42E7-62F3-0C57-91B68148051E}"/>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67621" name="Text Box 37">
            <a:extLst>
              <a:ext uri="{FF2B5EF4-FFF2-40B4-BE49-F238E27FC236}">
                <a16:creationId xmlns:a16="http://schemas.microsoft.com/office/drawing/2014/main" id="{3B70B786-E172-FD8A-0B05-F11645405F2D}"/>
              </a:ext>
            </a:extLst>
          </p:cNvPr>
          <p:cNvSpPr txBox="1">
            <a:spLocks noChangeArrowheads="1"/>
          </p:cNvSpPr>
          <p:nvPr/>
        </p:nvSpPr>
        <p:spPr bwMode="auto">
          <a:xfrm>
            <a:off x="8615363" y="5840413"/>
            <a:ext cx="360362"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67622" name="Text Box 38">
            <a:extLst>
              <a:ext uri="{FF2B5EF4-FFF2-40B4-BE49-F238E27FC236}">
                <a16:creationId xmlns:a16="http://schemas.microsoft.com/office/drawing/2014/main" id="{C46B8C6F-62FC-7050-E1A1-AD32BB08FCB6}"/>
              </a:ext>
            </a:extLst>
          </p:cNvPr>
          <p:cNvSpPr txBox="1">
            <a:spLocks noChangeArrowheads="1"/>
          </p:cNvSpPr>
          <p:nvPr/>
        </p:nvSpPr>
        <p:spPr bwMode="auto">
          <a:xfrm>
            <a:off x="6743701" y="5551488"/>
            <a:ext cx="360363" cy="40005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67623" name="Text Box 39">
            <a:extLst>
              <a:ext uri="{FF2B5EF4-FFF2-40B4-BE49-F238E27FC236}">
                <a16:creationId xmlns:a16="http://schemas.microsoft.com/office/drawing/2014/main" id="{54B43109-7227-ABB7-C3AD-B6CE22764944}"/>
              </a:ext>
            </a:extLst>
          </p:cNvPr>
          <p:cNvSpPr txBox="1">
            <a:spLocks noChangeArrowheads="1"/>
          </p:cNvSpPr>
          <p:nvPr/>
        </p:nvSpPr>
        <p:spPr bwMode="auto">
          <a:xfrm>
            <a:off x="2638426" y="4832351"/>
            <a:ext cx="360363" cy="461963"/>
          </a:xfrm>
          <a:prstGeom prst="rect">
            <a:avLst/>
          </a:prstGeom>
          <a:noFill/>
          <a:ln w="28575" algn="ctr">
            <a:solidFill>
              <a:srgbClr val="FFFFFF">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7624" name="Text Box 40">
            <a:extLst>
              <a:ext uri="{FF2B5EF4-FFF2-40B4-BE49-F238E27FC236}">
                <a16:creationId xmlns:a16="http://schemas.microsoft.com/office/drawing/2014/main" id="{CA0882AE-6BB5-2DB1-77DB-A7A1A1500E43}"/>
              </a:ext>
            </a:extLst>
          </p:cNvPr>
          <p:cNvSpPr txBox="1">
            <a:spLocks noChangeArrowheads="1"/>
          </p:cNvSpPr>
          <p:nvPr/>
        </p:nvSpPr>
        <p:spPr bwMode="auto">
          <a:xfrm>
            <a:off x="7751763" y="4903788"/>
            <a:ext cx="360362" cy="46196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7625" name="Text Box 41">
            <a:extLst>
              <a:ext uri="{FF2B5EF4-FFF2-40B4-BE49-F238E27FC236}">
                <a16:creationId xmlns:a16="http://schemas.microsoft.com/office/drawing/2014/main" id="{13E6EA68-2603-500D-8BCD-07B1E00B14C1}"/>
              </a:ext>
            </a:extLst>
          </p:cNvPr>
          <p:cNvSpPr txBox="1">
            <a:spLocks noChangeArrowheads="1"/>
          </p:cNvSpPr>
          <p:nvPr/>
        </p:nvSpPr>
        <p:spPr bwMode="auto">
          <a:xfrm>
            <a:off x="9120188" y="4903788"/>
            <a:ext cx="360362" cy="46196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grpSp>
        <p:nvGrpSpPr>
          <p:cNvPr id="6" name="Group 42">
            <a:extLst>
              <a:ext uri="{FF2B5EF4-FFF2-40B4-BE49-F238E27FC236}">
                <a16:creationId xmlns:a16="http://schemas.microsoft.com/office/drawing/2014/main" id="{9043B174-5D9A-B05E-ED7F-94DBF314A625}"/>
              </a:ext>
            </a:extLst>
          </p:cNvPr>
          <p:cNvGrpSpPr>
            <a:grpSpLocks/>
          </p:cNvGrpSpPr>
          <p:nvPr/>
        </p:nvGrpSpPr>
        <p:grpSpPr bwMode="auto">
          <a:xfrm>
            <a:off x="1847851" y="547689"/>
            <a:ext cx="6911975" cy="1944687"/>
            <a:chOff x="295" y="2069"/>
            <a:chExt cx="3946" cy="1316"/>
          </a:xfrm>
        </p:grpSpPr>
        <p:grpSp>
          <p:nvGrpSpPr>
            <p:cNvPr id="133157" name="Group 43">
              <a:extLst>
                <a:ext uri="{FF2B5EF4-FFF2-40B4-BE49-F238E27FC236}">
                  <a16:creationId xmlns:a16="http://schemas.microsoft.com/office/drawing/2014/main" id="{3F9F5B8C-EE04-F475-EEBE-3286BF962138}"/>
                </a:ext>
              </a:extLst>
            </p:cNvPr>
            <p:cNvGrpSpPr>
              <a:grpSpLocks/>
            </p:cNvGrpSpPr>
            <p:nvPr/>
          </p:nvGrpSpPr>
          <p:grpSpPr bwMode="auto">
            <a:xfrm>
              <a:off x="295" y="2069"/>
              <a:ext cx="3946" cy="1316"/>
              <a:chOff x="720" y="480"/>
              <a:chExt cx="4224" cy="1390"/>
            </a:xfrm>
          </p:grpSpPr>
          <p:graphicFrame>
            <p:nvGraphicFramePr>
              <p:cNvPr id="133159" name="Object 44">
                <a:extLst>
                  <a:ext uri="{FF2B5EF4-FFF2-40B4-BE49-F238E27FC236}">
                    <a16:creationId xmlns:a16="http://schemas.microsoft.com/office/drawing/2014/main" id="{62287751-025F-427E-D1B2-595C78DCA866}"/>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33159" name="Object 44">
                            <a:extLst>
                              <a:ext uri="{FF2B5EF4-FFF2-40B4-BE49-F238E27FC236}">
                                <a16:creationId xmlns:a16="http://schemas.microsoft.com/office/drawing/2014/main" id="{62287751-025F-427E-D1B2-595C78DCA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60" name="Object 45">
                <a:extLst>
                  <a:ext uri="{FF2B5EF4-FFF2-40B4-BE49-F238E27FC236}">
                    <a16:creationId xmlns:a16="http://schemas.microsoft.com/office/drawing/2014/main" id="{5AD1CC31-F332-2F83-986F-81C376D3C7A6}"/>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33160" name="Object 45">
                            <a:extLst>
                              <a:ext uri="{FF2B5EF4-FFF2-40B4-BE49-F238E27FC236}">
                                <a16:creationId xmlns:a16="http://schemas.microsoft.com/office/drawing/2014/main" id="{5AD1CC31-F332-2F83-986F-81C376D3C7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3158" name="Text Box 46">
              <a:extLst>
                <a:ext uri="{FF2B5EF4-FFF2-40B4-BE49-F238E27FC236}">
                  <a16:creationId xmlns:a16="http://schemas.microsoft.com/office/drawing/2014/main" id="{B5E77914-7263-C8DD-8346-83347497A0A4}"/>
                </a:ext>
              </a:extLst>
            </p:cNvPr>
            <p:cNvSpPr txBox="1">
              <a:spLocks noChangeArrowheads="1"/>
            </p:cNvSpPr>
            <p:nvPr/>
          </p:nvSpPr>
          <p:spPr bwMode="auto">
            <a:xfrm>
              <a:off x="340" y="2115"/>
              <a:ext cx="3765" cy="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下图所示的状态转换图的</a:t>
              </a:r>
              <a:r>
                <a:rPr lang="en-US" altLang="zh-CN" sz="2000" b="1">
                  <a:solidFill>
                    <a:srgbClr val="003399"/>
                  </a:solidFill>
                  <a:latin typeface="宋体" panose="02010600030101010101" pitchFamily="2" charset="-122"/>
                </a:rPr>
                <a:t>S</a:t>
              </a:r>
              <a:r>
                <a:rPr lang="zh-CN" altLang="en-US" sz="2000" b="1">
                  <a:solidFill>
                    <a:srgbClr val="003399"/>
                  </a:solidFill>
                  <a:latin typeface="宋体" panose="02010600030101010101" pitchFamily="2" charset="-122"/>
                </a:rPr>
                <a:t>、∑及∑</a:t>
              </a:r>
              <a:r>
                <a:rPr lang="zh-CN" altLang="en-US" sz="2000" b="1" baseline="30000">
                  <a:solidFill>
                    <a:srgbClr val="003399"/>
                  </a:solidFill>
                  <a:latin typeface="宋体" panose="02010600030101010101" pitchFamily="2" charset="-122"/>
                </a:rPr>
                <a:t>*</a:t>
              </a:r>
              <a:r>
                <a:rPr lang="zh-CN" altLang="en-US" sz="2000" b="1">
                  <a:solidFill>
                    <a:srgbClr val="003399"/>
                  </a:solidFill>
                  <a:latin typeface="宋体" panose="02010600030101010101" pitchFamily="2" charset="-122"/>
                </a:rPr>
                <a:t>如下：</a:t>
              </a:r>
            </a:p>
            <a:p>
              <a:pPr fontAlgn="base">
                <a:spcBef>
                  <a:spcPct val="50000"/>
                </a:spcBef>
                <a:spcAft>
                  <a:spcPct val="0"/>
                </a:spcAft>
                <a:buClrTx/>
                <a:buSzTx/>
                <a:buNone/>
              </a:pPr>
              <a:r>
                <a:rPr lang="zh-CN" altLang="en-US" sz="2000" b="1">
                  <a:solidFill>
                    <a:srgbClr val="003399"/>
                  </a:solidFill>
                  <a:latin typeface="宋体" panose="02010600030101010101" pitchFamily="2" charset="-122"/>
                </a:rPr>
                <a:t>    </a:t>
              </a:r>
              <a:r>
                <a:rPr lang="en-US" altLang="zh-CN" sz="2000" b="1">
                  <a:solidFill>
                    <a:srgbClr val="003399"/>
                  </a:solidFill>
                  <a:latin typeface="宋体" panose="02010600030101010101" pitchFamily="2" charset="-122"/>
                </a:rPr>
                <a:t>S = {x,1,2,3,4,5,6,y}</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 {a,b}</a:t>
              </a:r>
            </a:p>
            <a:p>
              <a:pPr fontAlgn="base">
                <a:spcBef>
                  <a:spcPct val="50000"/>
                </a:spcBef>
                <a:spcAft>
                  <a:spcPct val="0"/>
                </a:spcAft>
                <a:buClrTx/>
                <a:buSzTx/>
                <a:buNone/>
              </a:pPr>
              <a:r>
                <a:rPr lang="en-US" altLang="zh-CN" sz="2000" b="1">
                  <a:solidFill>
                    <a:srgbClr val="003399"/>
                  </a:solidFill>
                  <a:latin typeface="宋体" panose="02010600030101010101" pitchFamily="2" charset="-122"/>
                </a:rPr>
                <a:t>    ∑</a:t>
              </a:r>
              <a:r>
                <a:rPr lang="en-US" altLang="zh-CN" sz="2000" b="1" baseline="30000">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r>
                <a:rPr lang="el-GR" altLang="zh-CN" sz="2000" b="1">
                  <a:solidFill>
                    <a:srgbClr val="003399"/>
                  </a:solidFill>
                  <a:latin typeface="宋体" panose="02010600030101010101" pitchFamily="2" charset="-122"/>
                </a:rPr>
                <a:t>α</a:t>
              </a:r>
              <a:r>
                <a:rPr lang="en-US" altLang="zh-CN" sz="2000" b="1">
                  <a:solidFill>
                    <a:srgbClr val="003399"/>
                  </a:solidFill>
                  <a:latin typeface="宋体" panose="02010600030101010101" pitchFamily="2" charset="-122"/>
                </a:rPr>
                <a:t>| </a:t>
              </a:r>
              <a:r>
                <a:rPr lang="el-GR" altLang="zh-CN" sz="2000" b="1">
                  <a:solidFill>
                    <a:srgbClr val="003399"/>
                  </a:solidFill>
                  <a:latin typeface="宋体" panose="02010600030101010101" pitchFamily="2" charset="-122"/>
                </a:rPr>
                <a:t>α</a:t>
              </a:r>
              <a:r>
                <a:rPr lang="zh-CN" altLang="en-US" sz="2000" b="1">
                  <a:solidFill>
                    <a:srgbClr val="003399"/>
                  </a:solidFill>
                  <a:latin typeface="宋体" panose="02010600030101010101" pitchFamily="2" charset="-122"/>
                </a:rPr>
                <a:t>为</a:t>
              </a:r>
              <a:r>
                <a:rPr lang="el-GR" altLang="zh-CN" sz="2000" b="1">
                  <a:solidFill>
                    <a:srgbClr val="003399"/>
                  </a:solidFill>
                  <a:latin typeface="宋体" panose="02010600030101010101" pitchFamily="2" charset="-122"/>
                </a:rPr>
                <a:t>ε</a:t>
              </a:r>
              <a:r>
                <a:rPr lang="zh-CN" altLang="en-US" sz="2000" b="1">
                  <a:solidFill>
                    <a:srgbClr val="003399"/>
                  </a:solidFill>
                  <a:latin typeface="宋体" panose="02010600030101010101" pitchFamily="2" charset="-122"/>
                </a:rPr>
                <a:t>，或者</a:t>
              </a:r>
              <a:r>
                <a:rPr lang="el-GR" altLang="zh-CN" sz="2000" b="1">
                  <a:solidFill>
                    <a:srgbClr val="003399"/>
                  </a:solidFill>
                </a:rPr>
                <a:t>α</a:t>
              </a:r>
              <a:r>
                <a:rPr lang="zh-CN" altLang="en-US" sz="2000" b="1">
                  <a:solidFill>
                    <a:srgbClr val="003399"/>
                  </a:solidFill>
                </a:rPr>
                <a:t>为</a:t>
              </a:r>
              <a:r>
                <a:rPr lang="en-US" altLang="zh-CN" sz="2000" b="1">
                  <a:solidFill>
                    <a:srgbClr val="003399"/>
                  </a:solidFill>
                </a:rPr>
                <a:t>a</a:t>
              </a:r>
              <a:r>
                <a:rPr lang="zh-CN" altLang="en-US" sz="2000" b="1">
                  <a:solidFill>
                    <a:srgbClr val="003399"/>
                  </a:solidFill>
                </a:rPr>
                <a:t>、</a:t>
              </a:r>
              <a:r>
                <a:rPr lang="en-US" altLang="zh-CN" sz="2000" b="1">
                  <a:solidFill>
                    <a:srgbClr val="003399"/>
                  </a:solidFill>
                </a:rPr>
                <a:t>b</a:t>
              </a:r>
              <a:r>
                <a:rPr lang="zh-CN" altLang="en-US" sz="2000" b="1">
                  <a:solidFill>
                    <a:srgbClr val="003399"/>
                  </a:solidFill>
                </a:rPr>
                <a:t>的任意组合</a:t>
              </a:r>
              <a:r>
                <a:rPr lang="en-US" altLang="zh-CN" sz="2000" b="1">
                  <a:solidFill>
                    <a:srgbClr val="003399"/>
                  </a:solidFill>
                  <a:latin typeface="宋体" panose="02010600030101010101" pitchFamily="2" charset="-122"/>
                </a:rPr>
                <a:t>}</a:t>
              </a:r>
            </a:p>
          </p:txBody>
        </p:sp>
      </p:grpSp>
      <p:sp>
        <p:nvSpPr>
          <p:cNvPr id="67631" name="Rectangle 47">
            <a:extLst>
              <a:ext uri="{FF2B5EF4-FFF2-40B4-BE49-F238E27FC236}">
                <a16:creationId xmlns:a16="http://schemas.microsoft.com/office/drawing/2014/main" id="{10FF7B3F-CB28-4BCC-48B3-185AA17410D4}"/>
              </a:ext>
            </a:extLst>
          </p:cNvPr>
          <p:cNvSpPr>
            <a:spLocks noChangeArrowheads="1"/>
          </p:cNvSpPr>
          <p:nvPr/>
        </p:nvSpPr>
        <p:spPr bwMode="auto">
          <a:xfrm>
            <a:off x="7213601" y="2492375"/>
            <a:ext cx="3419475" cy="1809750"/>
          </a:xfrm>
          <a:prstGeom prst="rect">
            <a:avLst/>
          </a:prstGeom>
          <a:solidFill>
            <a:srgbClr val="EBF7FF"/>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1800" b="1">
                <a:solidFill>
                  <a:srgbClr val="3366FF"/>
                </a:solidFill>
                <a:latin typeface="宋体" panose="02010600030101010101" pitchFamily="2" charset="-122"/>
              </a:rPr>
              <a:t>对于</a:t>
            </a:r>
            <a:r>
              <a:rPr lang="zh-CN" altLang="en-US" sz="2000" b="1">
                <a:solidFill>
                  <a:srgbClr val="3366FF"/>
                </a:solidFill>
                <a:latin typeface="宋体" panose="02010600030101010101" pitchFamily="2" charset="-122"/>
              </a:rPr>
              <a:t>∑</a:t>
            </a:r>
            <a:r>
              <a:rPr lang="zh-CN" altLang="en-US" sz="2000" b="1" baseline="30000">
                <a:solidFill>
                  <a:srgbClr val="3366FF"/>
                </a:solidFill>
                <a:latin typeface="宋体" panose="02010600030101010101" pitchFamily="2" charset="-122"/>
              </a:rPr>
              <a:t>*</a:t>
            </a:r>
            <a:r>
              <a:rPr lang="zh-CN" altLang="en-US" sz="1800" b="1">
                <a:solidFill>
                  <a:srgbClr val="3366FF"/>
                </a:solidFill>
                <a:latin typeface="宋体" panose="02010600030101010101" pitchFamily="2" charset="-122"/>
              </a:rPr>
              <a:t>中的任何一个字</a:t>
            </a:r>
            <a:r>
              <a:rPr lang="el-GR" altLang="zh-CN" sz="1800" b="1">
                <a:solidFill>
                  <a:srgbClr val="DC5900"/>
                </a:solidFill>
                <a:latin typeface="宋体" panose="02010600030101010101" pitchFamily="2" charset="-122"/>
              </a:rPr>
              <a:t>α</a:t>
            </a:r>
            <a:r>
              <a:rPr lang="zh-CN" altLang="en-US" sz="1800" b="1">
                <a:solidFill>
                  <a:srgbClr val="3366FF"/>
                </a:solidFill>
                <a:latin typeface="宋体" panose="02010600030101010101" pitchFamily="2" charset="-122"/>
              </a:rPr>
              <a:t>，若存在一条从某一初态结点到某一终态结点的通路，且这条通路上所有弧上的标记字依序连接成的字（忽略</a:t>
            </a:r>
            <a:r>
              <a:rPr lang="el-GR" altLang="zh-CN" sz="1800" b="1">
                <a:solidFill>
                  <a:srgbClr val="3366FF"/>
                </a:solidFill>
                <a:latin typeface="宋体" panose="02010600030101010101" pitchFamily="2" charset="-122"/>
              </a:rPr>
              <a:t>ε</a:t>
            </a:r>
            <a:r>
              <a:rPr lang="zh-CN" altLang="en-US" sz="1800" b="1">
                <a:solidFill>
                  <a:srgbClr val="3366FF"/>
                </a:solidFill>
                <a:latin typeface="宋体" panose="02010600030101010101" pitchFamily="2" charset="-122"/>
              </a:rPr>
              <a:t>）等于</a:t>
            </a:r>
            <a:r>
              <a:rPr lang="el-GR" altLang="zh-CN" sz="1800" b="1">
                <a:solidFill>
                  <a:srgbClr val="3366FF"/>
                </a:solidFill>
                <a:latin typeface="宋体" panose="02010600030101010101" pitchFamily="2" charset="-122"/>
              </a:rPr>
              <a:t>α</a:t>
            </a:r>
            <a:r>
              <a:rPr lang="zh-CN" altLang="en-US" sz="1800" b="1">
                <a:solidFill>
                  <a:srgbClr val="3366FF"/>
                </a:solidFill>
                <a:latin typeface="宋体" panose="02010600030101010101" pitchFamily="2" charset="-122"/>
              </a:rPr>
              <a:t>，则称</a:t>
            </a:r>
            <a:r>
              <a:rPr lang="el-GR" altLang="zh-CN" sz="2000" b="1">
                <a:solidFill>
                  <a:srgbClr val="3366FF"/>
                </a:solidFill>
              </a:rPr>
              <a:t>α</a:t>
            </a:r>
            <a:r>
              <a:rPr lang="zh-CN" altLang="en-US" sz="1800" b="1">
                <a:solidFill>
                  <a:srgbClr val="3366FF"/>
                </a:solidFill>
                <a:latin typeface="宋体" panose="02010600030101010101" pitchFamily="2" charset="-122"/>
              </a:rPr>
              <a:t>可以为</a:t>
            </a:r>
            <a:r>
              <a:rPr lang="en-US" altLang="zh-CN" sz="1800" b="1">
                <a:solidFill>
                  <a:srgbClr val="FF0066"/>
                </a:solidFill>
                <a:latin typeface="宋体" panose="02010600030101010101" pitchFamily="2" charset="-122"/>
              </a:rPr>
              <a:t>NFA M</a:t>
            </a:r>
            <a:r>
              <a:rPr lang="en-US" altLang="zh-CN" sz="1800" b="1">
                <a:solidFill>
                  <a:srgbClr val="3366FF"/>
                </a:solidFill>
                <a:latin typeface="宋体" panose="02010600030101010101" pitchFamily="2" charset="-122"/>
              </a:rPr>
              <a:t> </a:t>
            </a:r>
            <a:r>
              <a:rPr lang="zh-CN" altLang="en-US" sz="1800" b="1">
                <a:solidFill>
                  <a:srgbClr val="3366FF"/>
                </a:solidFill>
                <a:latin typeface="宋体" panose="02010600030101010101" pitchFamily="2" charset="-122"/>
              </a:rPr>
              <a:t>识别</a:t>
            </a:r>
            <a:r>
              <a:rPr lang="zh-CN" altLang="en-US" sz="1800" b="1">
                <a:solidFill>
                  <a:srgbClr val="003399"/>
                </a:solidFill>
                <a:latin typeface="宋体" panose="02010600030101010101" pitchFamily="2" charset="-122"/>
              </a:rPr>
              <a:t>。</a:t>
            </a:r>
          </a:p>
        </p:txBody>
      </p:sp>
      <p:sp>
        <p:nvSpPr>
          <p:cNvPr id="67632" name="Text Box 48">
            <a:extLst>
              <a:ext uri="{FF2B5EF4-FFF2-40B4-BE49-F238E27FC236}">
                <a16:creationId xmlns:a16="http://schemas.microsoft.com/office/drawing/2014/main" id="{2E4A9C54-C033-DBCD-1A93-793D0C2E597B}"/>
              </a:ext>
            </a:extLst>
          </p:cNvPr>
          <p:cNvSpPr txBox="1">
            <a:spLocks noChangeArrowheads="1"/>
          </p:cNvSpPr>
          <p:nvPr/>
        </p:nvSpPr>
        <p:spPr bwMode="auto">
          <a:xfrm>
            <a:off x="1558926" y="2781300"/>
            <a:ext cx="5400675" cy="1016000"/>
          </a:xfrm>
          <a:prstGeom prst="rect">
            <a:avLst/>
          </a:prstGeom>
          <a:solidFill>
            <a:srgbClr val="EBF7FF"/>
          </a:solidFill>
          <a:ln w="9525" algn="ctr">
            <a:solidFill>
              <a:srgbClr val="000000"/>
            </a:solidFill>
            <a:miter lim="800000"/>
            <a:headEnd/>
            <a:tailEnd/>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3366FF"/>
                </a:solidFill>
                <a:latin typeface="宋体" panose="02010600030101010101" pitchFamily="2" charset="-122"/>
              </a:rPr>
              <a:t>从初态</a:t>
            </a:r>
            <a:r>
              <a:rPr lang="en-US" altLang="zh-CN" sz="2000" b="1">
                <a:solidFill>
                  <a:srgbClr val="3366FF"/>
                </a:solidFill>
                <a:latin typeface="宋体" panose="02010600030101010101" pitchFamily="2" charset="-122"/>
              </a:rPr>
              <a:t>x</a:t>
            </a:r>
            <a:r>
              <a:rPr lang="zh-CN" altLang="en-US" sz="2000" b="1">
                <a:solidFill>
                  <a:srgbClr val="3366FF"/>
                </a:solidFill>
                <a:latin typeface="宋体" panose="02010600030101010101" pitchFamily="2" charset="-122"/>
              </a:rPr>
              <a:t>到终态</a:t>
            </a:r>
            <a:r>
              <a:rPr lang="en-US" altLang="zh-CN" sz="2000" b="1">
                <a:solidFill>
                  <a:srgbClr val="3366FF"/>
                </a:solidFill>
                <a:latin typeface="宋体" panose="02010600030101010101" pitchFamily="2" charset="-122"/>
              </a:rPr>
              <a:t>y</a:t>
            </a:r>
            <a:r>
              <a:rPr lang="zh-CN" altLang="en-US" sz="2000" b="1">
                <a:solidFill>
                  <a:srgbClr val="3366FF"/>
                </a:solidFill>
                <a:latin typeface="宋体" panose="02010600030101010101" pitchFamily="2" charset="-122"/>
              </a:rPr>
              <a:t>的连接通路弧上，有如下标记字： </a:t>
            </a:r>
            <a:r>
              <a:rPr lang="el-GR" altLang="zh-CN" sz="2000" b="1">
                <a:solidFill>
                  <a:srgbClr val="DC5900"/>
                </a:solidFill>
              </a:rPr>
              <a:t>ε ε</a:t>
            </a:r>
            <a:r>
              <a:rPr lang="en-US" altLang="zh-CN" sz="2000" b="1">
                <a:solidFill>
                  <a:srgbClr val="DC5900"/>
                </a:solidFill>
              </a:rPr>
              <a:t> a a </a:t>
            </a:r>
            <a:r>
              <a:rPr lang="el-GR" altLang="zh-CN" sz="2000" b="1">
                <a:solidFill>
                  <a:srgbClr val="DC5900"/>
                </a:solidFill>
              </a:rPr>
              <a:t>ε ε</a:t>
            </a:r>
            <a:r>
              <a:rPr lang="zh-CN" altLang="en-US" sz="2000" b="1">
                <a:solidFill>
                  <a:srgbClr val="3366FF"/>
                </a:solidFill>
              </a:rPr>
              <a:t>，去除</a:t>
            </a:r>
            <a:r>
              <a:rPr lang="el-GR" altLang="zh-CN" sz="2000" b="1">
                <a:solidFill>
                  <a:srgbClr val="DC5900"/>
                </a:solidFill>
              </a:rPr>
              <a:t>ε</a:t>
            </a:r>
            <a:r>
              <a:rPr lang="zh-CN" altLang="en-US" sz="2000" b="1">
                <a:solidFill>
                  <a:srgbClr val="3366FF"/>
                </a:solidFill>
              </a:rPr>
              <a:t>，为</a:t>
            </a:r>
            <a:r>
              <a:rPr lang="en-US" altLang="zh-CN" sz="2000" b="1">
                <a:solidFill>
                  <a:srgbClr val="DC5900"/>
                </a:solidFill>
              </a:rPr>
              <a:t>aa</a:t>
            </a:r>
            <a:r>
              <a:rPr lang="zh-CN" altLang="en-US" sz="2000" b="1">
                <a:solidFill>
                  <a:srgbClr val="3366FF"/>
                </a:solidFill>
              </a:rPr>
              <a:t>，所以字</a:t>
            </a:r>
            <a:r>
              <a:rPr lang="en-US" altLang="zh-CN" sz="2000" b="1">
                <a:solidFill>
                  <a:srgbClr val="3366FF"/>
                </a:solidFill>
              </a:rPr>
              <a:t>aa</a:t>
            </a:r>
            <a:r>
              <a:rPr lang="zh-CN" altLang="en-US" sz="2000" b="1">
                <a:solidFill>
                  <a:srgbClr val="3366FF"/>
                </a:solidFill>
              </a:rPr>
              <a:t>可为</a:t>
            </a:r>
            <a:r>
              <a:rPr lang="en-US" altLang="zh-CN" sz="2000" b="1">
                <a:solidFill>
                  <a:srgbClr val="3366FF"/>
                </a:solidFill>
              </a:rPr>
              <a:t>NFA</a:t>
            </a:r>
            <a:r>
              <a:rPr lang="zh-CN" altLang="en-US" sz="2000" b="1">
                <a:solidFill>
                  <a:srgbClr val="3366FF"/>
                </a:solidFill>
              </a:rPr>
              <a:t>接受。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7586"/>
                                        </p:tgtEl>
                                        <p:attrNameLst>
                                          <p:attrName>style.visibility</p:attrName>
                                        </p:attrNameLst>
                                      </p:cBhvr>
                                      <p:to>
                                        <p:strVal val="visible"/>
                                      </p:to>
                                    </p:set>
                                    <p:animEffect transition="in" filter="fade">
                                      <p:cBhvr>
                                        <p:cTn id="12" dur="2000"/>
                                        <p:tgtEl>
                                          <p:spTgt spid="67586"/>
                                        </p:tgtEl>
                                      </p:cBhvr>
                                    </p:animEffect>
                                  </p:childTnLst>
                                </p:cTn>
                              </p:par>
                              <p:par>
                                <p:cTn id="13" presetID="10" presetClass="entr" presetSubtype="0" fill="hold" nodeType="withEffect">
                                  <p:stCondLst>
                                    <p:cond delay="0"/>
                                  </p:stCondLst>
                                  <p:childTnLst>
                                    <p:set>
                                      <p:cBhvr>
                                        <p:cTn id="14" dur="1" fill="hold">
                                          <p:stCondLst>
                                            <p:cond delay="0"/>
                                          </p:stCondLst>
                                        </p:cTn>
                                        <p:tgtEl>
                                          <p:spTgt spid="67587"/>
                                        </p:tgtEl>
                                        <p:attrNameLst>
                                          <p:attrName>style.visibility</p:attrName>
                                        </p:attrNameLst>
                                      </p:cBhvr>
                                      <p:to>
                                        <p:strVal val="visible"/>
                                      </p:to>
                                    </p:set>
                                    <p:animEffect transition="in" filter="fade">
                                      <p:cBhvr>
                                        <p:cTn id="15" dur="2000"/>
                                        <p:tgtEl>
                                          <p:spTgt spid="67587"/>
                                        </p:tgtEl>
                                      </p:cBhvr>
                                    </p:animEffect>
                                  </p:childTnLst>
                                </p:cTn>
                              </p:par>
                              <p:par>
                                <p:cTn id="16" presetID="10" presetClass="entr" presetSubtype="0" fill="hold" nodeType="withEffect">
                                  <p:stCondLst>
                                    <p:cond delay="0"/>
                                  </p:stCondLst>
                                  <p:childTnLst>
                                    <p:set>
                                      <p:cBhvr>
                                        <p:cTn id="17" dur="1" fill="hold">
                                          <p:stCondLst>
                                            <p:cond delay="0"/>
                                          </p:stCondLst>
                                        </p:cTn>
                                        <p:tgtEl>
                                          <p:spTgt spid="67588"/>
                                        </p:tgtEl>
                                        <p:attrNameLst>
                                          <p:attrName>style.visibility</p:attrName>
                                        </p:attrNameLst>
                                      </p:cBhvr>
                                      <p:to>
                                        <p:strVal val="visible"/>
                                      </p:to>
                                    </p:set>
                                    <p:animEffect transition="in" filter="fade">
                                      <p:cBhvr>
                                        <p:cTn id="18" dur="2000"/>
                                        <p:tgtEl>
                                          <p:spTgt spid="67588"/>
                                        </p:tgtEl>
                                      </p:cBhvr>
                                    </p:animEffect>
                                  </p:childTnLst>
                                </p:cTn>
                              </p:par>
                              <p:par>
                                <p:cTn id="19" presetID="10" presetClass="entr" presetSubtype="0" fill="hold" nodeType="withEffect">
                                  <p:stCondLst>
                                    <p:cond delay="0"/>
                                  </p:stCondLst>
                                  <p:childTnLst>
                                    <p:set>
                                      <p:cBhvr>
                                        <p:cTn id="20" dur="1" fill="hold">
                                          <p:stCondLst>
                                            <p:cond delay="0"/>
                                          </p:stCondLst>
                                        </p:cTn>
                                        <p:tgtEl>
                                          <p:spTgt spid="67589"/>
                                        </p:tgtEl>
                                        <p:attrNameLst>
                                          <p:attrName>style.visibility</p:attrName>
                                        </p:attrNameLst>
                                      </p:cBhvr>
                                      <p:to>
                                        <p:strVal val="visible"/>
                                      </p:to>
                                    </p:set>
                                    <p:animEffect transition="in" filter="fade">
                                      <p:cBhvr>
                                        <p:cTn id="21" dur="2000"/>
                                        <p:tgtEl>
                                          <p:spTgt spid="67589"/>
                                        </p:tgtEl>
                                      </p:cBhvr>
                                    </p:animEffect>
                                  </p:childTnLst>
                                </p:cTn>
                              </p:par>
                              <p:par>
                                <p:cTn id="22" presetID="10" presetClass="entr" presetSubtype="0" fill="hold" nodeType="withEffect">
                                  <p:stCondLst>
                                    <p:cond delay="0"/>
                                  </p:stCondLst>
                                  <p:childTnLst>
                                    <p:set>
                                      <p:cBhvr>
                                        <p:cTn id="23" dur="1" fill="hold">
                                          <p:stCondLst>
                                            <p:cond delay="0"/>
                                          </p:stCondLst>
                                        </p:cTn>
                                        <p:tgtEl>
                                          <p:spTgt spid="67590"/>
                                        </p:tgtEl>
                                        <p:attrNameLst>
                                          <p:attrName>style.visibility</p:attrName>
                                        </p:attrNameLst>
                                      </p:cBhvr>
                                      <p:to>
                                        <p:strVal val="visible"/>
                                      </p:to>
                                    </p:set>
                                    <p:animEffect transition="in" filter="fade">
                                      <p:cBhvr>
                                        <p:cTn id="24" dur="2000"/>
                                        <p:tgtEl>
                                          <p:spTgt spid="67590"/>
                                        </p:tgtEl>
                                      </p:cBhvr>
                                    </p:animEffect>
                                  </p:childTnLst>
                                </p:cTn>
                              </p:par>
                              <p:par>
                                <p:cTn id="25" presetID="10" presetClass="entr" presetSubtype="0" fill="hold" nodeType="withEffect">
                                  <p:stCondLst>
                                    <p:cond delay="0"/>
                                  </p:stCondLst>
                                  <p:childTnLst>
                                    <p:set>
                                      <p:cBhvr>
                                        <p:cTn id="26" dur="1" fill="hold">
                                          <p:stCondLst>
                                            <p:cond delay="0"/>
                                          </p:stCondLst>
                                        </p:cTn>
                                        <p:tgtEl>
                                          <p:spTgt spid="67591"/>
                                        </p:tgtEl>
                                        <p:attrNameLst>
                                          <p:attrName>style.visibility</p:attrName>
                                        </p:attrNameLst>
                                      </p:cBhvr>
                                      <p:to>
                                        <p:strVal val="visible"/>
                                      </p:to>
                                    </p:set>
                                    <p:animEffect transition="in" filter="fade">
                                      <p:cBhvr>
                                        <p:cTn id="27" dur="2000"/>
                                        <p:tgtEl>
                                          <p:spTgt spid="67591"/>
                                        </p:tgtEl>
                                      </p:cBhvr>
                                    </p:animEffect>
                                  </p:childTnLst>
                                </p:cTn>
                              </p:par>
                              <p:par>
                                <p:cTn id="28" presetID="10" presetClass="entr" presetSubtype="0" fill="hold" nodeType="withEffect">
                                  <p:stCondLst>
                                    <p:cond delay="0"/>
                                  </p:stCondLst>
                                  <p:childTnLst>
                                    <p:set>
                                      <p:cBhvr>
                                        <p:cTn id="29" dur="1" fill="hold">
                                          <p:stCondLst>
                                            <p:cond delay="0"/>
                                          </p:stCondLst>
                                        </p:cTn>
                                        <p:tgtEl>
                                          <p:spTgt spid="67592"/>
                                        </p:tgtEl>
                                        <p:attrNameLst>
                                          <p:attrName>style.visibility</p:attrName>
                                        </p:attrNameLst>
                                      </p:cBhvr>
                                      <p:to>
                                        <p:strVal val="visible"/>
                                      </p:to>
                                    </p:set>
                                    <p:animEffect transition="in" filter="fade">
                                      <p:cBhvr>
                                        <p:cTn id="30" dur="2000"/>
                                        <p:tgtEl>
                                          <p:spTgt spid="67592"/>
                                        </p:tgtEl>
                                      </p:cBhvr>
                                    </p:animEffect>
                                  </p:childTnLst>
                                </p:cTn>
                              </p:par>
                              <p:par>
                                <p:cTn id="31" presetID="10" presetClass="entr" presetSubtype="0" fill="hold" nodeType="withEffect">
                                  <p:stCondLst>
                                    <p:cond delay="0"/>
                                  </p:stCondLst>
                                  <p:childTnLst>
                                    <p:set>
                                      <p:cBhvr>
                                        <p:cTn id="32" dur="1" fill="hold">
                                          <p:stCondLst>
                                            <p:cond delay="0"/>
                                          </p:stCondLst>
                                        </p:cTn>
                                        <p:tgtEl>
                                          <p:spTgt spid="67593"/>
                                        </p:tgtEl>
                                        <p:attrNameLst>
                                          <p:attrName>style.visibility</p:attrName>
                                        </p:attrNameLst>
                                      </p:cBhvr>
                                      <p:to>
                                        <p:strVal val="visible"/>
                                      </p:to>
                                    </p:set>
                                    <p:animEffect transition="in" filter="fade">
                                      <p:cBhvr>
                                        <p:cTn id="33" dur="2000"/>
                                        <p:tgtEl>
                                          <p:spTgt spid="67593"/>
                                        </p:tgtEl>
                                      </p:cBhvr>
                                    </p:animEffect>
                                  </p:childTnLst>
                                </p:cTn>
                              </p:par>
                              <p:par>
                                <p:cTn id="34" presetID="10" presetClass="entr" presetSubtype="0" fill="hold" nodeType="withEffect">
                                  <p:stCondLst>
                                    <p:cond delay="0"/>
                                  </p:stCondLst>
                                  <p:childTnLst>
                                    <p:set>
                                      <p:cBhvr>
                                        <p:cTn id="35" dur="1" fill="hold">
                                          <p:stCondLst>
                                            <p:cond delay="0"/>
                                          </p:stCondLst>
                                        </p:cTn>
                                        <p:tgtEl>
                                          <p:spTgt spid="67594"/>
                                        </p:tgtEl>
                                        <p:attrNameLst>
                                          <p:attrName>style.visibility</p:attrName>
                                        </p:attrNameLst>
                                      </p:cBhvr>
                                      <p:to>
                                        <p:strVal val="visible"/>
                                      </p:to>
                                    </p:set>
                                    <p:animEffect transition="in" filter="fade">
                                      <p:cBhvr>
                                        <p:cTn id="36" dur="2000"/>
                                        <p:tgtEl>
                                          <p:spTgt spid="67594"/>
                                        </p:tgtEl>
                                      </p:cBhvr>
                                    </p:animEffect>
                                  </p:childTnLst>
                                </p:cTn>
                              </p:par>
                              <p:par>
                                <p:cTn id="37" presetID="10" presetClass="entr" presetSubtype="0" fill="hold" nodeType="withEffect">
                                  <p:stCondLst>
                                    <p:cond delay="0"/>
                                  </p:stCondLst>
                                  <p:childTnLst>
                                    <p:set>
                                      <p:cBhvr>
                                        <p:cTn id="38" dur="1" fill="hold">
                                          <p:stCondLst>
                                            <p:cond delay="0"/>
                                          </p:stCondLst>
                                        </p:cTn>
                                        <p:tgtEl>
                                          <p:spTgt spid="67595"/>
                                        </p:tgtEl>
                                        <p:attrNameLst>
                                          <p:attrName>style.visibility</p:attrName>
                                        </p:attrNameLst>
                                      </p:cBhvr>
                                      <p:to>
                                        <p:strVal val="visible"/>
                                      </p:to>
                                    </p:set>
                                    <p:animEffect transition="in" filter="fade">
                                      <p:cBhvr>
                                        <p:cTn id="39" dur="2000"/>
                                        <p:tgtEl>
                                          <p:spTgt spid="67595"/>
                                        </p:tgtEl>
                                      </p:cBhvr>
                                    </p:animEffect>
                                  </p:childTnLst>
                                </p:cTn>
                              </p:par>
                              <p:par>
                                <p:cTn id="40" presetID="10" presetClass="entr" presetSubtype="0" fill="hold" nodeType="withEffect">
                                  <p:stCondLst>
                                    <p:cond delay="0"/>
                                  </p:stCondLst>
                                  <p:childTnLst>
                                    <p:set>
                                      <p:cBhvr>
                                        <p:cTn id="41" dur="1" fill="hold">
                                          <p:stCondLst>
                                            <p:cond delay="0"/>
                                          </p:stCondLst>
                                        </p:cTn>
                                        <p:tgtEl>
                                          <p:spTgt spid="67596"/>
                                        </p:tgtEl>
                                        <p:attrNameLst>
                                          <p:attrName>style.visibility</p:attrName>
                                        </p:attrNameLst>
                                      </p:cBhvr>
                                      <p:to>
                                        <p:strVal val="visible"/>
                                      </p:to>
                                    </p:set>
                                    <p:animEffect transition="in" filter="fade">
                                      <p:cBhvr>
                                        <p:cTn id="42" dur="2000"/>
                                        <p:tgtEl>
                                          <p:spTgt spid="67596"/>
                                        </p:tgtEl>
                                      </p:cBhvr>
                                    </p:animEffect>
                                  </p:childTnLst>
                                </p:cTn>
                              </p:par>
                              <p:par>
                                <p:cTn id="43" presetID="10" presetClass="entr" presetSubtype="0" fill="hold" nodeType="withEffect">
                                  <p:stCondLst>
                                    <p:cond delay="0"/>
                                  </p:stCondLst>
                                  <p:childTnLst>
                                    <p:set>
                                      <p:cBhvr>
                                        <p:cTn id="44" dur="1" fill="hold">
                                          <p:stCondLst>
                                            <p:cond delay="0"/>
                                          </p:stCondLst>
                                        </p:cTn>
                                        <p:tgtEl>
                                          <p:spTgt spid="67597"/>
                                        </p:tgtEl>
                                        <p:attrNameLst>
                                          <p:attrName>style.visibility</p:attrName>
                                        </p:attrNameLst>
                                      </p:cBhvr>
                                      <p:to>
                                        <p:strVal val="visible"/>
                                      </p:to>
                                    </p:set>
                                    <p:animEffect transition="in" filter="fade">
                                      <p:cBhvr>
                                        <p:cTn id="45" dur="2000"/>
                                        <p:tgtEl>
                                          <p:spTgt spid="67597"/>
                                        </p:tgtEl>
                                      </p:cBhvr>
                                    </p:animEffect>
                                  </p:childTnLst>
                                </p:cTn>
                              </p:par>
                              <p:par>
                                <p:cTn id="46" presetID="10" presetClass="entr" presetSubtype="0" fill="hold" nodeType="withEffect">
                                  <p:stCondLst>
                                    <p:cond delay="0"/>
                                  </p:stCondLst>
                                  <p:childTnLst>
                                    <p:set>
                                      <p:cBhvr>
                                        <p:cTn id="47" dur="1" fill="hold">
                                          <p:stCondLst>
                                            <p:cond delay="0"/>
                                          </p:stCondLst>
                                        </p:cTn>
                                        <p:tgtEl>
                                          <p:spTgt spid="67598"/>
                                        </p:tgtEl>
                                        <p:attrNameLst>
                                          <p:attrName>style.visibility</p:attrName>
                                        </p:attrNameLst>
                                      </p:cBhvr>
                                      <p:to>
                                        <p:strVal val="visible"/>
                                      </p:to>
                                    </p:set>
                                    <p:animEffect transition="in" filter="fade">
                                      <p:cBhvr>
                                        <p:cTn id="48" dur="2000"/>
                                        <p:tgtEl>
                                          <p:spTgt spid="67598"/>
                                        </p:tgtEl>
                                      </p:cBhvr>
                                    </p:animEffect>
                                  </p:childTnLst>
                                </p:cTn>
                              </p:par>
                              <p:par>
                                <p:cTn id="49" presetID="10" presetClass="entr" presetSubtype="0" fill="hold" nodeType="withEffect">
                                  <p:stCondLst>
                                    <p:cond delay="0"/>
                                  </p:stCondLst>
                                  <p:childTnLst>
                                    <p:set>
                                      <p:cBhvr>
                                        <p:cTn id="50" dur="1" fill="hold">
                                          <p:stCondLst>
                                            <p:cond delay="0"/>
                                          </p:stCondLst>
                                        </p:cTn>
                                        <p:tgtEl>
                                          <p:spTgt spid="67599"/>
                                        </p:tgtEl>
                                        <p:attrNameLst>
                                          <p:attrName>style.visibility</p:attrName>
                                        </p:attrNameLst>
                                      </p:cBhvr>
                                      <p:to>
                                        <p:strVal val="visible"/>
                                      </p:to>
                                    </p:set>
                                    <p:animEffect transition="in" filter="fade">
                                      <p:cBhvr>
                                        <p:cTn id="51" dur="2000"/>
                                        <p:tgtEl>
                                          <p:spTgt spid="67599"/>
                                        </p:tgtEl>
                                      </p:cBhvr>
                                    </p:animEffect>
                                  </p:childTnLst>
                                </p:cTn>
                              </p:par>
                              <p:par>
                                <p:cTn id="52" presetID="10" presetClass="entr" presetSubtype="0" fill="hold" nodeType="withEffect">
                                  <p:stCondLst>
                                    <p:cond delay="0"/>
                                  </p:stCondLst>
                                  <p:childTnLst>
                                    <p:set>
                                      <p:cBhvr>
                                        <p:cTn id="53" dur="1" fill="hold">
                                          <p:stCondLst>
                                            <p:cond delay="0"/>
                                          </p:stCondLst>
                                        </p:cTn>
                                        <p:tgtEl>
                                          <p:spTgt spid="67600"/>
                                        </p:tgtEl>
                                        <p:attrNameLst>
                                          <p:attrName>style.visibility</p:attrName>
                                        </p:attrNameLst>
                                      </p:cBhvr>
                                      <p:to>
                                        <p:strVal val="visible"/>
                                      </p:to>
                                    </p:set>
                                    <p:animEffect transition="in" filter="fade">
                                      <p:cBhvr>
                                        <p:cTn id="54" dur="2000"/>
                                        <p:tgtEl>
                                          <p:spTgt spid="67600"/>
                                        </p:tgtEl>
                                      </p:cBhvr>
                                    </p:animEffect>
                                  </p:childTnLst>
                                </p:cTn>
                              </p:par>
                              <p:par>
                                <p:cTn id="55" presetID="10" presetClass="entr" presetSubtype="0" fill="hold" nodeType="withEffect">
                                  <p:stCondLst>
                                    <p:cond delay="0"/>
                                  </p:stCondLst>
                                  <p:childTnLst>
                                    <p:set>
                                      <p:cBhvr>
                                        <p:cTn id="56" dur="1" fill="hold">
                                          <p:stCondLst>
                                            <p:cond delay="0"/>
                                          </p:stCondLst>
                                        </p:cTn>
                                        <p:tgtEl>
                                          <p:spTgt spid="67601"/>
                                        </p:tgtEl>
                                        <p:attrNameLst>
                                          <p:attrName>style.visibility</p:attrName>
                                        </p:attrNameLst>
                                      </p:cBhvr>
                                      <p:to>
                                        <p:strVal val="visible"/>
                                      </p:to>
                                    </p:set>
                                    <p:animEffect transition="in" filter="fade">
                                      <p:cBhvr>
                                        <p:cTn id="57" dur="2000"/>
                                        <p:tgtEl>
                                          <p:spTgt spid="67601"/>
                                        </p:tgtEl>
                                      </p:cBhvr>
                                    </p:animEffect>
                                  </p:childTnLst>
                                </p:cTn>
                              </p:par>
                              <p:par>
                                <p:cTn id="58" presetID="10" presetClass="entr" presetSubtype="0" fill="hold" nodeType="withEffect">
                                  <p:stCondLst>
                                    <p:cond delay="0"/>
                                  </p:stCondLst>
                                  <p:childTnLst>
                                    <p:set>
                                      <p:cBhvr>
                                        <p:cTn id="59" dur="1" fill="hold">
                                          <p:stCondLst>
                                            <p:cond delay="0"/>
                                          </p:stCondLst>
                                        </p:cTn>
                                        <p:tgtEl>
                                          <p:spTgt spid="67602"/>
                                        </p:tgtEl>
                                        <p:attrNameLst>
                                          <p:attrName>style.visibility</p:attrName>
                                        </p:attrNameLst>
                                      </p:cBhvr>
                                      <p:to>
                                        <p:strVal val="visible"/>
                                      </p:to>
                                    </p:set>
                                    <p:animEffect transition="in" filter="fade">
                                      <p:cBhvr>
                                        <p:cTn id="60" dur="2000"/>
                                        <p:tgtEl>
                                          <p:spTgt spid="67602"/>
                                        </p:tgtEl>
                                      </p:cBhvr>
                                    </p:animEffect>
                                  </p:childTnLst>
                                </p:cTn>
                              </p:par>
                              <p:par>
                                <p:cTn id="61" presetID="10" presetClass="entr" presetSubtype="0" fill="hold" nodeType="withEffect">
                                  <p:stCondLst>
                                    <p:cond delay="0"/>
                                  </p:stCondLst>
                                  <p:childTnLst>
                                    <p:set>
                                      <p:cBhvr>
                                        <p:cTn id="62" dur="1" fill="hold">
                                          <p:stCondLst>
                                            <p:cond delay="0"/>
                                          </p:stCondLst>
                                        </p:cTn>
                                        <p:tgtEl>
                                          <p:spTgt spid="67603"/>
                                        </p:tgtEl>
                                        <p:attrNameLst>
                                          <p:attrName>style.visibility</p:attrName>
                                        </p:attrNameLst>
                                      </p:cBhvr>
                                      <p:to>
                                        <p:strVal val="visible"/>
                                      </p:to>
                                    </p:set>
                                    <p:animEffect transition="in" filter="fade">
                                      <p:cBhvr>
                                        <p:cTn id="63" dur="2000"/>
                                        <p:tgtEl>
                                          <p:spTgt spid="67603"/>
                                        </p:tgtEl>
                                      </p:cBhvr>
                                    </p:animEffect>
                                  </p:childTnLst>
                                </p:cTn>
                              </p:par>
                              <p:par>
                                <p:cTn id="64" presetID="10" presetClass="entr" presetSubtype="0" fill="hold" nodeType="withEffect">
                                  <p:stCondLst>
                                    <p:cond delay="0"/>
                                  </p:stCondLst>
                                  <p:childTnLst>
                                    <p:set>
                                      <p:cBhvr>
                                        <p:cTn id="65" dur="1" fill="hold">
                                          <p:stCondLst>
                                            <p:cond delay="0"/>
                                          </p:stCondLst>
                                        </p:cTn>
                                        <p:tgtEl>
                                          <p:spTgt spid="67604"/>
                                        </p:tgtEl>
                                        <p:attrNameLst>
                                          <p:attrName>style.visibility</p:attrName>
                                        </p:attrNameLst>
                                      </p:cBhvr>
                                      <p:to>
                                        <p:strVal val="visible"/>
                                      </p:to>
                                    </p:set>
                                    <p:animEffect transition="in" filter="fade">
                                      <p:cBhvr>
                                        <p:cTn id="66" dur="2000"/>
                                        <p:tgtEl>
                                          <p:spTgt spid="67604"/>
                                        </p:tgtEl>
                                      </p:cBhvr>
                                    </p:animEffect>
                                  </p:childTnLst>
                                </p:cTn>
                              </p:par>
                              <p:par>
                                <p:cTn id="67" presetID="10" presetClass="entr" presetSubtype="0" fill="hold" nodeType="withEffect">
                                  <p:stCondLst>
                                    <p:cond delay="0"/>
                                  </p:stCondLst>
                                  <p:childTnLst>
                                    <p:set>
                                      <p:cBhvr>
                                        <p:cTn id="68" dur="1" fill="hold">
                                          <p:stCondLst>
                                            <p:cond delay="0"/>
                                          </p:stCondLst>
                                        </p:cTn>
                                        <p:tgtEl>
                                          <p:spTgt spid="67605"/>
                                        </p:tgtEl>
                                        <p:attrNameLst>
                                          <p:attrName>style.visibility</p:attrName>
                                        </p:attrNameLst>
                                      </p:cBhvr>
                                      <p:to>
                                        <p:strVal val="visible"/>
                                      </p:to>
                                    </p:set>
                                    <p:animEffect transition="in" filter="fade">
                                      <p:cBhvr>
                                        <p:cTn id="69" dur="2000"/>
                                        <p:tgtEl>
                                          <p:spTgt spid="67605"/>
                                        </p:tgtEl>
                                      </p:cBhvr>
                                    </p:animEffect>
                                  </p:childTnLst>
                                </p:cTn>
                              </p:par>
                              <p:par>
                                <p:cTn id="70" presetID="10" presetClass="entr" presetSubtype="0" fill="hold" nodeType="withEffect">
                                  <p:stCondLst>
                                    <p:cond delay="0"/>
                                  </p:stCondLst>
                                  <p:childTnLst>
                                    <p:set>
                                      <p:cBhvr>
                                        <p:cTn id="71" dur="1" fill="hold">
                                          <p:stCondLst>
                                            <p:cond delay="0"/>
                                          </p:stCondLst>
                                        </p:cTn>
                                        <p:tgtEl>
                                          <p:spTgt spid="67606"/>
                                        </p:tgtEl>
                                        <p:attrNameLst>
                                          <p:attrName>style.visibility</p:attrName>
                                        </p:attrNameLst>
                                      </p:cBhvr>
                                      <p:to>
                                        <p:strVal val="visible"/>
                                      </p:to>
                                    </p:set>
                                    <p:animEffect transition="in" filter="fade">
                                      <p:cBhvr>
                                        <p:cTn id="72" dur="2000"/>
                                        <p:tgtEl>
                                          <p:spTgt spid="67606"/>
                                        </p:tgtEl>
                                      </p:cBhvr>
                                    </p:animEffect>
                                  </p:childTnLst>
                                </p:cTn>
                              </p:par>
                              <p:par>
                                <p:cTn id="73" presetID="10" presetClass="entr" presetSubtype="0" fill="hold" nodeType="withEffect">
                                  <p:stCondLst>
                                    <p:cond delay="0"/>
                                  </p:stCondLst>
                                  <p:childTnLst>
                                    <p:set>
                                      <p:cBhvr>
                                        <p:cTn id="74" dur="1" fill="hold">
                                          <p:stCondLst>
                                            <p:cond delay="0"/>
                                          </p:stCondLst>
                                        </p:cTn>
                                        <p:tgtEl>
                                          <p:spTgt spid="67607"/>
                                        </p:tgtEl>
                                        <p:attrNameLst>
                                          <p:attrName>style.visibility</p:attrName>
                                        </p:attrNameLst>
                                      </p:cBhvr>
                                      <p:to>
                                        <p:strVal val="visible"/>
                                      </p:to>
                                    </p:set>
                                    <p:animEffect transition="in" filter="fade">
                                      <p:cBhvr>
                                        <p:cTn id="75" dur="2000"/>
                                        <p:tgtEl>
                                          <p:spTgt spid="67607"/>
                                        </p:tgtEl>
                                      </p:cBhvr>
                                    </p:animEffect>
                                  </p:childTnLst>
                                </p:cTn>
                              </p:par>
                              <p:par>
                                <p:cTn id="76" presetID="10" presetClass="entr" presetSubtype="0" fill="hold" nodeType="withEffect">
                                  <p:stCondLst>
                                    <p:cond delay="0"/>
                                  </p:stCondLst>
                                  <p:childTnLst>
                                    <p:set>
                                      <p:cBhvr>
                                        <p:cTn id="77" dur="1" fill="hold">
                                          <p:stCondLst>
                                            <p:cond delay="0"/>
                                          </p:stCondLst>
                                        </p:cTn>
                                        <p:tgtEl>
                                          <p:spTgt spid="67608"/>
                                        </p:tgtEl>
                                        <p:attrNameLst>
                                          <p:attrName>style.visibility</p:attrName>
                                        </p:attrNameLst>
                                      </p:cBhvr>
                                      <p:to>
                                        <p:strVal val="visible"/>
                                      </p:to>
                                    </p:set>
                                    <p:animEffect transition="in" filter="fade">
                                      <p:cBhvr>
                                        <p:cTn id="78" dur="2000"/>
                                        <p:tgtEl>
                                          <p:spTgt spid="67608"/>
                                        </p:tgtEl>
                                      </p:cBhvr>
                                    </p:animEffect>
                                  </p:childTnLst>
                                </p:cTn>
                              </p:par>
                              <p:par>
                                <p:cTn id="79" presetID="10" presetClass="entr" presetSubtype="0" fill="hold" nodeType="with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fade">
                                      <p:cBhvr>
                                        <p:cTn id="81" dur="2000"/>
                                        <p:tgtEl>
                                          <p:spTgt spid="2"/>
                                        </p:tgtEl>
                                      </p:cBhvr>
                                    </p:animEffect>
                                  </p:childTnLst>
                                </p:cTn>
                              </p:par>
                              <p:par>
                                <p:cTn id="82" presetID="10" presetClass="entr" presetSubtype="0" fill="hold" nodeType="withEffect">
                                  <p:stCondLst>
                                    <p:cond delay="0"/>
                                  </p:stCondLst>
                                  <p:childTnLst>
                                    <p:set>
                                      <p:cBhvr>
                                        <p:cTn id="83" dur="1" fill="hold">
                                          <p:stCondLst>
                                            <p:cond delay="0"/>
                                          </p:stCondLst>
                                        </p:cTn>
                                        <p:tgtEl>
                                          <p:spTgt spid="3"/>
                                        </p:tgtEl>
                                        <p:attrNameLst>
                                          <p:attrName>style.visibility</p:attrName>
                                        </p:attrNameLst>
                                      </p:cBhvr>
                                      <p:to>
                                        <p:strVal val="visible"/>
                                      </p:to>
                                    </p:set>
                                    <p:animEffect transition="in" filter="fade">
                                      <p:cBhvr>
                                        <p:cTn id="84" dur="2000"/>
                                        <p:tgtEl>
                                          <p:spTgt spid="3"/>
                                        </p:tgtEl>
                                      </p:cBhvr>
                                    </p:animEffect>
                                  </p:childTnLst>
                                </p:cTn>
                              </p:par>
                              <p:par>
                                <p:cTn id="85" presetID="10" presetClass="entr" presetSubtype="0" fill="hold" nodeType="with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fade">
                                      <p:cBhvr>
                                        <p:cTn id="87" dur="2000"/>
                                        <p:tgtEl>
                                          <p:spTgt spid="4"/>
                                        </p:tgtEl>
                                      </p:cBhvr>
                                    </p:animEffect>
                                  </p:childTnLst>
                                </p:cTn>
                              </p:par>
                              <p:par>
                                <p:cTn id="88" presetID="10" presetClass="entr" presetSubtype="0" fill="hold" nodeType="withEffect">
                                  <p:stCondLst>
                                    <p:cond delay="0"/>
                                  </p:stCondLst>
                                  <p:childTnLst>
                                    <p:set>
                                      <p:cBhvr>
                                        <p:cTn id="89" dur="1" fill="hold">
                                          <p:stCondLst>
                                            <p:cond delay="0"/>
                                          </p:stCondLst>
                                        </p:cTn>
                                        <p:tgtEl>
                                          <p:spTgt spid="5"/>
                                        </p:tgtEl>
                                        <p:attrNameLst>
                                          <p:attrName>style.visibility</p:attrName>
                                        </p:attrNameLst>
                                      </p:cBhvr>
                                      <p:to>
                                        <p:strVal val="visible"/>
                                      </p:to>
                                    </p:set>
                                    <p:animEffect transition="in" filter="fade">
                                      <p:cBhvr>
                                        <p:cTn id="90" dur="2000"/>
                                        <p:tgtEl>
                                          <p:spTgt spid="5"/>
                                        </p:tgtEl>
                                      </p:cBhvr>
                                    </p:animEffect>
                                  </p:childTnLst>
                                </p:cTn>
                              </p:par>
                              <p:par>
                                <p:cTn id="91" presetID="10" presetClass="entr" presetSubtype="0" fill="hold" nodeType="withEffect">
                                  <p:stCondLst>
                                    <p:cond delay="0"/>
                                  </p:stCondLst>
                                  <p:childTnLst>
                                    <p:set>
                                      <p:cBhvr>
                                        <p:cTn id="92" dur="1" fill="hold">
                                          <p:stCondLst>
                                            <p:cond delay="0"/>
                                          </p:stCondLst>
                                        </p:cTn>
                                        <p:tgtEl>
                                          <p:spTgt spid="67621"/>
                                        </p:tgtEl>
                                        <p:attrNameLst>
                                          <p:attrName>style.visibility</p:attrName>
                                        </p:attrNameLst>
                                      </p:cBhvr>
                                      <p:to>
                                        <p:strVal val="visible"/>
                                      </p:to>
                                    </p:set>
                                    <p:animEffect transition="in" filter="fade">
                                      <p:cBhvr>
                                        <p:cTn id="93" dur="2000"/>
                                        <p:tgtEl>
                                          <p:spTgt spid="67621"/>
                                        </p:tgtEl>
                                      </p:cBhvr>
                                    </p:animEffect>
                                  </p:childTnLst>
                                </p:cTn>
                              </p:par>
                              <p:par>
                                <p:cTn id="94" presetID="10" presetClass="entr" presetSubtype="0" fill="hold" nodeType="withEffect">
                                  <p:stCondLst>
                                    <p:cond delay="0"/>
                                  </p:stCondLst>
                                  <p:childTnLst>
                                    <p:set>
                                      <p:cBhvr>
                                        <p:cTn id="95" dur="1" fill="hold">
                                          <p:stCondLst>
                                            <p:cond delay="0"/>
                                          </p:stCondLst>
                                        </p:cTn>
                                        <p:tgtEl>
                                          <p:spTgt spid="67622"/>
                                        </p:tgtEl>
                                        <p:attrNameLst>
                                          <p:attrName>style.visibility</p:attrName>
                                        </p:attrNameLst>
                                      </p:cBhvr>
                                      <p:to>
                                        <p:strVal val="visible"/>
                                      </p:to>
                                    </p:set>
                                    <p:animEffect transition="in" filter="fade">
                                      <p:cBhvr>
                                        <p:cTn id="96" dur="2000"/>
                                        <p:tgtEl>
                                          <p:spTgt spid="67622"/>
                                        </p:tgtEl>
                                      </p:cBhvr>
                                    </p:animEffect>
                                  </p:childTnLst>
                                </p:cTn>
                              </p:par>
                              <p:par>
                                <p:cTn id="97" presetID="10" presetClass="entr" presetSubtype="0" fill="hold" nodeType="withEffect">
                                  <p:stCondLst>
                                    <p:cond delay="0"/>
                                  </p:stCondLst>
                                  <p:childTnLst>
                                    <p:set>
                                      <p:cBhvr>
                                        <p:cTn id="98" dur="1" fill="hold">
                                          <p:stCondLst>
                                            <p:cond delay="0"/>
                                          </p:stCondLst>
                                        </p:cTn>
                                        <p:tgtEl>
                                          <p:spTgt spid="67623"/>
                                        </p:tgtEl>
                                        <p:attrNameLst>
                                          <p:attrName>style.visibility</p:attrName>
                                        </p:attrNameLst>
                                      </p:cBhvr>
                                      <p:to>
                                        <p:strVal val="visible"/>
                                      </p:to>
                                    </p:set>
                                    <p:animEffect transition="in" filter="fade">
                                      <p:cBhvr>
                                        <p:cTn id="99" dur="2000"/>
                                        <p:tgtEl>
                                          <p:spTgt spid="67623"/>
                                        </p:tgtEl>
                                      </p:cBhvr>
                                    </p:animEffect>
                                  </p:childTnLst>
                                </p:cTn>
                              </p:par>
                              <p:par>
                                <p:cTn id="100" presetID="10" presetClass="entr" presetSubtype="0" fill="hold" nodeType="withEffect">
                                  <p:stCondLst>
                                    <p:cond delay="0"/>
                                  </p:stCondLst>
                                  <p:childTnLst>
                                    <p:set>
                                      <p:cBhvr>
                                        <p:cTn id="101" dur="1" fill="hold">
                                          <p:stCondLst>
                                            <p:cond delay="0"/>
                                          </p:stCondLst>
                                        </p:cTn>
                                        <p:tgtEl>
                                          <p:spTgt spid="67624"/>
                                        </p:tgtEl>
                                        <p:attrNameLst>
                                          <p:attrName>style.visibility</p:attrName>
                                        </p:attrNameLst>
                                      </p:cBhvr>
                                      <p:to>
                                        <p:strVal val="visible"/>
                                      </p:to>
                                    </p:set>
                                    <p:animEffect transition="in" filter="fade">
                                      <p:cBhvr>
                                        <p:cTn id="102" dur="2000"/>
                                        <p:tgtEl>
                                          <p:spTgt spid="67624"/>
                                        </p:tgtEl>
                                      </p:cBhvr>
                                    </p:animEffect>
                                  </p:childTnLst>
                                </p:cTn>
                              </p:par>
                              <p:par>
                                <p:cTn id="103" presetID="10" presetClass="entr" presetSubtype="0" fill="hold" nodeType="withEffect">
                                  <p:stCondLst>
                                    <p:cond delay="0"/>
                                  </p:stCondLst>
                                  <p:childTnLst>
                                    <p:set>
                                      <p:cBhvr>
                                        <p:cTn id="104" dur="1" fill="hold">
                                          <p:stCondLst>
                                            <p:cond delay="0"/>
                                          </p:stCondLst>
                                        </p:cTn>
                                        <p:tgtEl>
                                          <p:spTgt spid="67625"/>
                                        </p:tgtEl>
                                        <p:attrNameLst>
                                          <p:attrName>style.visibility</p:attrName>
                                        </p:attrNameLst>
                                      </p:cBhvr>
                                      <p:to>
                                        <p:strVal val="visible"/>
                                      </p:to>
                                    </p:set>
                                    <p:animEffect transition="in" filter="fade">
                                      <p:cBhvr>
                                        <p:cTn id="105" dur="2000"/>
                                        <p:tgtEl>
                                          <p:spTgt spid="6762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nodeType="clickEffect">
                                  <p:stCondLst>
                                    <p:cond delay="0"/>
                                  </p:stCondLst>
                                  <p:childTnLst>
                                    <p:set>
                                      <p:cBhvr>
                                        <p:cTn id="109" dur="1" fill="hold">
                                          <p:stCondLst>
                                            <p:cond delay="0"/>
                                          </p:stCondLst>
                                        </p:cTn>
                                        <p:tgtEl>
                                          <p:spTgt spid="67631"/>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7" presetClass="emph" presetSubtype="2" fill="hold" nodeType="clickEffect">
                                  <p:stCondLst>
                                    <p:cond delay="0"/>
                                  </p:stCondLst>
                                  <p:childTnLst>
                                    <p:animClr clrSpc="rgb" dir="cw">
                                      <p:cBhvr>
                                        <p:cTn id="113" dur="2000" fill="hold"/>
                                        <p:tgtEl>
                                          <p:spTgt spid="67588"/>
                                        </p:tgtEl>
                                        <p:attrNameLst>
                                          <p:attrName>stroke.color</p:attrName>
                                        </p:attrNameLst>
                                      </p:cBhvr>
                                      <p:to>
                                        <a:schemeClr val="hlink"/>
                                      </p:to>
                                    </p:animClr>
                                    <p:set>
                                      <p:cBhvr>
                                        <p:cTn id="114" dur="2000" fill="hold"/>
                                        <p:tgtEl>
                                          <p:spTgt spid="67588"/>
                                        </p:tgtEl>
                                        <p:attrNameLst>
                                          <p:attrName>stroke.on</p:attrName>
                                        </p:attrNameLst>
                                      </p:cBhvr>
                                      <p:to>
                                        <p:strVal val="true"/>
                                      </p:to>
                                    </p:set>
                                  </p:childTnLst>
                                </p:cTn>
                              </p:par>
                              <p:par>
                                <p:cTn id="115" presetID="7" presetClass="emph" presetSubtype="2" fill="hold" nodeType="withEffect">
                                  <p:stCondLst>
                                    <p:cond delay="0"/>
                                  </p:stCondLst>
                                  <p:childTnLst>
                                    <p:animClr clrSpc="rgb" dir="cw">
                                      <p:cBhvr>
                                        <p:cTn id="116" dur="2000" fill="hold"/>
                                        <p:tgtEl>
                                          <p:spTgt spid="67590"/>
                                        </p:tgtEl>
                                        <p:attrNameLst>
                                          <p:attrName>stroke.color</p:attrName>
                                        </p:attrNameLst>
                                      </p:cBhvr>
                                      <p:to>
                                        <a:schemeClr val="hlink"/>
                                      </p:to>
                                    </p:animClr>
                                    <p:set>
                                      <p:cBhvr>
                                        <p:cTn id="117" dur="2000" fill="hold"/>
                                        <p:tgtEl>
                                          <p:spTgt spid="67590"/>
                                        </p:tgtEl>
                                        <p:attrNameLst>
                                          <p:attrName>stroke.on</p:attrName>
                                        </p:attrNameLst>
                                      </p:cBhvr>
                                      <p:to>
                                        <p:strVal val="true"/>
                                      </p:to>
                                    </p:set>
                                  </p:childTnLst>
                                </p:cTn>
                              </p:par>
                              <p:par>
                                <p:cTn id="118" presetID="7" presetClass="emph" presetSubtype="2" fill="hold" nodeType="withEffect">
                                  <p:stCondLst>
                                    <p:cond delay="0"/>
                                  </p:stCondLst>
                                  <p:childTnLst>
                                    <p:animClr clrSpc="rgb" dir="cw">
                                      <p:cBhvr>
                                        <p:cTn id="119" dur="2000" fill="hold"/>
                                        <p:tgtEl>
                                          <p:spTgt spid="67589"/>
                                        </p:tgtEl>
                                        <p:attrNameLst>
                                          <p:attrName>stroke.color</p:attrName>
                                        </p:attrNameLst>
                                      </p:cBhvr>
                                      <p:to>
                                        <a:schemeClr val="hlink"/>
                                      </p:to>
                                    </p:animClr>
                                    <p:set>
                                      <p:cBhvr>
                                        <p:cTn id="120" dur="2000" fill="hold"/>
                                        <p:tgtEl>
                                          <p:spTgt spid="67589"/>
                                        </p:tgtEl>
                                        <p:attrNameLst>
                                          <p:attrName>stroke.on</p:attrName>
                                        </p:attrNameLst>
                                      </p:cBhvr>
                                      <p:to>
                                        <p:strVal val="true"/>
                                      </p:to>
                                    </p:set>
                                  </p:childTnLst>
                                </p:cTn>
                              </p:par>
                              <p:par>
                                <p:cTn id="121" presetID="7" presetClass="emph" presetSubtype="2" fill="hold" nodeType="withEffect">
                                  <p:stCondLst>
                                    <p:cond delay="0"/>
                                  </p:stCondLst>
                                  <p:childTnLst>
                                    <p:animClr clrSpc="rgb" dir="cw">
                                      <p:cBhvr>
                                        <p:cTn id="122" dur="2000" fill="hold"/>
                                        <p:tgtEl>
                                          <p:spTgt spid="67599"/>
                                        </p:tgtEl>
                                        <p:attrNameLst>
                                          <p:attrName>stroke.color</p:attrName>
                                        </p:attrNameLst>
                                      </p:cBhvr>
                                      <p:to>
                                        <a:schemeClr val="hlink"/>
                                      </p:to>
                                    </p:animClr>
                                    <p:set>
                                      <p:cBhvr>
                                        <p:cTn id="123" dur="2000" fill="hold"/>
                                        <p:tgtEl>
                                          <p:spTgt spid="67599"/>
                                        </p:tgtEl>
                                        <p:attrNameLst>
                                          <p:attrName>stroke.on</p:attrName>
                                        </p:attrNameLst>
                                      </p:cBhvr>
                                      <p:to>
                                        <p:strVal val="true"/>
                                      </p:to>
                                    </p:set>
                                  </p:childTnLst>
                                </p:cTn>
                              </p:par>
                              <p:par>
                                <p:cTn id="124" presetID="7" presetClass="emph" presetSubtype="2" fill="hold" nodeType="withEffect">
                                  <p:stCondLst>
                                    <p:cond delay="0"/>
                                  </p:stCondLst>
                                  <p:childTnLst>
                                    <p:animClr clrSpc="rgb" dir="cw">
                                      <p:cBhvr>
                                        <p:cTn id="125" dur="2000" fill="hold"/>
                                        <p:tgtEl>
                                          <p:spTgt spid="67600"/>
                                        </p:tgtEl>
                                        <p:attrNameLst>
                                          <p:attrName>stroke.color</p:attrName>
                                        </p:attrNameLst>
                                      </p:cBhvr>
                                      <p:to>
                                        <a:schemeClr val="hlink"/>
                                      </p:to>
                                    </p:animClr>
                                    <p:set>
                                      <p:cBhvr>
                                        <p:cTn id="126" dur="2000" fill="hold"/>
                                        <p:tgtEl>
                                          <p:spTgt spid="67600"/>
                                        </p:tgtEl>
                                        <p:attrNameLst>
                                          <p:attrName>stroke.on</p:attrName>
                                        </p:attrNameLst>
                                      </p:cBhvr>
                                      <p:to>
                                        <p:strVal val="true"/>
                                      </p:to>
                                    </p:set>
                                  </p:childTnLst>
                                </p:cTn>
                              </p:par>
                              <p:par>
                                <p:cTn id="127" presetID="7" presetClass="emph" presetSubtype="2" fill="hold" nodeType="withEffect">
                                  <p:stCondLst>
                                    <p:cond delay="0"/>
                                  </p:stCondLst>
                                  <p:childTnLst>
                                    <p:animClr clrSpc="rgb" dir="cw">
                                      <p:cBhvr>
                                        <p:cTn id="128" dur="2000" fill="hold"/>
                                        <p:tgtEl>
                                          <p:spTgt spid="67601"/>
                                        </p:tgtEl>
                                        <p:attrNameLst>
                                          <p:attrName>stroke.color</p:attrName>
                                        </p:attrNameLst>
                                      </p:cBhvr>
                                      <p:to>
                                        <a:schemeClr val="hlink"/>
                                      </p:to>
                                    </p:animClr>
                                    <p:set>
                                      <p:cBhvr>
                                        <p:cTn id="129" dur="2000" fill="hold"/>
                                        <p:tgtEl>
                                          <p:spTgt spid="67601"/>
                                        </p:tgtEl>
                                        <p:attrNameLst>
                                          <p:attrName>stroke.on</p:attrName>
                                        </p:attrNameLst>
                                      </p:cBhvr>
                                      <p:to>
                                        <p:strVal val="true"/>
                                      </p:to>
                                    </p:set>
                                  </p:childTnLst>
                                </p:cTn>
                              </p:par>
                              <p:par>
                                <p:cTn id="130" presetID="7" presetClass="emph" presetSubtype="2" fill="hold" nodeType="withEffect">
                                  <p:stCondLst>
                                    <p:cond delay="0"/>
                                  </p:stCondLst>
                                  <p:childTnLst>
                                    <p:animClr clrSpc="rgb" dir="cw">
                                      <p:cBhvr>
                                        <p:cTn id="131" dur="2000" fill="hold"/>
                                        <p:tgtEl>
                                          <p:spTgt spid="67587"/>
                                        </p:tgtEl>
                                        <p:attrNameLst>
                                          <p:attrName>stroke.color</p:attrName>
                                        </p:attrNameLst>
                                      </p:cBhvr>
                                      <p:to>
                                        <a:schemeClr val="hlink"/>
                                      </p:to>
                                    </p:animClr>
                                    <p:set>
                                      <p:cBhvr>
                                        <p:cTn id="132" dur="2000" fill="hold"/>
                                        <p:tgtEl>
                                          <p:spTgt spid="67587"/>
                                        </p:tgtEl>
                                        <p:attrNameLst>
                                          <p:attrName>stroke.on</p:attrName>
                                        </p:attrNameLst>
                                      </p:cBhvr>
                                      <p:to>
                                        <p:strVal val="true"/>
                                      </p:to>
                                    </p:set>
                                  </p:childTnLst>
                                </p:cTn>
                              </p:par>
                            </p:childTnLst>
                          </p:cTn>
                        </p:par>
                        <p:par>
                          <p:cTn id="133" fill="hold" nodeType="afterGroup">
                            <p:stCondLst>
                              <p:cond delay="2000"/>
                            </p:stCondLst>
                            <p:childTnLst>
                              <p:par>
                                <p:cTn id="134" presetID="2" presetClass="entr" presetSubtype="8" fill="hold" nodeType="afterEffect">
                                  <p:stCondLst>
                                    <p:cond delay="0"/>
                                  </p:stCondLst>
                                  <p:iterate type="lt">
                                    <p:tmPct val="0"/>
                                  </p:iterate>
                                  <p:childTnLst>
                                    <p:set>
                                      <p:cBhvr>
                                        <p:cTn id="135" dur="1" fill="hold">
                                          <p:stCondLst>
                                            <p:cond delay="0"/>
                                          </p:stCondLst>
                                        </p:cTn>
                                        <p:tgtEl>
                                          <p:spTgt spid="67632"/>
                                        </p:tgtEl>
                                        <p:attrNameLst>
                                          <p:attrName>style.visibility</p:attrName>
                                        </p:attrNameLst>
                                      </p:cBhvr>
                                      <p:to>
                                        <p:strVal val="visible"/>
                                      </p:to>
                                    </p:set>
                                    <p:anim calcmode="lin" valueType="num">
                                      <p:cBhvr additive="base">
                                        <p:cTn id="136" dur="1000" fill="hold"/>
                                        <p:tgtEl>
                                          <p:spTgt spid="67632"/>
                                        </p:tgtEl>
                                        <p:attrNameLst>
                                          <p:attrName>ppt_x</p:attrName>
                                        </p:attrNameLst>
                                      </p:cBhvr>
                                      <p:tavLst>
                                        <p:tav tm="0">
                                          <p:val>
                                            <p:strVal val="0-#ppt_w/2"/>
                                          </p:val>
                                        </p:tav>
                                        <p:tav tm="100000">
                                          <p:val>
                                            <p:strVal val="#ppt_x"/>
                                          </p:val>
                                        </p:tav>
                                      </p:tavLst>
                                    </p:anim>
                                    <p:anim calcmode="lin" valueType="num">
                                      <p:cBhvr additive="base">
                                        <p:cTn id="137" dur="1000" fill="hold"/>
                                        <p:tgtEl>
                                          <p:spTgt spid="676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nimBg="1"/>
      <p:bldP spid="67588" grpId="0" animBg="1"/>
      <p:bldP spid="67589" grpId="0" animBg="1"/>
      <p:bldP spid="67590" grpId="0" animBg="1"/>
      <p:bldP spid="67591" grpId="0" animBg="1"/>
      <p:bldP spid="67592" grpId="0" animBg="1"/>
      <p:bldP spid="67593" grpId="0" animBg="1"/>
      <p:bldP spid="67594" grpId="0" animBg="1"/>
      <p:bldP spid="67595" grpId="0" animBg="1"/>
      <p:bldP spid="67596" grpId="0" animBg="1"/>
      <p:bldP spid="67597" grpId="0" animBg="1"/>
      <p:bldP spid="67598" grpId="0" animBg="1"/>
      <p:bldP spid="67599" grpId="0" animBg="1"/>
      <p:bldP spid="67600" grpId="0" animBg="1"/>
      <p:bldP spid="67601" grpId="0" animBg="1"/>
      <p:bldP spid="67621" grpId="0" animBg="1"/>
      <p:bldP spid="67622" grpId="0" animBg="1"/>
      <p:bldP spid="67623" grpId="0" animBg="1"/>
      <p:bldP spid="67624" grpId="0" animBg="1"/>
      <p:bldP spid="67625" grpId="0" animBg="1"/>
      <p:bldP spid="67631" grpId="0" animBg="1"/>
      <p:bldP spid="6763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a:extLst>
              <a:ext uri="{FF2B5EF4-FFF2-40B4-BE49-F238E27FC236}">
                <a16:creationId xmlns:a16="http://schemas.microsoft.com/office/drawing/2014/main" id="{74D668F6-4A93-8B45-1423-6A0B94AE7876}"/>
              </a:ext>
            </a:extLst>
          </p:cNvPr>
          <p:cNvSpPr>
            <a:spLocks noGrp="1" noChangeArrowheads="1"/>
          </p:cNvSpPr>
          <p:nvPr>
            <p:ph type="body" idx="1"/>
          </p:nvPr>
        </p:nvSpPr>
        <p:spPr>
          <a:xfrm>
            <a:off x="1825625" y="692151"/>
            <a:ext cx="8540750" cy="4194175"/>
          </a:xfrm>
        </p:spPr>
        <p:txBody>
          <a:bodyPr/>
          <a:lstStyle/>
          <a:p>
            <a:pPr algn="just" eaLnBrk="1" hangingPunct="1">
              <a:lnSpc>
                <a:spcPct val="90000"/>
              </a:lnSpc>
            </a:pPr>
            <a:r>
              <a:rPr lang="en-US" altLang="zh-CN" b="1">
                <a:solidFill>
                  <a:srgbClr val="000808"/>
                </a:solidFill>
                <a:cs typeface="Times New Roman" panose="02020603050405020304" pitchFamily="18" charset="0"/>
              </a:rPr>
              <a:t>NFA</a:t>
            </a:r>
            <a:r>
              <a:rPr lang="zh-CN" altLang="en-US" b="1">
                <a:solidFill>
                  <a:srgbClr val="000808"/>
                </a:solidFill>
              </a:rPr>
              <a:t>与</a:t>
            </a:r>
            <a:r>
              <a:rPr lang="en-US" altLang="zh-CN" b="1">
                <a:solidFill>
                  <a:srgbClr val="000808"/>
                </a:solidFill>
                <a:cs typeface="Times New Roman" panose="02020603050405020304" pitchFamily="18" charset="0"/>
              </a:rPr>
              <a:t>DFA</a:t>
            </a:r>
            <a:r>
              <a:rPr lang="zh-CN" altLang="en-US" b="1">
                <a:solidFill>
                  <a:srgbClr val="000808"/>
                </a:solidFill>
              </a:rPr>
              <a:t>的主要区别是：</a:t>
            </a:r>
            <a:endParaRPr lang="zh-CN" altLang="en-US" b="1">
              <a:solidFill>
                <a:srgbClr val="000808"/>
              </a:solidFill>
              <a:cs typeface="Times New Roman" panose="02020603050405020304" pitchFamily="18" charset="0"/>
            </a:endParaRPr>
          </a:p>
          <a:p>
            <a:pPr algn="just" eaLnBrk="1" hangingPunct="1">
              <a:lnSpc>
                <a:spcPct val="90000"/>
              </a:lnSpc>
            </a:pPr>
            <a:endParaRPr lang="zh-CN" altLang="en-US" b="1">
              <a:solidFill>
                <a:srgbClr val="000808"/>
              </a:solidFill>
              <a:cs typeface="Times New Roman" panose="02020603050405020304" pitchFamily="18" charset="0"/>
            </a:endParaRPr>
          </a:p>
          <a:p>
            <a:pPr algn="just" eaLnBrk="1" hangingPunct="1">
              <a:lnSpc>
                <a:spcPct val="90000"/>
              </a:lnSpc>
            </a:pPr>
            <a:r>
              <a:rPr lang="en-US" altLang="zh-CN" b="1">
                <a:solidFill>
                  <a:srgbClr val="000808"/>
                </a:solidFill>
                <a:cs typeface="Times New Roman" panose="02020603050405020304" pitchFamily="18" charset="0"/>
              </a:rPr>
              <a:t>(1) NFA</a:t>
            </a:r>
            <a:r>
              <a:rPr lang="zh-CN" altLang="en-US" b="1">
                <a:solidFill>
                  <a:srgbClr val="000808"/>
                </a:solidFill>
                <a:cs typeface="Times New Roman" panose="02020603050405020304" pitchFamily="18" charset="0"/>
              </a:rPr>
              <a:t>的</a:t>
            </a:r>
            <a:r>
              <a:rPr lang="zh-CN" altLang="en-US" b="1">
                <a:solidFill>
                  <a:srgbClr val="000808"/>
                </a:solidFill>
              </a:rPr>
              <a:t>初态不唯一； </a:t>
            </a:r>
            <a:r>
              <a:rPr lang="en-US" altLang="zh-CN" b="1">
                <a:solidFill>
                  <a:srgbClr val="000808"/>
                </a:solidFill>
              </a:rPr>
              <a:t>D</a:t>
            </a:r>
            <a:r>
              <a:rPr lang="en-US" altLang="zh-CN" b="1">
                <a:solidFill>
                  <a:srgbClr val="000808"/>
                </a:solidFill>
                <a:cs typeface="Times New Roman" panose="02020603050405020304" pitchFamily="18" charset="0"/>
              </a:rPr>
              <a:t>FA</a:t>
            </a:r>
            <a:r>
              <a:rPr lang="zh-CN" altLang="en-US" b="1">
                <a:solidFill>
                  <a:srgbClr val="000808"/>
                </a:solidFill>
                <a:cs typeface="Times New Roman" panose="02020603050405020304" pitchFamily="18" charset="0"/>
              </a:rPr>
              <a:t>的</a:t>
            </a:r>
            <a:r>
              <a:rPr lang="zh-CN" altLang="en-US" b="1">
                <a:solidFill>
                  <a:srgbClr val="000808"/>
                </a:solidFill>
              </a:rPr>
              <a:t>初态唯一</a:t>
            </a:r>
            <a:endParaRPr lang="zh-CN" altLang="en-US" b="1">
              <a:solidFill>
                <a:srgbClr val="000808"/>
              </a:solidFill>
              <a:cs typeface="Times New Roman" panose="02020603050405020304" pitchFamily="18" charset="0"/>
            </a:endParaRPr>
          </a:p>
          <a:p>
            <a:pPr algn="just" eaLnBrk="1" hangingPunct="1">
              <a:lnSpc>
                <a:spcPct val="90000"/>
              </a:lnSpc>
            </a:pPr>
            <a:r>
              <a:rPr lang="en-US" altLang="zh-CN" b="1">
                <a:solidFill>
                  <a:srgbClr val="000808"/>
                </a:solidFill>
              </a:rPr>
              <a:t>(2) NFA</a:t>
            </a:r>
            <a:r>
              <a:rPr lang="zh-CN" altLang="en-US" b="1">
                <a:solidFill>
                  <a:srgbClr val="000808"/>
                </a:solidFill>
              </a:rPr>
              <a:t>的</a:t>
            </a:r>
            <a:r>
              <a:rPr lang="el-GR" altLang="zh-CN">
                <a:solidFill>
                  <a:schemeClr val="hlink"/>
                </a:solidFill>
              </a:rPr>
              <a:t>δ</a:t>
            </a:r>
            <a:r>
              <a:rPr lang="zh-CN" altLang="en-US" b="1">
                <a:solidFill>
                  <a:srgbClr val="000808"/>
                </a:solidFill>
              </a:rPr>
              <a:t>是多值函数，一个结点的多条引出弧可标同一符号； </a:t>
            </a:r>
            <a:r>
              <a:rPr lang="en-US" altLang="zh-CN" b="1">
                <a:solidFill>
                  <a:srgbClr val="000808"/>
                </a:solidFill>
              </a:rPr>
              <a:t>DFA</a:t>
            </a:r>
            <a:r>
              <a:rPr lang="zh-CN" altLang="en-US" b="1">
                <a:solidFill>
                  <a:srgbClr val="000808"/>
                </a:solidFill>
              </a:rPr>
              <a:t>的</a:t>
            </a:r>
            <a:r>
              <a:rPr lang="el-GR" altLang="zh-CN">
                <a:solidFill>
                  <a:schemeClr val="hlink"/>
                </a:solidFill>
              </a:rPr>
              <a:t>δ</a:t>
            </a:r>
            <a:r>
              <a:rPr lang="zh-CN" altLang="en-US" b="1">
                <a:solidFill>
                  <a:srgbClr val="000808"/>
                </a:solidFill>
              </a:rPr>
              <a:t>是单值函数，一个结点的多条引出弧是不同的符号。</a:t>
            </a:r>
          </a:p>
          <a:p>
            <a:pPr algn="just" eaLnBrk="1" hangingPunct="1">
              <a:lnSpc>
                <a:spcPct val="90000"/>
              </a:lnSpc>
            </a:pPr>
            <a:r>
              <a:rPr lang="en-US" altLang="zh-CN" b="1">
                <a:solidFill>
                  <a:srgbClr val="000808"/>
                </a:solidFill>
              </a:rPr>
              <a:t>(3) NFA</a:t>
            </a:r>
            <a:r>
              <a:rPr lang="zh-CN" altLang="en-US" b="1">
                <a:solidFill>
                  <a:srgbClr val="000808"/>
                </a:solidFill>
              </a:rPr>
              <a:t>弧上的标记可以是字； </a:t>
            </a:r>
            <a:r>
              <a:rPr lang="en-US" altLang="zh-CN" b="1">
                <a:solidFill>
                  <a:srgbClr val="000808"/>
                </a:solidFill>
              </a:rPr>
              <a:t>DFA</a:t>
            </a:r>
            <a:r>
              <a:rPr lang="zh-CN" altLang="en-US" b="1">
                <a:solidFill>
                  <a:srgbClr val="000808"/>
                </a:solidFill>
              </a:rPr>
              <a:t>弧上的标记是字母表中的字母</a:t>
            </a:r>
            <a:r>
              <a:rPr lang="en-US" altLang="zh-CN" b="1">
                <a:solidFill>
                  <a:srgbClr val="000808"/>
                </a:solidFill>
              </a:rPr>
              <a:t>,</a:t>
            </a:r>
          </a:p>
          <a:p>
            <a:pPr algn="just" eaLnBrk="1" hangingPunct="1">
              <a:lnSpc>
                <a:spcPct val="90000"/>
              </a:lnSpc>
            </a:pPr>
            <a:endParaRPr lang="en-US" altLang="zh-CN" b="1">
              <a:solidFill>
                <a:srgbClr val="000808"/>
              </a:solidFill>
            </a:endParaRPr>
          </a:p>
          <a:p>
            <a:pPr algn="just" eaLnBrk="1" hangingPunct="1">
              <a:lnSpc>
                <a:spcPct val="90000"/>
              </a:lnSpc>
            </a:pPr>
            <a:r>
              <a:rPr lang="en-US" altLang="zh-CN" b="1">
                <a:solidFill>
                  <a:srgbClr val="000808"/>
                </a:solidFill>
                <a:cs typeface="Times New Roman" panose="02020603050405020304" pitchFamily="18" charset="0"/>
              </a:rPr>
              <a:t>DFA</a:t>
            </a:r>
            <a:r>
              <a:rPr lang="zh-CN" altLang="en-US" b="1">
                <a:solidFill>
                  <a:srgbClr val="000808"/>
                </a:solidFill>
                <a:cs typeface="Times New Roman" panose="02020603050405020304" pitchFamily="18" charset="0"/>
              </a:rPr>
              <a:t>是</a:t>
            </a:r>
            <a:r>
              <a:rPr lang="en-US" altLang="zh-CN" b="1">
                <a:solidFill>
                  <a:srgbClr val="000808"/>
                </a:solidFill>
                <a:cs typeface="Times New Roman" panose="02020603050405020304" pitchFamily="18" charset="0"/>
              </a:rPr>
              <a:t>NFA</a:t>
            </a:r>
            <a:r>
              <a:rPr lang="zh-CN" altLang="en-US" b="1">
                <a:solidFill>
                  <a:srgbClr val="000808"/>
                </a:solidFill>
                <a:cs typeface="Times New Roman" panose="02020603050405020304" pitchFamily="18" charset="0"/>
              </a:rPr>
              <a:t>的特例</a:t>
            </a:r>
            <a:r>
              <a:rPr lang="en-US" altLang="zh-CN" b="1">
                <a:solidFill>
                  <a:srgbClr val="000808"/>
                </a:solidFill>
                <a:cs typeface="Times New Roman" panose="02020603050405020304" pitchFamily="18" charset="0"/>
              </a:rPr>
              <a:t>,</a:t>
            </a:r>
            <a:r>
              <a:rPr lang="zh-CN" altLang="en-US" b="1">
                <a:solidFill>
                  <a:srgbClr val="000808"/>
                </a:solidFill>
                <a:cs typeface="Times New Roman" panose="02020603050405020304" pitchFamily="18" charset="0"/>
              </a:rPr>
              <a:t>对于每个</a:t>
            </a:r>
            <a:r>
              <a:rPr lang="en-US" altLang="zh-CN" b="1">
                <a:solidFill>
                  <a:srgbClr val="000808"/>
                </a:solidFill>
                <a:cs typeface="Times New Roman" panose="02020603050405020304" pitchFamily="18" charset="0"/>
              </a:rPr>
              <a:t>NFA M</a:t>
            </a:r>
            <a:r>
              <a:rPr lang="zh-CN" altLang="en-US" b="1">
                <a:solidFill>
                  <a:srgbClr val="000808"/>
                </a:solidFill>
                <a:cs typeface="Times New Roman" panose="02020603050405020304" pitchFamily="18" charset="0"/>
              </a:rPr>
              <a:t>都有与之等价的</a:t>
            </a:r>
            <a:r>
              <a:rPr lang="en-US" altLang="zh-CN" b="1">
                <a:solidFill>
                  <a:srgbClr val="000808"/>
                </a:solidFill>
                <a:cs typeface="Times New Roman" panose="02020603050405020304" pitchFamily="18" charset="0"/>
              </a:rPr>
              <a:t>DFA M </a:t>
            </a:r>
            <a:r>
              <a:rPr lang="en-US" altLang="zh-CN" b="1">
                <a:solidFill>
                  <a:srgbClr val="000808"/>
                </a:solidFill>
                <a:latin typeface="Tahoma" panose="020B0604030504040204" pitchFamily="34" charset="0"/>
                <a:cs typeface="Times New Roman" panose="02020603050405020304" pitchFamily="18" charset="0"/>
              </a:rPr>
              <a:t>’’</a:t>
            </a:r>
            <a:r>
              <a:rPr lang="en-US" altLang="zh-CN" b="1">
                <a:solidFill>
                  <a:srgbClr val="000808"/>
                </a:solidFill>
                <a:cs typeface="Times New Roman" panose="02020603050405020304" pitchFamily="18" charset="0"/>
              </a:rPr>
              <a:t>,</a:t>
            </a:r>
            <a:r>
              <a:rPr lang="zh-CN" altLang="en-US" b="1">
                <a:solidFill>
                  <a:srgbClr val="000808"/>
                </a:solidFill>
                <a:cs typeface="Times New Roman" panose="02020603050405020304" pitchFamily="18" charset="0"/>
              </a:rPr>
              <a:t>使</a:t>
            </a:r>
            <a:r>
              <a:rPr lang="en-US" altLang="zh-CN" b="1">
                <a:solidFill>
                  <a:srgbClr val="000808"/>
                </a:solidFill>
                <a:cs typeface="Times New Roman" panose="02020603050405020304" pitchFamily="18" charset="0"/>
              </a:rPr>
              <a:t>L(M)=L(M</a:t>
            </a:r>
            <a:r>
              <a:rPr lang="en-US" altLang="zh-CN" b="1">
                <a:solidFill>
                  <a:srgbClr val="000808"/>
                </a:solidFill>
                <a:latin typeface="Tahoma" panose="020B0604030504040204" pitchFamily="34" charset="0"/>
                <a:cs typeface="Times New Roman" panose="02020603050405020304" pitchFamily="18" charset="0"/>
              </a:rPr>
              <a:t>’’</a:t>
            </a:r>
            <a:r>
              <a:rPr lang="en-US" altLang="zh-CN" b="1">
                <a:solidFill>
                  <a:srgbClr val="000808"/>
                </a:solidFill>
                <a:cs typeface="Times New Roman" panose="02020603050405020304" pitchFamily="18" charset="0"/>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AutoShape 2">
            <a:extLst>
              <a:ext uri="{FF2B5EF4-FFF2-40B4-BE49-F238E27FC236}">
                <a16:creationId xmlns:a16="http://schemas.microsoft.com/office/drawing/2014/main" id="{CE57AB92-3BAC-5DEB-547B-55F0CDCB36D5}"/>
              </a:ext>
            </a:extLst>
          </p:cNvPr>
          <p:cNvSpPr>
            <a:spLocks noChangeArrowheads="1"/>
          </p:cNvSpPr>
          <p:nvPr/>
        </p:nvSpPr>
        <p:spPr bwMode="auto">
          <a:xfrm>
            <a:off x="3362326" y="3790623"/>
            <a:ext cx="569913" cy="562630"/>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68611" name="AutoShape 3">
            <a:extLst>
              <a:ext uri="{FF2B5EF4-FFF2-40B4-BE49-F238E27FC236}">
                <a16:creationId xmlns:a16="http://schemas.microsoft.com/office/drawing/2014/main" id="{1F253521-53F7-04C1-C667-BBD227EEB9B7}"/>
              </a:ext>
            </a:extLst>
          </p:cNvPr>
          <p:cNvSpPr>
            <a:spLocks noChangeArrowheads="1"/>
          </p:cNvSpPr>
          <p:nvPr/>
        </p:nvSpPr>
        <p:spPr bwMode="auto">
          <a:xfrm>
            <a:off x="6602413" y="3769985"/>
            <a:ext cx="569912"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4</a:t>
            </a:r>
          </a:p>
        </p:txBody>
      </p:sp>
      <p:sp>
        <p:nvSpPr>
          <p:cNvPr id="68612" name="AutoShape 4">
            <a:extLst>
              <a:ext uri="{FF2B5EF4-FFF2-40B4-BE49-F238E27FC236}">
                <a16:creationId xmlns:a16="http://schemas.microsoft.com/office/drawing/2014/main" id="{E3A9BD21-0811-3B85-501D-8FDA479DC7DF}"/>
              </a:ext>
            </a:extLst>
          </p:cNvPr>
          <p:cNvSpPr>
            <a:spLocks noChangeArrowheads="1"/>
          </p:cNvSpPr>
          <p:nvPr/>
        </p:nvSpPr>
        <p:spPr bwMode="auto">
          <a:xfrm>
            <a:off x="4946651" y="3769985"/>
            <a:ext cx="569913" cy="562630"/>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68613" name="Line 5">
            <a:extLst>
              <a:ext uri="{FF2B5EF4-FFF2-40B4-BE49-F238E27FC236}">
                <a16:creationId xmlns:a16="http://schemas.microsoft.com/office/drawing/2014/main" id="{6E988DC9-7B97-8593-CC87-D2EAC5B7168D}"/>
              </a:ext>
            </a:extLst>
          </p:cNvPr>
          <p:cNvSpPr>
            <a:spLocks noChangeShapeType="1"/>
          </p:cNvSpPr>
          <p:nvPr/>
        </p:nvSpPr>
        <p:spPr bwMode="auto">
          <a:xfrm>
            <a:off x="2279650" y="4073525"/>
            <a:ext cx="10795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14" name="AutoShape 6">
            <a:extLst>
              <a:ext uri="{FF2B5EF4-FFF2-40B4-BE49-F238E27FC236}">
                <a16:creationId xmlns:a16="http://schemas.microsoft.com/office/drawing/2014/main" id="{E28BF39D-A533-B469-D0A9-4E1F2FB2D881}"/>
              </a:ext>
            </a:extLst>
          </p:cNvPr>
          <p:cNvSpPr>
            <a:spLocks noChangeArrowheads="1"/>
          </p:cNvSpPr>
          <p:nvPr/>
        </p:nvSpPr>
        <p:spPr bwMode="auto">
          <a:xfrm>
            <a:off x="4875213" y="2566660"/>
            <a:ext cx="569912" cy="562630"/>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68615" name="Line 7">
            <a:extLst>
              <a:ext uri="{FF2B5EF4-FFF2-40B4-BE49-F238E27FC236}">
                <a16:creationId xmlns:a16="http://schemas.microsoft.com/office/drawing/2014/main" id="{B8DB0CB9-7A82-B471-ADB3-7F86DAC4E54C}"/>
              </a:ext>
            </a:extLst>
          </p:cNvPr>
          <p:cNvSpPr>
            <a:spLocks noChangeShapeType="1"/>
          </p:cNvSpPr>
          <p:nvPr/>
        </p:nvSpPr>
        <p:spPr bwMode="auto">
          <a:xfrm>
            <a:off x="3935413" y="4052888"/>
            <a:ext cx="1008062"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16" name="Line 8">
            <a:extLst>
              <a:ext uri="{FF2B5EF4-FFF2-40B4-BE49-F238E27FC236}">
                <a16:creationId xmlns:a16="http://schemas.microsoft.com/office/drawing/2014/main" id="{80DEC881-9B7E-1F87-5F7D-77E1CFBE375D}"/>
              </a:ext>
            </a:extLst>
          </p:cNvPr>
          <p:cNvSpPr>
            <a:spLocks noChangeShapeType="1"/>
          </p:cNvSpPr>
          <p:nvPr/>
        </p:nvSpPr>
        <p:spPr bwMode="auto">
          <a:xfrm>
            <a:off x="5519738" y="4052888"/>
            <a:ext cx="10795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17" name="Line 9">
            <a:extLst>
              <a:ext uri="{FF2B5EF4-FFF2-40B4-BE49-F238E27FC236}">
                <a16:creationId xmlns:a16="http://schemas.microsoft.com/office/drawing/2014/main" id="{7BF29C5E-7036-853C-CA62-DA0272FF05F0}"/>
              </a:ext>
            </a:extLst>
          </p:cNvPr>
          <p:cNvSpPr>
            <a:spLocks noChangeShapeType="1"/>
          </p:cNvSpPr>
          <p:nvPr/>
        </p:nvSpPr>
        <p:spPr bwMode="auto">
          <a:xfrm flipV="1">
            <a:off x="3648076" y="2847976"/>
            <a:ext cx="1223963" cy="9366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18" name="Line 10">
            <a:extLst>
              <a:ext uri="{FF2B5EF4-FFF2-40B4-BE49-F238E27FC236}">
                <a16:creationId xmlns:a16="http://schemas.microsoft.com/office/drawing/2014/main" id="{D96E7A57-0626-218E-1CE8-902B15777823}"/>
              </a:ext>
            </a:extLst>
          </p:cNvPr>
          <p:cNvSpPr>
            <a:spLocks noChangeShapeType="1"/>
          </p:cNvSpPr>
          <p:nvPr/>
        </p:nvSpPr>
        <p:spPr bwMode="auto">
          <a:xfrm>
            <a:off x="5446714" y="2847976"/>
            <a:ext cx="1368425" cy="9366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19" name="Arc 11">
            <a:extLst>
              <a:ext uri="{FF2B5EF4-FFF2-40B4-BE49-F238E27FC236}">
                <a16:creationId xmlns:a16="http://schemas.microsoft.com/office/drawing/2014/main" id="{AE1C7A28-8915-E73A-366C-ABC4E3CA02B7}"/>
              </a:ext>
            </a:extLst>
          </p:cNvPr>
          <p:cNvSpPr>
            <a:spLocks/>
          </p:cNvSpPr>
          <p:nvPr/>
        </p:nvSpPr>
        <p:spPr bwMode="auto">
          <a:xfrm rot="10800000">
            <a:off x="3719513" y="4052856"/>
            <a:ext cx="2808287" cy="797947"/>
          </a:xfrm>
          <a:custGeom>
            <a:avLst/>
            <a:gdLst>
              <a:gd name="T0" fmla="*/ 0 w 30836"/>
              <a:gd name="T1" fmla="*/ 2147483646 h 21600"/>
              <a:gd name="T2" fmla="*/ 2147483646 w 30836"/>
              <a:gd name="T3" fmla="*/ 2147483646 h 21600"/>
              <a:gd name="T4" fmla="*/ 2147483646 w 30836"/>
              <a:gd name="T5" fmla="*/ 2147483646 h 21600"/>
              <a:gd name="T6" fmla="*/ 0 60000 65536"/>
              <a:gd name="T7" fmla="*/ 0 60000 65536"/>
              <a:gd name="T8" fmla="*/ 0 60000 65536"/>
              <a:gd name="T9" fmla="*/ 0 w 30836"/>
              <a:gd name="T10" fmla="*/ 0 h 21600"/>
              <a:gd name="T11" fmla="*/ 30836 w 30836"/>
              <a:gd name="T12" fmla="*/ 21600 h 21600"/>
            </a:gdLst>
            <a:ahLst/>
            <a:cxnLst>
              <a:cxn ang="T6">
                <a:pos x="T0" y="T1"/>
              </a:cxn>
              <a:cxn ang="T7">
                <a:pos x="T2" y="T3"/>
              </a:cxn>
              <a:cxn ang="T8">
                <a:pos x="T4" y="T5"/>
              </a:cxn>
            </a:cxnLst>
            <a:rect l="T9" t="T10" r="T11" b="T12"/>
            <a:pathLst>
              <a:path w="30836" h="21600" fill="none" extrusionOk="0">
                <a:moveTo>
                  <a:pt x="0" y="4232"/>
                </a:moveTo>
                <a:cubicBezTo>
                  <a:pt x="3717" y="1483"/>
                  <a:pt x="8218" y="-1"/>
                  <a:pt x="12842" y="0"/>
                </a:cubicBezTo>
                <a:cubicBezTo>
                  <a:pt x="20077" y="0"/>
                  <a:pt x="26832" y="3622"/>
                  <a:pt x="30835" y="9650"/>
                </a:cubicBezTo>
              </a:path>
              <a:path w="30836" h="21600" stroke="0" extrusionOk="0">
                <a:moveTo>
                  <a:pt x="0" y="4232"/>
                </a:moveTo>
                <a:cubicBezTo>
                  <a:pt x="3717" y="1483"/>
                  <a:pt x="8218" y="-1"/>
                  <a:pt x="12842" y="0"/>
                </a:cubicBezTo>
                <a:cubicBezTo>
                  <a:pt x="20077" y="0"/>
                  <a:pt x="26832" y="3622"/>
                  <a:pt x="30835" y="9650"/>
                </a:cubicBezTo>
                <a:lnTo>
                  <a:pt x="12842" y="21600"/>
                </a:lnTo>
                <a:lnTo>
                  <a:pt x="0" y="4232"/>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20" name="Line 12">
            <a:extLst>
              <a:ext uri="{FF2B5EF4-FFF2-40B4-BE49-F238E27FC236}">
                <a16:creationId xmlns:a16="http://schemas.microsoft.com/office/drawing/2014/main" id="{E5F197DC-87AF-9658-1D5A-C5AEF118CC84}"/>
              </a:ext>
            </a:extLst>
          </p:cNvPr>
          <p:cNvSpPr>
            <a:spLocks noChangeShapeType="1"/>
          </p:cNvSpPr>
          <p:nvPr/>
        </p:nvSpPr>
        <p:spPr bwMode="auto">
          <a:xfrm flipV="1">
            <a:off x="6483351" y="4403726"/>
            <a:ext cx="404813" cy="30321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21" name="Arc 13">
            <a:extLst>
              <a:ext uri="{FF2B5EF4-FFF2-40B4-BE49-F238E27FC236}">
                <a16:creationId xmlns:a16="http://schemas.microsoft.com/office/drawing/2014/main" id="{8BF6D407-EB4C-56BD-48A7-D96B8229D875}"/>
              </a:ext>
            </a:extLst>
          </p:cNvPr>
          <p:cNvSpPr>
            <a:spLocks/>
          </p:cNvSpPr>
          <p:nvPr/>
        </p:nvSpPr>
        <p:spPr bwMode="auto">
          <a:xfrm rot="1751364">
            <a:off x="5423740" y="2781188"/>
            <a:ext cx="1503630" cy="1123382"/>
          </a:xfrm>
          <a:custGeom>
            <a:avLst/>
            <a:gdLst>
              <a:gd name="T0" fmla="*/ 0 w 30836"/>
              <a:gd name="T1" fmla="*/ 2147483646 h 21600"/>
              <a:gd name="T2" fmla="*/ 2147483646 w 30836"/>
              <a:gd name="T3" fmla="*/ 2147483646 h 21600"/>
              <a:gd name="T4" fmla="*/ 2147483646 w 30836"/>
              <a:gd name="T5" fmla="*/ 2147483646 h 21600"/>
              <a:gd name="T6" fmla="*/ 0 60000 65536"/>
              <a:gd name="T7" fmla="*/ 0 60000 65536"/>
              <a:gd name="T8" fmla="*/ 0 60000 65536"/>
              <a:gd name="T9" fmla="*/ 0 w 30836"/>
              <a:gd name="T10" fmla="*/ 0 h 21600"/>
              <a:gd name="T11" fmla="*/ 30836 w 30836"/>
              <a:gd name="T12" fmla="*/ 21600 h 21600"/>
            </a:gdLst>
            <a:ahLst/>
            <a:cxnLst>
              <a:cxn ang="T6">
                <a:pos x="T0" y="T1"/>
              </a:cxn>
              <a:cxn ang="T7">
                <a:pos x="T2" y="T3"/>
              </a:cxn>
              <a:cxn ang="T8">
                <a:pos x="T4" y="T5"/>
              </a:cxn>
            </a:cxnLst>
            <a:rect l="T9" t="T10" r="T11" b="T12"/>
            <a:pathLst>
              <a:path w="30836" h="21600" fill="none" extrusionOk="0">
                <a:moveTo>
                  <a:pt x="0" y="4232"/>
                </a:moveTo>
                <a:cubicBezTo>
                  <a:pt x="3717" y="1483"/>
                  <a:pt x="8218" y="-1"/>
                  <a:pt x="12842" y="0"/>
                </a:cubicBezTo>
                <a:cubicBezTo>
                  <a:pt x="20077" y="0"/>
                  <a:pt x="26832" y="3622"/>
                  <a:pt x="30835" y="9650"/>
                </a:cubicBezTo>
              </a:path>
              <a:path w="30836" h="21600" stroke="0" extrusionOk="0">
                <a:moveTo>
                  <a:pt x="0" y="4232"/>
                </a:moveTo>
                <a:cubicBezTo>
                  <a:pt x="3717" y="1483"/>
                  <a:pt x="8218" y="-1"/>
                  <a:pt x="12842" y="0"/>
                </a:cubicBezTo>
                <a:cubicBezTo>
                  <a:pt x="20077" y="0"/>
                  <a:pt x="26832" y="3622"/>
                  <a:pt x="30835" y="9650"/>
                </a:cubicBezTo>
                <a:lnTo>
                  <a:pt x="12842" y="21600"/>
                </a:lnTo>
                <a:lnTo>
                  <a:pt x="0" y="4232"/>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22" name="Line 14">
            <a:extLst>
              <a:ext uri="{FF2B5EF4-FFF2-40B4-BE49-F238E27FC236}">
                <a16:creationId xmlns:a16="http://schemas.microsoft.com/office/drawing/2014/main" id="{D6BA50C4-3C91-3DE3-D898-4F7434FF835D}"/>
              </a:ext>
            </a:extLst>
          </p:cNvPr>
          <p:cNvSpPr>
            <a:spLocks noChangeShapeType="1"/>
          </p:cNvSpPr>
          <p:nvPr/>
        </p:nvSpPr>
        <p:spPr bwMode="auto">
          <a:xfrm rot="12551364" flipV="1">
            <a:off x="5454651" y="2581276"/>
            <a:ext cx="239713" cy="25241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8623" name="Text Box 15">
            <a:extLst>
              <a:ext uri="{FF2B5EF4-FFF2-40B4-BE49-F238E27FC236}">
                <a16:creationId xmlns:a16="http://schemas.microsoft.com/office/drawing/2014/main" id="{4935F43A-F14F-0226-C159-07E4E999E85D}"/>
              </a:ext>
            </a:extLst>
          </p:cNvPr>
          <p:cNvSpPr txBox="1">
            <a:spLocks noChangeArrowheads="1"/>
          </p:cNvSpPr>
          <p:nvPr/>
        </p:nvSpPr>
        <p:spPr bwMode="auto">
          <a:xfrm>
            <a:off x="4222750" y="3692526"/>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8624" name="Text Box 16">
            <a:extLst>
              <a:ext uri="{FF2B5EF4-FFF2-40B4-BE49-F238E27FC236}">
                <a16:creationId xmlns:a16="http://schemas.microsoft.com/office/drawing/2014/main" id="{F0061584-048A-7D11-5832-439DE8E1B6AE}"/>
              </a:ext>
            </a:extLst>
          </p:cNvPr>
          <p:cNvSpPr txBox="1">
            <a:spLocks noChangeArrowheads="1"/>
          </p:cNvSpPr>
          <p:nvPr/>
        </p:nvSpPr>
        <p:spPr bwMode="auto">
          <a:xfrm>
            <a:off x="3863975" y="3065464"/>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68625" name="Text Box 17">
            <a:extLst>
              <a:ext uri="{FF2B5EF4-FFF2-40B4-BE49-F238E27FC236}">
                <a16:creationId xmlns:a16="http://schemas.microsoft.com/office/drawing/2014/main" id="{70A8B978-7689-FF49-D4B5-53858295196E}"/>
              </a:ext>
            </a:extLst>
          </p:cNvPr>
          <p:cNvSpPr txBox="1">
            <a:spLocks noChangeArrowheads="1"/>
          </p:cNvSpPr>
          <p:nvPr/>
        </p:nvSpPr>
        <p:spPr bwMode="auto">
          <a:xfrm>
            <a:off x="5807075" y="36925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8626" name="Text Box 18">
            <a:extLst>
              <a:ext uri="{FF2B5EF4-FFF2-40B4-BE49-F238E27FC236}">
                <a16:creationId xmlns:a16="http://schemas.microsoft.com/office/drawing/2014/main" id="{B87C5FAF-E321-CEFD-CB4C-5AE80C1BEE28}"/>
              </a:ext>
            </a:extLst>
          </p:cNvPr>
          <p:cNvSpPr txBox="1">
            <a:spLocks noChangeArrowheads="1"/>
          </p:cNvSpPr>
          <p:nvPr/>
        </p:nvSpPr>
        <p:spPr bwMode="auto">
          <a:xfrm>
            <a:off x="5951538" y="2900363"/>
            <a:ext cx="431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68627" name="Text Box 19">
            <a:extLst>
              <a:ext uri="{FF2B5EF4-FFF2-40B4-BE49-F238E27FC236}">
                <a16:creationId xmlns:a16="http://schemas.microsoft.com/office/drawing/2014/main" id="{632B7839-9787-083F-E03A-2023975CC5A1}"/>
              </a:ext>
            </a:extLst>
          </p:cNvPr>
          <p:cNvSpPr txBox="1">
            <a:spLocks noChangeArrowheads="1"/>
          </p:cNvSpPr>
          <p:nvPr/>
        </p:nvSpPr>
        <p:spPr bwMode="auto">
          <a:xfrm>
            <a:off x="5087938" y="448468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8628" name="Text Box 20">
            <a:extLst>
              <a:ext uri="{FF2B5EF4-FFF2-40B4-BE49-F238E27FC236}">
                <a16:creationId xmlns:a16="http://schemas.microsoft.com/office/drawing/2014/main" id="{55C0F170-5EFF-BC37-D807-D394638B4C3C}"/>
              </a:ext>
            </a:extLst>
          </p:cNvPr>
          <p:cNvSpPr txBox="1">
            <a:spLocks noChangeArrowheads="1"/>
          </p:cNvSpPr>
          <p:nvPr/>
        </p:nvSpPr>
        <p:spPr bwMode="auto">
          <a:xfrm>
            <a:off x="6456363" y="261143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68633" name="Rectangle 25">
            <a:extLst>
              <a:ext uri="{FF2B5EF4-FFF2-40B4-BE49-F238E27FC236}">
                <a16:creationId xmlns:a16="http://schemas.microsoft.com/office/drawing/2014/main" id="{2E77C2F9-9F55-1EE8-3816-087DD73A4D98}"/>
              </a:ext>
            </a:extLst>
          </p:cNvPr>
          <p:cNvSpPr>
            <a:spLocks noChangeArrowheads="1"/>
          </p:cNvSpPr>
          <p:nvPr/>
        </p:nvSpPr>
        <p:spPr bwMode="auto">
          <a:xfrm>
            <a:off x="8759825" y="2487613"/>
            <a:ext cx="1100138" cy="71120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允许接受</a:t>
            </a:r>
            <a:r>
              <a:rPr lang="en-US" altLang="zh-CN" sz="2000" b="1">
                <a:solidFill>
                  <a:srgbClr val="3366FF"/>
                </a:solidFill>
                <a:latin typeface="宋体" panose="02010600030101010101" pitchFamily="2" charset="-122"/>
              </a:rPr>
              <a:t>ab</a:t>
            </a:r>
            <a:endParaRPr lang="en-US" altLang="zh-CN" sz="2000" b="1" i="1">
              <a:solidFill>
                <a:srgbClr val="006600"/>
              </a:solidFill>
              <a:latin typeface="宋体" panose="02010600030101010101" pitchFamily="2" charset="-122"/>
            </a:endParaRPr>
          </a:p>
        </p:txBody>
      </p:sp>
      <p:grpSp>
        <p:nvGrpSpPr>
          <p:cNvPr id="3" name="Group 26">
            <a:extLst>
              <a:ext uri="{FF2B5EF4-FFF2-40B4-BE49-F238E27FC236}">
                <a16:creationId xmlns:a16="http://schemas.microsoft.com/office/drawing/2014/main" id="{8A0FC6D6-4BE0-CBAB-EA7F-0FDFED3233D2}"/>
              </a:ext>
            </a:extLst>
          </p:cNvPr>
          <p:cNvGrpSpPr>
            <a:grpSpLocks/>
          </p:cNvGrpSpPr>
          <p:nvPr/>
        </p:nvGrpSpPr>
        <p:grpSpPr bwMode="auto">
          <a:xfrm>
            <a:off x="7175500" y="3208338"/>
            <a:ext cx="2160588" cy="863600"/>
            <a:chOff x="3379" y="1026"/>
            <a:chExt cx="1361" cy="544"/>
          </a:xfrm>
        </p:grpSpPr>
        <p:sp>
          <p:nvSpPr>
            <p:cNvPr id="136239" name="Line 27">
              <a:extLst>
                <a:ext uri="{FF2B5EF4-FFF2-40B4-BE49-F238E27FC236}">
                  <a16:creationId xmlns:a16="http://schemas.microsoft.com/office/drawing/2014/main" id="{EACED4C3-BB1C-93DE-9AEA-FC3D7475B4D9}"/>
                </a:ext>
              </a:extLst>
            </p:cNvPr>
            <p:cNvSpPr>
              <a:spLocks noChangeShapeType="1"/>
            </p:cNvSpPr>
            <p:nvPr/>
          </p:nvSpPr>
          <p:spPr bwMode="auto">
            <a:xfrm>
              <a:off x="3379" y="1570"/>
              <a:ext cx="1361" cy="0"/>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6240" name="Line 28">
              <a:extLst>
                <a:ext uri="{FF2B5EF4-FFF2-40B4-BE49-F238E27FC236}">
                  <a16:creationId xmlns:a16="http://schemas.microsoft.com/office/drawing/2014/main" id="{25F7ADDB-7088-FF9E-91F7-B0CBCF4F16E7}"/>
                </a:ext>
              </a:extLst>
            </p:cNvPr>
            <p:cNvSpPr>
              <a:spLocks noChangeShapeType="1"/>
            </p:cNvSpPr>
            <p:nvPr/>
          </p:nvSpPr>
          <p:spPr bwMode="auto">
            <a:xfrm flipV="1">
              <a:off x="4740" y="1026"/>
              <a:ext cx="0" cy="544"/>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4" name="Group 29">
            <a:extLst>
              <a:ext uri="{FF2B5EF4-FFF2-40B4-BE49-F238E27FC236}">
                <a16:creationId xmlns:a16="http://schemas.microsoft.com/office/drawing/2014/main" id="{2DB18780-AA2F-964C-A89A-C3A85136DE2E}"/>
              </a:ext>
            </a:extLst>
          </p:cNvPr>
          <p:cNvGrpSpPr>
            <a:grpSpLocks/>
          </p:cNvGrpSpPr>
          <p:nvPr/>
        </p:nvGrpSpPr>
        <p:grpSpPr bwMode="auto">
          <a:xfrm>
            <a:off x="7175501" y="2128838"/>
            <a:ext cx="2881313" cy="1943100"/>
            <a:chOff x="3651" y="1117"/>
            <a:chExt cx="1815" cy="1224"/>
          </a:xfrm>
        </p:grpSpPr>
        <p:grpSp>
          <p:nvGrpSpPr>
            <p:cNvPr id="136235" name="Group 30">
              <a:extLst>
                <a:ext uri="{FF2B5EF4-FFF2-40B4-BE49-F238E27FC236}">
                  <a16:creationId xmlns:a16="http://schemas.microsoft.com/office/drawing/2014/main" id="{C5342337-9022-E458-6474-8794B44C7E4E}"/>
                </a:ext>
              </a:extLst>
            </p:cNvPr>
            <p:cNvGrpSpPr>
              <a:grpSpLocks/>
            </p:cNvGrpSpPr>
            <p:nvPr/>
          </p:nvGrpSpPr>
          <p:grpSpPr bwMode="auto">
            <a:xfrm>
              <a:off x="3651" y="1797"/>
              <a:ext cx="1361" cy="544"/>
              <a:chOff x="3379" y="1026"/>
              <a:chExt cx="1361" cy="544"/>
            </a:xfrm>
          </p:grpSpPr>
          <p:sp>
            <p:nvSpPr>
              <p:cNvPr id="136237" name="Line 31">
                <a:extLst>
                  <a:ext uri="{FF2B5EF4-FFF2-40B4-BE49-F238E27FC236}">
                    <a16:creationId xmlns:a16="http://schemas.microsoft.com/office/drawing/2014/main" id="{152794DC-42B7-1934-5B44-D2F38DCA3515}"/>
                  </a:ext>
                </a:extLst>
              </p:cNvPr>
              <p:cNvSpPr>
                <a:spLocks noChangeShapeType="1"/>
              </p:cNvSpPr>
              <p:nvPr/>
            </p:nvSpPr>
            <p:spPr bwMode="auto">
              <a:xfrm>
                <a:off x="3379" y="1570"/>
                <a:ext cx="1361" cy="0"/>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6238" name="Line 32">
                <a:extLst>
                  <a:ext uri="{FF2B5EF4-FFF2-40B4-BE49-F238E27FC236}">
                    <a16:creationId xmlns:a16="http://schemas.microsoft.com/office/drawing/2014/main" id="{BD0D4A12-8F15-FD82-9373-C9CC5C78AC9F}"/>
                  </a:ext>
                </a:extLst>
              </p:cNvPr>
              <p:cNvSpPr>
                <a:spLocks noChangeShapeType="1"/>
              </p:cNvSpPr>
              <p:nvPr/>
            </p:nvSpPr>
            <p:spPr bwMode="auto">
              <a:xfrm flipV="1">
                <a:off x="4740" y="1026"/>
                <a:ext cx="0" cy="544"/>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36236" name="Rectangle 33">
              <a:extLst>
                <a:ext uri="{FF2B5EF4-FFF2-40B4-BE49-F238E27FC236}">
                  <a16:creationId xmlns:a16="http://schemas.microsoft.com/office/drawing/2014/main" id="{C754E71A-C2EC-1B01-27DB-BF8C60B6795D}"/>
                </a:ext>
              </a:extLst>
            </p:cNvPr>
            <p:cNvSpPr>
              <a:spLocks noChangeArrowheads="1"/>
            </p:cNvSpPr>
            <p:nvPr/>
          </p:nvSpPr>
          <p:spPr bwMode="auto">
            <a:xfrm>
              <a:off x="4468" y="1117"/>
              <a:ext cx="998" cy="64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允许接受与</a:t>
              </a:r>
              <a:r>
                <a:rPr lang="en-US" altLang="zh-CN" sz="2000" b="1">
                  <a:solidFill>
                    <a:srgbClr val="3366FF"/>
                  </a:solidFill>
                  <a:latin typeface="宋体" panose="02010600030101010101" pitchFamily="2" charset="-122"/>
                </a:rPr>
                <a:t>ab*</a:t>
              </a:r>
              <a:r>
                <a:rPr lang="zh-CN" altLang="en-US" sz="2000" b="1">
                  <a:solidFill>
                    <a:srgbClr val="3366FF"/>
                  </a:solidFill>
                  <a:latin typeface="宋体" panose="02010600030101010101" pitchFamily="2" charset="-122"/>
                </a:rPr>
                <a:t>匹配的字符串</a:t>
              </a:r>
              <a:endParaRPr lang="zh-CN" altLang="en-US" sz="2000" b="1" i="1">
                <a:solidFill>
                  <a:srgbClr val="006600"/>
                </a:solidFill>
                <a:latin typeface="宋体" panose="02010600030101010101" pitchFamily="2" charset="-122"/>
              </a:endParaRPr>
            </a:p>
          </p:txBody>
        </p:sp>
      </p:grpSp>
      <p:grpSp>
        <p:nvGrpSpPr>
          <p:cNvPr id="6" name="Group 34">
            <a:extLst>
              <a:ext uri="{FF2B5EF4-FFF2-40B4-BE49-F238E27FC236}">
                <a16:creationId xmlns:a16="http://schemas.microsoft.com/office/drawing/2014/main" id="{F3EBB51E-0959-80EB-7372-DD951709B69D}"/>
              </a:ext>
            </a:extLst>
          </p:cNvPr>
          <p:cNvGrpSpPr>
            <a:grpSpLocks/>
          </p:cNvGrpSpPr>
          <p:nvPr/>
        </p:nvGrpSpPr>
        <p:grpSpPr bwMode="auto">
          <a:xfrm>
            <a:off x="7175501" y="2128838"/>
            <a:ext cx="2881313" cy="1943100"/>
            <a:chOff x="3651" y="1117"/>
            <a:chExt cx="1815" cy="1224"/>
          </a:xfrm>
        </p:grpSpPr>
        <p:grpSp>
          <p:nvGrpSpPr>
            <p:cNvPr id="136231" name="Group 35">
              <a:extLst>
                <a:ext uri="{FF2B5EF4-FFF2-40B4-BE49-F238E27FC236}">
                  <a16:creationId xmlns:a16="http://schemas.microsoft.com/office/drawing/2014/main" id="{0DE2D05A-E447-05C9-C130-4B8A3B2B4D76}"/>
                </a:ext>
              </a:extLst>
            </p:cNvPr>
            <p:cNvGrpSpPr>
              <a:grpSpLocks/>
            </p:cNvGrpSpPr>
            <p:nvPr/>
          </p:nvGrpSpPr>
          <p:grpSpPr bwMode="auto">
            <a:xfrm>
              <a:off x="3651" y="1797"/>
              <a:ext cx="1361" cy="544"/>
              <a:chOff x="3379" y="1026"/>
              <a:chExt cx="1361" cy="544"/>
            </a:xfrm>
          </p:grpSpPr>
          <p:sp>
            <p:nvSpPr>
              <p:cNvPr id="136233" name="Line 36">
                <a:extLst>
                  <a:ext uri="{FF2B5EF4-FFF2-40B4-BE49-F238E27FC236}">
                    <a16:creationId xmlns:a16="http://schemas.microsoft.com/office/drawing/2014/main" id="{8A72ED11-60D3-744B-A43E-04F2C7B5EF7A}"/>
                  </a:ext>
                </a:extLst>
              </p:cNvPr>
              <p:cNvSpPr>
                <a:spLocks noChangeShapeType="1"/>
              </p:cNvSpPr>
              <p:nvPr/>
            </p:nvSpPr>
            <p:spPr bwMode="auto">
              <a:xfrm>
                <a:off x="3379" y="1570"/>
                <a:ext cx="1361" cy="0"/>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6234" name="Line 37">
                <a:extLst>
                  <a:ext uri="{FF2B5EF4-FFF2-40B4-BE49-F238E27FC236}">
                    <a16:creationId xmlns:a16="http://schemas.microsoft.com/office/drawing/2014/main" id="{38F77112-14C4-9B0F-222E-40F2F85A5735}"/>
                  </a:ext>
                </a:extLst>
              </p:cNvPr>
              <p:cNvSpPr>
                <a:spLocks noChangeShapeType="1"/>
              </p:cNvSpPr>
              <p:nvPr/>
            </p:nvSpPr>
            <p:spPr bwMode="auto">
              <a:xfrm flipV="1">
                <a:off x="4740" y="1026"/>
                <a:ext cx="0" cy="544"/>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36232" name="Rectangle 38">
              <a:extLst>
                <a:ext uri="{FF2B5EF4-FFF2-40B4-BE49-F238E27FC236}">
                  <a16:creationId xmlns:a16="http://schemas.microsoft.com/office/drawing/2014/main" id="{C4B6A83C-8C39-0E45-5FBB-25C3F492AC96}"/>
                </a:ext>
              </a:extLst>
            </p:cNvPr>
            <p:cNvSpPr>
              <a:spLocks noChangeArrowheads="1"/>
            </p:cNvSpPr>
            <p:nvPr/>
          </p:nvSpPr>
          <p:spPr bwMode="auto">
            <a:xfrm>
              <a:off x="4468" y="1117"/>
              <a:ext cx="998" cy="64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允许接受与</a:t>
              </a:r>
              <a:r>
                <a:rPr lang="en-US" altLang="zh-CN" sz="2000" b="1">
                  <a:solidFill>
                    <a:srgbClr val="3366FF"/>
                  </a:solidFill>
                  <a:latin typeface="宋体" panose="02010600030101010101" pitchFamily="2" charset="-122"/>
                </a:rPr>
                <a:t>b*</a:t>
              </a:r>
              <a:r>
                <a:rPr lang="zh-CN" altLang="en-US" sz="2000" b="1">
                  <a:solidFill>
                    <a:srgbClr val="3366FF"/>
                  </a:solidFill>
                  <a:latin typeface="宋体" panose="02010600030101010101" pitchFamily="2" charset="-122"/>
                </a:rPr>
                <a:t>匹配的字符串</a:t>
              </a:r>
              <a:endParaRPr lang="zh-CN" altLang="en-US" sz="2000" b="1" i="1">
                <a:solidFill>
                  <a:srgbClr val="006600"/>
                </a:solidFill>
                <a:latin typeface="宋体" panose="02010600030101010101" pitchFamily="2" charset="-122"/>
              </a:endParaRPr>
            </a:p>
          </p:txBody>
        </p:sp>
      </p:grpSp>
      <p:grpSp>
        <p:nvGrpSpPr>
          <p:cNvPr id="8" name="Group 39">
            <a:extLst>
              <a:ext uri="{FF2B5EF4-FFF2-40B4-BE49-F238E27FC236}">
                <a16:creationId xmlns:a16="http://schemas.microsoft.com/office/drawing/2014/main" id="{C3CF18AB-A4E9-801B-CF8D-304D240C5ADE}"/>
              </a:ext>
            </a:extLst>
          </p:cNvPr>
          <p:cNvGrpSpPr>
            <a:grpSpLocks/>
          </p:cNvGrpSpPr>
          <p:nvPr/>
        </p:nvGrpSpPr>
        <p:grpSpPr bwMode="auto">
          <a:xfrm>
            <a:off x="7246938" y="2128838"/>
            <a:ext cx="2881312" cy="1943100"/>
            <a:chOff x="3651" y="1117"/>
            <a:chExt cx="1815" cy="1224"/>
          </a:xfrm>
        </p:grpSpPr>
        <p:grpSp>
          <p:nvGrpSpPr>
            <p:cNvPr id="136227" name="Group 40">
              <a:extLst>
                <a:ext uri="{FF2B5EF4-FFF2-40B4-BE49-F238E27FC236}">
                  <a16:creationId xmlns:a16="http://schemas.microsoft.com/office/drawing/2014/main" id="{8BA008E4-1D9B-B705-7321-BC94D28B578E}"/>
                </a:ext>
              </a:extLst>
            </p:cNvPr>
            <p:cNvGrpSpPr>
              <a:grpSpLocks/>
            </p:cNvGrpSpPr>
            <p:nvPr/>
          </p:nvGrpSpPr>
          <p:grpSpPr bwMode="auto">
            <a:xfrm>
              <a:off x="3651" y="1797"/>
              <a:ext cx="1361" cy="544"/>
              <a:chOff x="3379" y="1026"/>
              <a:chExt cx="1361" cy="544"/>
            </a:xfrm>
          </p:grpSpPr>
          <p:sp>
            <p:nvSpPr>
              <p:cNvPr id="136229" name="Line 41">
                <a:extLst>
                  <a:ext uri="{FF2B5EF4-FFF2-40B4-BE49-F238E27FC236}">
                    <a16:creationId xmlns:a16="http://schemas.microsoft.com/office/drawing/2014/main" id="{CAAFC669-2CF4-5032-EA05-180B02C710A9}"/>
                  </a:ext>
                </a:extLst>
              </p:cNvPr>
              <p:cNvSpPr>
                <a:spLocks noChangeShapeType="1"/>
              </p:cNvSpPr>
              <p:nvPr/>
            </p:nvSpPr>
            <p:spPr bwMode="auto">
              <a:xfrm>
                <a:off x="3379" y="1570"/>
                <a:ext cx="1361" cy="0"/>
              </a:xfrm>
              <a:prstGeom prst="line">
                <a:avLst/>
              </a:prstGeom>
              <a:noFill/>
              <a:ln w="28575">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6230" name="Line 42">
                <a:extLst>
                  <a:ext uri="{FF2B5EF4-FFF2-40B4-BE49-F238E27FC236}">
                    <a16:creationId xmlns:a16="http://schemas.microsoft.com/office/drawing/2014/main" id="{E60471FB-4C97-EADD-B337-3056C3EFE4F8}"/>
                  </a:ext>
                </a:extLst>
              </p:cNvPr>
              <p:cNvSpPr>
                <a:spLocks noChangeShapeType="1"/>
              </p:cNvSpPr>
              <p:nvPr/>
            </p:nvSpPr>
            <p:spPr bwMode="auto">
              <a:xfrm flipV="1">
                <a:off x="4740" y="1026"/>
                <a:ext cx="0" cy="544"/>
              </a:xfrm>
              <a:prstGeom prst="line">
                <a:avLst/>
              </a:prstGeom>
              <a:noFill/>
              <a:ln w="28575">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36228" name="Rectangle 43">
              <a:extLst>
                <a:ext uri="{FF2B5EF4-FFF2-40B4-BE49-F238E27FC236}">
                  <a16:creationId xmlns:a16="http://schemas.microsoft.com/office/drawing/2014/main" id="{53D6B710-3EAE-3490-70D9-3317C00C181B}"/>
                </a:ext>
              </a:extLst>
            </p:cNvPr>
            <p:cNvSpPr>
              <a:spLocks noChangeArrowheads="1"/>
            </p:cNvSpPr>
            <p:nvPr/>
          </p:nvSpPr>
          <p:spPr bwMode="auto">
            <a:xfrm>
              <a:off x="4468" y="1117"/>
              <a:ext cx="998" cy="640"/>
            </a:xfrm>
            <a:prstGeom prst="rect">
              <a:avLst/>
            </a:prstGeom>
            <a:solidFill>
              <a:srgbClr val="99CC00"/>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允许接受与</a:t>
              </a:r>
              <a:r>
                <a:rPr lang="en-US" altLang="zh-CN" sz="2000" b="1">
                  <a:solidFill>
                    <a:srgbClr val="3366FF"/>
                  </a:solidFill>
                  <a:latin typeface="宋体" panose="02010600030101010101" pitchFamily="2" charset="-122"/>
                </a:rPr>
                <a:t>ab</a:t>
              </a:r>
              <a:r>
                <a:rPr lang="en-US" altLang="zh-CN" sz="2000" b="1" baseline="30000">
                  <a:solidFill>
                    <a:srgbClr val="3366FF"/>
                  </a:solidFill>
                  <a:latin typeface="宋体" panose="02010600030101010101" pitchFamily="2" charset="-122"/>
                </a:rPr>
                <a:t>+</a:t>
              </a:r>
              <a:r>
                <a:rPr lang="zh-CN" altLang="en-US" sz="2000" b="1">
                  <a:solidFill>
                    <a:srgbClr val="3366FF"/>
                  </a:solidFill>
                  <a:latin typeface="宋体" panose="02010600030101010101" pitchFamily="2" charset="-122"/>
                </a:rPr>
                <a:t>匹配的字符串</a:t>
              </a:r>
              <a:endParaRPr lang="zh-CN" altLang="en-US" sz="2000" b="1" i="1">
                <a:solidFill>
                  <a:srgbClr val="006600"/>
                </a:solidFill>
                <a:latin typeface="宋体" panose="02010600030101010101" pitchFamily="2" charset="-122"/>
              </a:endParaRPr>
            </a:p>
          </p:txBody>
        </p:sp>
      </p:grpSp>
      <p:sp>
        <p:nvSpPr>
          <p:cNvPr id="68652" name="AutoShape 44">
            <a:extLst>
              <a:ext uri="{FF2B5EF4-FFF2-40B4-BE49-F238E27FC236}">
                <a16:creationId xmlns:a16="http://schemas.microsoft.com/office/drawing/2014/main" id="{3EB899D0-7531-43B0-81FE-601EAE3EA431}"/>
              </a:ext>
            </a:extLst>
          </p:cNvPr>
          <p:cNvSpPr>
            <a:spLocks noChangeArrowheads="1"/>
          </p:cNvSpPr>
          <p:nvPr/>
        </p:nvSpPr>
        <p:spPr bwMode="auto">
          <a:xfrm>
            <a:off x="7751763" y="1839913"/>
            <a:ext cx="2374900" cy="1655762"/>
          </a:xfrm>
          <a:prstGeom prst="wedgeRectCallout">
            <a:avLst>
              <a:gd name="adj1" fmla="val -79278"/>
              <a:gd name="adj2" fmla="val 66972"/>
            </a:avLst>
          </a:prstGeom>
          <a:solidFill>
            <a:schemeClr val="bg1"/>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3366FF"/>
                </a:solidFill>
                <a:latin typeface="宋体" panose="02010600030101010101" pitchFamily="2" charset="-122"/>
              </a:rPr>
              <a:t>由此，我们可以看出这个</a:t>
            </a:r>
            <a:r>
              <a:rPr lang="en-US" altLang="zh-CN" sz="2000" b="1">
                <a:solidFill>
                  <a:srgbClr val="3366FF"/>
                </a:solidFill>
                <a:latin typeface="宋体" panose="02010600030101010101" pitchFamily="2" charset="-122"/>
              </a:rPr>
              <a:t>NFA</a:t>
            </a:r>
            <a:r>
              <a:rPr lang="zh-CN" altLang="en-US" sz="2000" b="1">
                <a:solidFill>
                  <a:srgbClr val="3366FF"/>
                </a:solidFill>
                <a:latin typeface="宋体" panose="02010600030101010101" pitchFamily="2" charset="-122"/>
              </a:rPr>
              <a:t>接受与正则式</a:t>
            </a:r>
            <a:r>
              <a:rPr lang="en-US" altLang="zh-CN" sz="2000" b="1">
                <a:solidFill>
                  <a:srgbClr val="DC5900"/>
                </a:solidFill>
                <a:latin typeface="宋体" panose="02010600030101010101" pitchFamily="2" charset="-122"/>
              </a:rPr>
              <a:t>ab</a:t>
            </a:r>
            <a:r>
              <a:rPr lang="en-US" altLang="zh-CN" sz="2000" b="1" baseline="30000">
                <a:solidFill>
                  <a:srgbClr val="DC5900"/>
                </a:solidFill>
                <a:latin typeface="宋体" panose="02010600030101010101" pitchFamily="2" charset="-122"/>
              </a:rPr>
              <a:t>+</a:t>
            </a:r>
            <a:r>
              <a:rPr lang="en-US" altLang="zh-CN" sz="2000" b="1">
                <a:solidFill>
                  <a:srgbClr val="DC5900"/>
                </a:solidFill>
                <a:latin typeface="宋体" panose="02010600030101010101" pitchFamily="2" charset="-122"/>
              </a:rPr>
              <a:t>|ab</a:t>
            </a:r>
            <a:r>
              <a:rPr lang="en-US" altLang="zh-CN" sz="2000" b="1" baseline="30000">
                <a:solidFill>
                  <a:srgbClr val="DC5900"/>
                </a:solidFill>
                <a:latin typeface="宋体" panose="02010600030101010101" pitchFamily="2" charset="-122"/>
              </a:rPr>
              <a:t>*</a:t>
            </a:r>
            <a:r>
              <a:rPr lang="en-US" altLang="zh-CN" sz="2000" b="1">
                <a:solidFill>
                  <a:srgbClr val="DC5900"/>
                </a:solidFill>
                <a:latin typeface="宋体" panose="02010600030101010101" pitchFamily="2" charset="-122"/>
              </a:rPr>
              <a:t>|b</a:t>
            </a:r>
            <a:r>
              <a:rPr lang="en-US" altLang="zh-CN" sz="2000" b="1" baseline="30000">
                <a:solidFill>
                  <a:srgbClr val="DC5900"/>
                </a:solidFill>
                <a:latin typeface="宋体" panose="02010600030101010101" pitchFamily="2" charset="-122"/>
              </a:rPr>
              <a:t>*</a:t>
            </a:r>
            <a:r>
              <a:rPr lang="en-US" altLang="zh-CN" sz="2000" b="1">
                <a:solidFill>
                  <a:srgbClr val="3366FF"/>
                </a:solidFill>
                <a:latin typeface="宋体" panose="02010600030101010101" pitchFamily="2" charset="-122"/>
              </a:rPr>
              <a:t> </a:t>
            </a:r>
            <a:r>
              <a:rPr lang="zh-CN" altLang="en-US" sz="2000" b="1">
                <a:solidFill>
                  <a:srgbClr val="3366FF"/>
                </a:solidFill>
                <a:latin typeface="宋体" panose="02010600030101010101" pitchFamily="2" charset="-122"/>
              </a:rPr>
              <a:t>相同的语言！</a:t>
            </a:r>
          </a:p>
        </p:txBody>
      </p:sp>
      <p:sp>
        <p:nvSpPr>
          <p:cNvPr id="68653" name="Rectangle 45">
            <a:extLst>
              <a:ext uri="{FF2B5EF4-FFF2-40B4-BE49-F238E27FC236}">
                <a16:creationId xmlns:a16="http://schemas.microsoft.com/office/drawing/2014/main" id="{1888B022-248F-BAC7-359D-C9650BB4B672}"/>
              </a:ext>
            </a:extLst>
          </p:cNvPr>
          <p:cNvSpPr>
            <a:spLocks noChangeArrowheads="1"/>
          </p:cNvSpPr>
          <p:nvPr/>
        </p:nvSpPr>
        <p:spPr bwMode="auto">
          <a:xfrm>
            <a:off x="2062164" y="2128838"/>
            <a:ext cx="962025" cy="406400"/>
          </a:xfrm>
          <a:prstGeom prst="rect">
            <a:avLst/>
          </a:prstGeom>
          <a:solidFill>
            <a:srgbClr val="FF9900"/>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p>
        </p:txBody>
      </p:sp>
      <p:sp>
        <p:nvSpPr>
          <p:cNvPr id="68654" name="Rectangle 46">
            <a:extLst>
              <a:ext uri="{FF2B5EF4-FFF2-40B4-BE49-F238E27FC236}">
                <a16:creationId xmlns:a16="http://schemas.microsoft.com/office/drawing/2014/main" id="{3DB9CCA4-1141-FE92-23FB-A1B75C2AD17B}"/>
              </a:ext>
            </a:extLst>
          </p:cNvPr>
          <p:cNvSpPr>
            <a:spLocks noChangeArrowheads="1"/>
          </p:cNvSpPr>
          <p:nvPr/>
        </p:nvSpPr>
        <p:spPr bwMode="auto">
          <a:xfrm>
            <a:off x="2062164" y="2055813"/>
            <a:ext cx="1127125" cy="863600"/>
          </a:xfrm>
          <a:prstGeom prst="rect">
            <a:avLst/>
          </a:prstGeom>
          <a:solidFill>
            <a:srgbClr val="FF9900"/>
          </a:solidFill>
          <a:ln w="9525" algn="ctr">
            <a:solidFill>
              <a:schemeClr val="accent5">
                <a:lumMod val="90000"/>
              </a:schemeClr>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defRPr/>
            </a:pPr>
            <a:r>
              <a:rPr lang="zh-CN" altLang="en-US" sz="2000" b="1" dirty="0">
                <a:solidFill>
                  <a:srgbClr val="000C0C"/>
                </a:solidFill>
                <a:latin typeface="宋体" panose="02010600030101010101" pitchFamily="2" charset="-122"/>
              </a:rPr>
              <a:t>接受</a:t>
            </a:r>
            <a:r>
              <a:rPr lang="en-US" altLang="zh-CN" sz="2000" b="1" dirty="0">
                <a:solidFill>
                  <a:srgbClr val="000C0C"/>
                </a:solidFill>
                <a:latin typeface="宋体" panose="02010600030101010101" pitchFamily="2" charset="-122"/>
              </a:rPr>
              <a:t>ab</a:t>
            </a:r>
          </a:p>
          <a:p>
            <a:pPr fontAlgn="base">
              <a:spcBef>
                <a:spcPct val="50000"/>
              </a:spcBef>
              <a:spcAft>
                <a:spcPct val="0"/>
              </a:spcAft>
              <a:buClrTx/>
              <a:buSzTx/>
              <a:buNone/>
              <a:defRPr/>
            </a:pPr>
            <a:r>
              <a:rPr lang="zh-CN" altLang="en-US" sz="2000" b="1" dirty="0">
                <a:solidFill>
                  <a:srgbClr val="000C0C"/>
                </a:solidFill>
                <a:latin typeface="宋体" panose="02010600030101010101" pitchFamily="2" charset="-122"/>
              </a:rPr>
              <a:t>接受</a:t>
            </a:r>
            <a:r>
              <a:rPr lang="en-US" altLang="zh-CN" sz="2000" b="1" dirty="0">
                <a:solidFill>
                  <a:srgbClr val="000C0C"/>
                </a:solidFill>
                <a:latin typeface="宋体" panose="02010600030101010101" pitchFamily="2" charset="-122"/>
              </a:rPr>
              <a:t>ab</a:t>
            </a:r>
            <a:r>
              <a:rPr lang="zh-CN" altLang="en-US" sz="2000" b="1" baseline="30000" dirty="0">
                <a:solidFill>
                  <a:srgbClr val="000C0C"/>
                </a:solidFill>
                <a:latin typeface="宋体" panose="02010600030101010101" pitchFamily="2" charset="-122"/>
              </a:rPr>
              <a:t>＋</a:t>
            </a:r>
          </a:p>
        </p:txBody>
      </p:sp>
      <p:sp>
        <p:nvSpPr>
          <p:cNvPr id="68655" name="Rectangle 47">
            <a:extLst>
              <a:ext uri="{FF2B5EF4-FFF2-40B4-BE49-F238E27FC236}">
                <a16:creationId xmlns:a16="http://schemas.microsoft.com/office/drawing/2014/main" id="{B4129287-3A6D-7570-8B44-373356EC4C47}"/>
              </a:ext>
            </a:extLst>
          </p:cNvPr>
          <p:cNvSpPr>
            <a:spLocks noChangeArrowheads="1"/>
          </p:cNvSpPr>
          <p:nvPr/>
        </p:nvSpPr>
        <p:spPr bwMode="auto">
          <a:xfrm>
            <a:off x="1990726" y="2055813"/>
            <a:ext cx="1127125" cy="1320800"/>
          </a:xfrm>
          <a:prstGeom prst="rect">
            <a:avLst/>
          </a:prstGeom>
          <a:solidFill>
            <a:srgbClr val="FF9900"/>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p>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r>
              <a:rPr lang="zh-CN" altLang="en-US" sz="2000" b="1" baseline="30000">
                <a:solidFill>
                  <a:srgbClr val="000C0C"/>
                </a:solidFill>
                <a:latin typeface="宋体" panose="02010600030101010101" pitchFamily="2" charset="-122"/>
              </a:rPr>
              <a:t>＋</a:t>
            </a:r>
          </a:p>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r>
              <a:rPr lang="en-US" altLang="zh-CN" sz="2000" b="1" baseline="30000">
                <a:solidFill>
                  <a:srgbClr val="000C0C"/>
                </a:solidFill>
                <a:latin typeface="宋体" panose="02010600030101010101" pitchFamily="2" charset="-122"/>
              </a:rPr>
              <a:t>*</a:t>
            </a:r>
          </a:p>
        </p:txBody>
      </p:sp>
      <p:sp>
        <p:nvSpPr>
          <p:cNvPr id="68656" name="Rectangle 48">
            <a:extLst>
              <a:ext uri="{FF2B5EF4-FFF2-40B4-BE49-F238E27FC236}">
                <a16:creationId xmlns:a16="http://schemas.microsoft.com/office/drawing/2014/main" id="{166212FD-2E21-7E12-D63B-7798B7C6865A}"/>
              </a:ext>
            </a:extLst>
          </p:cNvPr>
          <p:cNvSpPr>
            <a:spLocks noChangeArrowheads="1"/>
          </p:cNvSpPr>
          <p:nvPr/>
        </p:nvSpPr>
        <p:spPr bwMode="auto">
          <a:xfrm>
            <a:off x="1990726" y="2055813"/>
            <a:ext cx="1127125" cy="1778000"/>
          </a:xfrm>
          <a:prstGeom prst="rect">
            <a:avLst/>
          </a:prstGeom>
          <a:solidFill>
            <a:schemeClr val="accent1"/>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p>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r>
              <a:rPr lang="zh-CN" altLang="en-US" sz="2000" b="1" baseline="30000">
                <a:solidFill>
                  <a:srgbClr val="000C0C"/>
                </a:solidFill>
                <a:latin typeface="宋体" panose="02010600030101010101" pitchFamily="2" charset="-122"/>
              </a:rPr>
              <a:t>＋</a:t>
            </a:r>
          </a:p>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ab</a:t>
            </a:r>
            <a:r>
              <a:rPr lang="en-US" altLang="zh-CN" sz="2000" b="1" baseline="30000">
                <a:solidFill>
                  <a:srgbClr val="000C0C"/>
                </a:solidFill>
                <a:latin typeface="宋体" panose="02010600030101010101" pitchFamily="2" charset="-122"/>
              </a:rPr>
              <a:t>*</a:t>
            </a:r>
          </a:p>
          <a:p>
            <a:pPr fontAlgn="base">
              <a:spcBef>
                <a:spcPct val="50000"/>
              </a:spcBef>
              <a:spcAft>
                <a:spcPct val="0"/>
              </a:spcAft>
              <a:buClrTx/>
              <a:buSzTx/>
              <a:buNone/>
            </a:pPr>
            <a:r>
              <a:rPr lang="zh-CN" altLang="en-US" sz="2000" b="1">
                <a:solidFill>
                  <a:srgbClr val="000C0C"/>
                </a:solidFill>
                <a:latin typeface="宋体" panose="02010600030101010101" pitchFamily="2" charset="-122"/>
              </a:rPr>
              <a:t>接受</a:t>
            </a:r>
            <a:r>
              <a:rPr lang="en-US" altLang="zh-CN" sz="2000" b="1">
                <a:solidFill>
                  <a:srgbClr val="000C0C"/>
                </a:solidFill>
                <a:latin typeface="宋体" panose="02010600030101010101" pitchFamily="2" charset="-122"/>
              </a:rPr>
              <a:t>b</a:t>
            </a:r>
            <a:r>
              <a:rPr lang="en-US" altLang="zh-CN" sz="2000" b="1" baseline="30000">
                <a:solidFill>
                  <a:srgbClr val="000C0C"/>
                </a:solidFill>
                <a:latin typeface="宋体" panose="02010600030101010101" pitchFamily="2" charset="-122"/>
              </a:rPr>
              <a:t>*</a:t>
            </a:r>
          </a:p>
        </p:txBody>
      </p:sp>
      <p:grpSp>
        <p:nvGrpSpPr>
          <p:cNvPr id="10" name="Group 31">
            <a:extLst>
              <a:ext uri="{FF2B5EF4-FFF2-40B4-BE49-F238E27FC236}">
                <a16:creationId xmlns:a16="http://schemas.microsoft.com/office/drawing/2014/main" id="{F1C2AB7F-78EE-FA9F-F7FF-F4FEA5315909}"/>
              </a:ext>
            </a:extLst>
          </p:cNvPr>
          <p:cNvGrpSpPr>
            <a:grpSpLocks/>
          </p:cNvGrpSpPr>
          <p:nvPr/>
        </p:nvGrpSpPr>
        <p:grpSpPr bwMode="auto">
          <a:xfrm rot="16200000" flipV="1">
            <a:off x="7145338" y="3789363"/>
            <a:ext cx="433388" cy="423863"/>
            <a:chOff x="1247" y="2122"/>
            <a:chExt cx="362" cy="356"/>
          </a:xfrm>
        </p:grpSpPr>
        <p:sp>
          <p:nvSpPr>
            <p:cNvPr id="136225" name="Arc 32">
              <a:extLst>
                <a:ext uri="{FF2B5EF4-FFF2-40B4-BE49-F238E27FC236}">
                  <a16:creationId xmlns:a16="http://schemas.microsoft.com/office/drawing/2014/main" id="{BD65136F-0491-548A-D87C-9744B69AA9E7}"/>
                </a:ext>
              </a:extLst>
            </p:cNvPr>
            <p:cNvSpPr>
              <a:spLocks/>
            </p:cNvSpPr>
            <p:nvPr/>
          </p:nvSpPr>
          <p:spPr bwMode="auto">
            <a:xfrm flipV="1">
              <a:off x="1247" y="2122"/>
              <a:ext cx="362" cy="336"/>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36226" name="Line 33">
              <a:extLst>
                <a:ext uri="{FF2B5EF4-FFF2-40B4-BE49-F238E27FC236}">
                  <a16:creationId xmlns:a16="http://schemas.microsoft.com/office/drawing/2014/main" id="{F67B0553-EDD5-1FB1-F69F-43C81A573E42}"/>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52" name="Text Box 12">
            <a:extLst>
              <a:ext uri="{FF2B5EF4-FFF2-40B4-BE49-F238E27FC236}">
                <a16:creationId xmlns:a16="http://schemas.microsoft.com/office/drawing/2014/main" id="{C13C65C0-C92D-2ABE-A69E-083CEBDAD0D8}"/>
              </a:ext>
            </a:extLst>
          </p:cNvPr>
          <p:cNvSpPr txBox="1">
            <a:spLocks noChangeArrowheads="1"/>
          </p:cNvSpPr>
          <p:nvPr/>
        </p:nvSpPr>
        <p:spPr bwMode="auto">
          <a:xfrm>
            <a:off x="7391400" y="3713163"/>
            <a:ext cx="935038" cy="40011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fade">
                                      <p:cBhvr>
                                        <p:cTn id="7" dur="2000"/>
                                        <p:tgtEl>
                                          <p:spTgt spid="68610"/>
                                        </p:tgtEl>
                                      </p:cBhvr>
                                    </p:animEffect>
                                  </p:childTnLst>
                                </p:cTn>
                              </p:par>
                              <p:par>
                                <p:cTn id="8" presetID="10" presetClass="entr" presetSubtype="0" fill="hold" nodeType="withEffect">
                                  <p:stCondLst>
                                    <p:cond delay="0"/>
                                  </p:stCondLst>
                                  <p:childTnLst>
                                    <p:set>
                                      <p:cBhvr>
                                        <p:cTn id="9" dur="1" fill="hold">
                                          <p:stCondLst>
                                            <p:cond delay="0"/>
                                          </p:stCondLst>
                                        </p:cTn>
                                        <p:tgtEl>
                                          <p:spTgt spid="68611"/>
                                        </p:tgtEl>
                                        <p:attrNameLst>
                                          <p:attrName>style.visibility</p:attrName>
                                        </p:attrNameLst>
                                      </p:cBhvr>
                                      <p:to>
                                        <p:strVal val="visible"/>
                                      </p:to>
                                    </p:set>
                                    <p:animEffect transition="in" filter="fade">
                                      <p:cBhvr>
                                        <p:cTn id="10" dur="2000"/>
                                        <p:tgtEl>
                                          <p:spTgt spid="68611"/>
                                        </p:tgtEl>
                                      </p:cBhvr>
                                    </p:animEffect>
                                  </p:childTnLst>
                                </p:cTn>
                              </p:par>
                              <p:par>
                                <p:cTn id="11" presetID="10" presetClass="entr" presetSubtype="0" fill="hold" nodeType="withEffect">
                                  <p:stCondLst>
                                    <p:cond delay="0"/>
                                  </p:stCondLst>
                                  <p:childTnLst>
                                    <p:set>
                                      <p:cBhvr>
                                        <p:cTn id="12" dur="1" fill="hold">
                                          <p:stCondLst>
                                            <p:cond delay="0"/>
                                          </p:stCondLst>
                                        </p:cTn>
                                        <p:tgtEl>
                                          <p:spTgt spid="68612"/>
                                        </p:tgtEl>
                                        <p:attrNameLst>
                                          <p:attrName>style.visibility</p:attrName>
                                        </p:attrNameLst>
                                      </p:cBhvr>
                                      <p:to>
                                        <p:strVal val="visible"/>
                                      </p:to>
                                    </p:set>
                                    <p:animEffect transition="in" filter="fade">
                                      <p:cBhvr>
                                        <p:cTn id="13" dur="2000"/>
                                        <p:tgtEl>
                                          <p:spTgt spid="68612"/>
                                        </p:tgtEl>
                                      </p:cBhvr>
                                    </p:animEffect>
                                  </p:childTnLst>
                                </p:cTn>
                              </p:par>
                              <p:par>
                                <p:cTn id="14" presetID="10" presetClass="entr" presetSubtype="0" fill="hold" nodeType="withEffect">
                                  <p:stCondLst>
                                    <p:cond delay="0"/>
                                  </p:stCondLst>
                                  <p:childTnLst>
                                    <p:set>
                                      <p:cBhvr>
                                        <p:cTn id="15" dur="1" fill="hold">
                                          <p:stCondLst>
                                            <p:cond delay="0"/>
                                          </p:stCondLst>
                                        </p:cTn>
                                        <p:tgtEl>
                                          <p:spTgt spid="68613"/>
                                        </p:tgtEl>
                                        <p:attrNameLst>
                                          <p:attrName>style.visibility</p:attrName>
                                        </p:attrNameLst>
                                      </p:cBhvr>
                                      <p:to>
                                        <p:strVal val="visible"/>
                                      </p:to>
                                    </p:set>
                                    <p:animEffect transition="in" filter="fade">
                                      <p:cBhvr>
                                        <p:cTn id="16" dur="2000"/>
                                        <p:tgtEl>
                                          <p:spTgt spid="68613"/>
                                        </p:tgtEl>
                                      </p:cBhvr>
                                    </p:animEffect>
                                  </p:childTnLst>
                                </p:cTn>
                              </p:par>
                              <p:par>
                                <p:cTn id="17" presetID="10" presetClass="entr" presetSubtype="0" fill="hold" nodeType="withEffect">
                                  <p:stCondLst>
                                    <p:cond delay="0"/>
                                  </p:stCondLst>
                                  <p:childTnLst>
                                    <p:set>
                                      <p:cBhvr>
                                        <p:cTn id="18" dur="1" fill="hold">
                                          <p:stCondLst>
                                            <p:cond delay="0"/>
                                          </p:stCondLst>
                                        </p:cTn>
                                        <p:tgtEl>
                                          <p:spTgt spid="68614"/>
                                        </p:tgtEl>
                                        <p:attrNameLst>
                                          <p:attrName>style.visibility</p:attrName>
                                        </p:attrNameLst>
                                      </p:cBhvr>
                                      <p:to>
                                        <p:strVal val="visible"/>
                                      </p:to>
                                    </p:set>
                                    <p:animEffect transition="in" filter="fade">
                                      <p:cBhvr>
                                        <p:cTn id="19" dur="2000"/>
                                        <p:tgtEl>
                                          <p:spTgt spid="68614"/>
                                        </p:tgtEl>
                                      </p:cBhvr>
                                    </p:animEffect>
                                  </p:childTnLst>
                                </p:cTn>
                              </p:par>
                              <p:par>
                                <p:cTn id="20" presetID="10" presetClass="entr" presetSubtype="0" fill="hold" nodeType="withEffect">
                                  <p:stCondLst>
                                    <p:cond delay="0"/>
                                  </p:stCondLst>
                                  <p:childTnLst>
                                    <p:set>
                                      <p:cBhvr>
                                        <p:cTn id="21" dur="1" fill="hold">
                                          <p:stCondLst>
                                            <p:cond delay="0"/>
                                          </p:stCondLst>
                                        </p:cTn>
                                        <p:tgtEl>
                                          <p:spTgt spid="68615"/>
                                        </p:tgtEl>
                                        <p:attrNameLst>
                                          <p:attrName>style.visibility</p:attrName>
                                        </p:attrNameLst>
                                      </p:cBhvr>
                                      <p:to>
                                        <p:strVal val="visible"/>
                                      </p:to>
                                    </p:set>
                                    <p:animEffect transition="in" filter="fade">
                                      <p:cBhvr>
                                        <p:cTn id="22" dur="2000"/>
                                        <p:tgtEl>
                                          <p:spTgt spid="68615"/>
                                        </p:tgtEl>
                                      </p:cBhvr>
                                    </p:animEffect>
                                  </p:childTnLst>
                                </p:cTn>
                              </p:par>
                              <p:par>
                                <p:cTn id="23" presetID="10" presetClass="entr" presetSubtype="0" fill="hold" nodeType="withEffect">
                                  <p:stCondLst>
                                    <p:cond delay="0"/>
                                  </p:stCondLst>
                                  <p:childTnLst>
                                    <p:set>
                                      <p:cBhvr>
                                        <p:cTn id="24" dur="1" fill="hold">
                                          <p:stCondLst>
                                            <p:cond delay="0"/>
                                          </p:stCondLst>
                                        </p:cTn>
                                        <p:tgtEl>
                                          <p:spTgt spid="68616"/>
                                        </p:tgtEl>
                                        <p:attrNameLst>
                                          <p:attrName>style.visibility</p:attrName>
                                        </p:attrNameLst>
                                      </p:cBhvr>
                                      <p:to>
                                        <p:strVal val="visible"/>
                                      </p:to>
                                    </p:set>
                                    <p:animEffect transition="in" filter="fade">
                                      <p:cBhvr>
                                        <p:cTn id="25" dur="2000"/>
                                        <p:tgtEl>
                                          <p:spTgt spid="68616"/>
                                        </p:tgtEl>
                                      </p:cBhvr>
                                    </p:animEffect>
                                  </p:childTnLst>
                                </p:cTn>
                              </p:par>
                              <p:par>
                                <p:cTn id="26" presetID="10" presetClass="entr" presetSubtype="0" fill="hold" nodeType="withEffect">
                                  <p:stCondLst>
                                    <p:cond delay="0"/>
                                  </p:stCondLst>
                                  <p:childTnLst>
                                    <p:set>
                                      <p:cBhvr>
                                        <p:cTn id="27" dur="1" fill="hold">
                                          <p:stCondLst>
                                            <p:cond delay="0"/>
                                          </p:stCondLst>
                                        </p:cTn>
                                        <p:tgtEl>
                                          <p:spTgt spid="68617"/>
                                        </p:tgtEl>
                                        <p:attrNameLst>
                                          <p:attrName>style.visibility</p:attrName>
                                        </p:attrNameLst>
                                      </p:cBhvr>
                                      <p:to>
                                        <p:strVal val="visible"/>
                                      </p:to>
                                    </p:set>
                                    <p:animEffect transition="in" filter="fade">
                                      <p:cBhvr>
                                        <p:cTn id="28" dur="2000"/>
                                        <p:tgtEl>
                                          <p:spTgt spid="68617"/>
                                        </p:tgtEl>
                                      </p:cBhvr>
                                    </p:animEffect>
                                  </p:childTnLst>
                                </p:cTn>
                              </p:par>
                              <p:par>
                                <p:cTn id="29" presetID="10" presetClass="entr" presetSubtype="0" fill="hold" nodeType="withEffect">
                                  <p:stCondLst>
                                    <p:cond delay="0"/>
                                  </p:stCondLst>
                                  <p:childTnLst>
                                    <p:set>
                                      <p:cBhvr>
                                        <p:cTn id="30" dur="1" fill="hold">
                                          <p:stCondLst>
                                            <p:cond delay="0"/>
                                          </p:stCondLst>
                                        </p:cTn>
                                        <p:tgtEl>
                                          <p:spTgt spid="68618"/>
                                        </p:tgtEl>
                                        <p:attrNameLst>
                                          <p:attrName>style.visibility</p:attrName>
                                        </p:attrNameLst>
                                      </p:cBhvr>
                                      <p:to>
                                        <p:strVal val="visible"/>
                                      </p:to>
                                    </p:set>
                                    <p:animEffect transition="in" filter="fade">
                                      <p:cBhvr>
                                        <p:cTn id="31" dur="2000"/>
                                        <p:tgtEl>
                                          <p:spTgt spid="68618"/>
                                        </p:tgtEl>
                                      </p:cBhvr>
                                    </p:animEffect>
                                  </p:childTnLst>
                                </p:cTn>
                              </p:par>
                              <p:par>
                                <p:cTn id="32" presetID="10" presetClass="entr" presetSubtype="0" fill="hold" nodeType="withEffect">
                                  <p:stCondLst>
                                    <p:cond delay="0"/>
                                  </p:stCondLst>
                                  <p:childTnLst>
                                    <p:set>
                                      <p:cBhvr>
                                        <p:cTn id="33" dur="1" fill="hold">
                                          <p:stCondLst>
                                            <p:cond delay="0"/>
                                          </p:stCondLst>
                                        </p:cTn>
                                        <p:tgtEl>
                                          <p:spTgt spid="68623"/>
                                        </p:tgtEl>
                                        <p:attrNameLst>
                                          <p:attrName>style.visibility</p:attrName>
                                        </p:attrNameLst>
                                      </p:cBhvr>
                                      <p:to>
                                        <p:strVal val="visible"/>
                                      </p:to>
                                    </p:set>
                                    <p:animEffect transition="in" filter="fade">
                                      <p:cBhvr>
                                        <p:cTn id="34" dur="2000"/>
                                        <p:tgtEl>
                                          <p:spTgt spid="68623"/>
                                        </p:tgtEl>
                                      </p:cBhvr>
                                    </p:animEffect>
                                  </p:childTnLst>
                                </p:cTn>
                              </p:par>
                              <p:par>
                                <p:cTn id="35" presetID="10" presetClass="entr" presetSubtype="0" fill="hold" nodeType="withEffect">
                                  <p:stCondLst>
                                    <p:cond delay="0"/>
                                  </p:stCondLst>
                                  <p:childTnLst>
                                    <p:set>
                                      <p:cBhvr>
                                        <p:cTn id="36" dur="1" fill="hold">
                                          <p:stCondLst>
                                            <p:cond delay="0"/>
                                          </p:stCondLst>
                                        </p:cTn>
                                        <p:tgtEl>
                                          <p:spTgt spid="68624"/>
                                        </p:tgtEl>
                                        <p:attrNameLst>
                                          <p:attrName>style.visibility</p:attrName>
                                        </p:attrNameLst>
                                      </p:cBhvr>
                                      <p:to>
                                        <p:strVal val="visible"/>
                                      </p:to>
                                    </p:set>
                                    <p:animEffect transition="in" filter="fade">
                                      <p:cBhvr>
                                        <p:cTn id="37" dur="2000"/>
                                        <p:tgtEl>
                                          <p:spTgt spid="68624"/>
                                        </p:tgtEl>
                                      </p:cBhvr>
                                    </p:animEffect>
                                  </p:childTnLst>
                                </p:cTn>
                              </p:par>
                              <p:par>
                                <p:cTn id="38" presetID="10" presetClass="entr" presetSubtype="0" fill="hold" nodeType="withEffect">
                                  <p:stCondLst>
                                    <p:cond delay="0"/>
                                  </p:stCondLst>
                                  <p:childTnLst>
                                    <p:set>
                                      <p:cBhvr>
                                        <p:cTn id="39" dur="1" fill="hold">
                                          <p:stCondLst>
                                            <p:cond delay="0"/>
                                          </p:stCondLst>
                                        </p:cTn>
                                        <p:tgtEl>
                                          <p:spTgt spid="68625"/>
                                        </p:tgtEl>
                                        <p:attrNameLst>
                                          <p:attrName>style.visibility</p:attrName>
                                        </p:attrNameLst>
                                      </p:cBhvr>
                                      <p:to>
                                        <p:strVal val="visible"/>
                                      </p:to>
                                    </p:set>
                                    <p:animEffect transition="in" filter="fade">
                                      <p:cBhvr>
                                        <p:cTn id="40" dur="2000"/>
                                        <p:tgtEl>
                                          <p:spTgt spid="68625"/>
                                        </p:tgtEl>
                                      </p:cBhvr>
                                    </p:animEffect>
                                  </p:childTnLst>
                                </p:cTn>
                              </p:par>
                              <p:par>
                                <p:cTn id="41" presetID="10" presetClass="entr" presetSubtype="0" fill="hold" nodeType="withEffect">
                                  <p:stCondLst>
                                    <p:cond delay="0"/>
                                  </p:stCondLst>
                                  <p:childTnLst>
                                    <p:set>
                                      <p:cBhvr>
                                        <p:cTn id="42" dur="1" fill="hold">
                                          <p:stCondLst>
                                            <p:cond delay="0"/>
                                          </p:stCondLst>
                                        </p:cTn>
                                        <p:tgtEl>
                                          <p:spTgt spid="68626"/>
                                        </p:tgtEl>
                                        <p:attrNameLst>
                                          <p:attrName>style.visibility</p:attrName>
                                        </p:attrNameLst>
                                      </p:cBhvr>
                                      <p:to>
                                        <p:strVal val="visible"/>
                                      </p:to>
                                    </p:set>
                                    <p:animEffect transition="in" filter="fade">
                                      <p:cBhvr>
                                        <p:cTn id="43" dur="2000"/>
                                        <p:tgtEl>
                                          <p:spTgt spid="68626"/>
                                        </p:tgtEl>
                                      </p:cBhvr>
                                    </p:animEffect>
                                  </p:childTnLst>
                                </p:cTn>
                              </p:par>
                              <p:par>
                                <p:cTn id="44" presetID="10" presetClass="entr" presetSubtype="0" fill="hold" nodeType="withEffect">
                                  <p:stCondLst>
                                    <p:cond delay="0"/>
                                  </p:stCondLst>
                                  <p:childTnLst>
                                    <p:set>
                                      <p:cBhvr>
                                        <p:cTn id="45" dur="1" fill="hold">
                                          <p:stCondLst>
                                            <p:cond delay="0"/>
                                          </p:stCondLst>
                                        </p:cTn>
                                        <p:tgtEl>
                                          <p:spTgt spid="68627"/>
                                        </p:tgtEl>
                                        <p:attrNameLst>
                                          <p:attrName>style.visibility</p:attrName>
                                        </p:attrNameLst>
                                      </p:cBhvr>
                                      <p:to>
                                        <p:strVal val="visible"/>
                                      </p:to>
                                    </p:set>
                                    <p:animEffect transition="in" filter="fade">
                                      <p:cBhvr>
                                        <p:cTn id="46" dur="2000"/>
                                        <p:tgtEl>
                                          <p:spTgt spid="68627"/>
                                        </p:tgtEl>
                                      </p:cBhvr>
                                    </p:animEffect>
                                  </p:childTnLst>
                                </p:cTn>
                              </p:par>
                              <p:par>
                                <p:cTn id="47" presetID="10" presetClass="entr" presetSubtype="0" fill="hold" nodeType="withEffect">
                                  <p:stCondLst>
                                    <p:cond delay="0"/>
                                  </p:stCondLst>
                                  <p:childTnLst>
                                    <p:set>
                                      <p:cBhvr>
                                        <p:cTn id="48" dur="1" fill="hold">
                                          <p:stCondLst>
                                            <p:cond delay="0"/>
                                          </p:stCondLst>
                                        </p:cTn>
                                        <p:tgtEl>
                                          <p:spTgt spid="68621"/>
                                        </p:tgtEl>
                                        <p:attrNameLst>
                                          <p:attrName>style.visibility</p:attrName>
                                        </p:attrNameLst>
                                      </p:cBhvr>
                                      <p:to>
                                        <p:strVal val="visible"/>
                                      </p:to>
                                    </p:set>
                                    <p:animEffect transition="in" filter="fade">
                                      <p:cBhvr>
                                        <p:cTn id="49" dur="2000"/>
                                        <p:tgtEl>
                                          <p:spTgt spid="68621"/>
                                        </p:tgtEl>
                                      </p:cBhvr>
                                    </p:animEffect>
                                  </p:childTnLst>
                                </p:cTn>
                              </p:par>
                              <p:par>
                                <p:cTn id="50" presetID="10" presetClass="entr" presetSubtype="0" fill="hold" nodeType="withEffect">
                                  <p:stCondLst>
                                    <p:cond delay="0"/>
                                  </p:stCondLst>
                                  <p:childTnLst>
                                    <p:set>
                                      <p:cBhvr>
                                        <p:cTn id="51" dur="1" fill="hold">
                                          <p:stCondLst>
                                            <p:cond delay="0"/>
                                          </p:stCondLst>
                                        </p:cTn>
                                        <p:tgtEl>
                                          <p:spTgt spid="68622"/>
                                        </p:tgtEl>
                                        <p:attrNameLst>
                                          <p:attrName>style.visibility</p:attrName>
                                        </p:attrNameLst>
                                      </p:cBhvr>
                                      <p:to>
                                        <p:strVal val="visible"/>
                                      </p:to>
                                    </p:set>
                                    <p:animEffect transition="in" filter="fade">
                                      <p:cBhvr>
                                        <p:cTn id="52" dur="2000"/>
                                        <p:tgtEl>
                                          <p:spTgt spid="68622"/>
                                        </p:tgtEl>
                                      </p:cBhvr>
                                    </p:animEffect>
                                  </p:childTnLst>
                                </p:cTn>
                              </p:par>
                              <p:par>
                                <p:cTn id="53" presetID="10" presetClass="entr" presetSubtype="0" fill="hold" nodeType="withEffect">
                                  <p:stCondLst>
                                    <p:cond delay="0"/>
                                  </p:stCondLst>
                                  <p:childTnLst>
                                    <p:set>
                                      <p:cBhvr>
                                        <p:cTn id="54" dur="1" fill="hold">
                                          <p:stCondLst>
                                            <p:cond delay="0"/>
                                          </p:stCondLst>
                                        </p:cTn>
                                        <p:tgtEl>
                                          <p:spTgt spid="68628"/>
                                        </p:tgtEl>
                                        <p:attrNameLst>
                                          <p:attrName>style.visibility</p:attrName>
                                        </p:attrNameLst>
                                      </p:cBhvr>
                                      <p:to>
                                        <p:strVal val="visible"/>
                                      </p:to>
                                    </p:set>
                                    <p:animEffect transition="in" filter="fade">
                                      <p:cBhvr>
                                        <p:cTn id="55" dur="2000"/>
                                        <p:tgtEl>
                                          <p:spTgt spid="68628"/>
                                        </p:tgtEl>
                                      </p:cBhvr>
                                    </p:animEffect>
                                  </p:childTnLst>
                                </p:cTn>
                              </p:par>
                              <p:par>
                                <p:cTn id="56" presetID="10" presetClass="entr" presetSubtype="0" fill="hold" nodeType="withEffect">
                                  <p:stCondLst>
                                    <p:cond delay="0"/>
                                  </p:stCondLst>
                                  <p:childTnLst>
                                    <p:set>
                                      <p:cBhvr>
                                        <p:cTn id="57" dur="1" fill="hold">
                                          <p:stCondLst>
                                            <p:cond delay="0"/>
                                          </p:stCondLst>
                                        </p:cTn>
                                        <p:tgtEl>
                                          <p:spTgt spid="68619"/>
                                        </p:tgtEl>
                                        <p:attrNameLst>
                                          <p:attrName>style.visibility</p:attrName>
                                        </p:attrNameLst>
                                      </p:cBhvr>
                                      <p:to>
                                        <p:strVal val="visible"/>
                                      </p:to>
                                    </p:set>
                                    <p:animEffect transition="in" filter="fade">
                                      <p:cBhvr>
                                        <p:cTn id="58" dur="2000"/>
                                        <p:tgtEl>
                                          <p:spTgt spid="68619"/>
                                        </p:tgtEl>
                                      </p:cBhvr>
                                    </p:animEffect>
                                  </p:childTnLst>
                                </p:cTn>
                              </p:par>
                              <p:par>
                                <p:cTn id="59" presetID="10" presetClass="entr" presetSubtype="0" fill="hold" nodeType="withEffect">
                                  <p:stCondLst>
                                    <p:cond delay="0"/>
                                  </p:stCondLst>
                                  <p:childTnLst>
                                    <p:set>
                                      <p:cBhvr>
                                        <p:cTn id="60" dur="1" fill="hold">
                                          <p:stCondLst>
                                            <p:cond delay="0"/>
                                          </p:stCondLst>
                                        </p:cTn>
                                        <p:tgtEl>
                                          <p:spTgt spid="68620"/>
                                        </p:tgtEl>
                                        <p:attrNameLst>
                                          <p:attrName>style.visibility</p:attrName>
                                        </p:attrNameLst>
                                      </p:cBhvr>
                                      <p:to>
                                        <p:strVal val="visible"/>
                                      </p:to>
                                    </p:set>
                                    <p:animEffect transition="in" filter="fade">
                                      <p:cBhvr>
                                        <p:cTn id="61" dur="2000"/>
                                        <p:tgtEl>
                                          <p:spTgt spid="68620"/>
                                        </p:tgtEl>
                                      </p:cBhvr>
                                    </p:animEffect>
                                  </p:childTnLst>
                                </p:cTn>
                              </p:par>
                              <p:par>
                                <p:cTn id="62" presetID="22" presetClass="emph" presetSubtype="0" fill="hold" nodeType="withEffect">
                                  <p:stCondLst>
                                    <p:cond delay="0"/>
                                  </p:stCondLst>
                                  <p:childTnLst>
                                    <p:animClr clrSpc="hsl" dir="cw">
                                      <p:cBhvr override="childStyle">
                                        <p:cTn id="63" dur="500" fill="hold"/>
                                        <p:tgtEl>
                                          <p:spTgt spid="68610"/>
                                        </p:tgtEl>
                                        <p:attrNameLst>
                                          <p:attrName>style.color</p:attrName>
                                        </p:attrNameLst>
                                      </p:cBhvr>
                                      <p:by>
                                        <p:hsl h="-7200000" s="0" l="0"/>
                                      </p:by>
                                    </p:animClr>
                                    <p:animClr clrSpc="hsl" dir="cw">
                                      <p:cBhvr>
                                        <p:cTn id="64" dur="500" fill="hold"/>
                                        <p:tgtEl>
                                          <p:spTgt spid="68610"/>
                                        </p:tgtEl>
                                        <p:attrNameLst>
                                          <p:attrName>fillcolor</p:attrName>
                                        </p:attrNameLst>
                                      </p:cBhvr>
                                      <p:by>
                                        <p:hsl h="-7200000" s="0" l="0"/>
                                      </p:by>
                                    </p:animClr>
                                    <p:animClr clrSpc="hsl" dir="cw">
                                      <p:cBhvr>
                                        <p:cTn id="65" dur="500" fill="hold"/>
                                        <p:tgtEl>
                                          <p:spTgt spid="68610"/>
                                        </p:tgtEl>
                                        <p:attrNameLst>
                                          <p:attrName>stroke.color</p:attrName>
                                        </p:attrNameLst>
                                      </p:cBhvr>
                                      <p:by>
                                        <p:hsl h="-7200000" s="0" l="0"/>
                                      </p:by>
                                    </p:animClr>
                                    <p:set>
                                      <p:cBhvr>
                                        <p:cTn id="66"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FF0000"/>
                                      </p:to>
                                    </p:animClr>
                                  </p:subTnLst>
                                </p:cTn>
                              </p:par>
                              <p:par>
                                <p:cTn id="67" presetID="22" presetClass="emph" presetSubtype="0" fill="hold" nodeType="withEffect">
                                  <p:stCondLst>
                                    <p:cond delay="0"/>
                                  </p:stCondLst>
                                  <p:childTnLst>
                                    <p:animClr clrSpc="hsl" dir="cw">
                                      <p:cBhvr override="childStyle">
                                        <p:cTn id="68" dur="500" fill="hold"/>
                                        <p:tgtEl>
                                          <p:spTgt spid="68614"/>
                                        </p:tgtEl>
                                        <p:attrNameLst>
                                          <p:attrName>style.color</p:attrName>
                                        </p:attrNameLst>
                                      </p:cBhvr>
                                      <p:by>
                                        <p:hsl h="-7200000" s="0" l="0"/>
                                      </p:by>
                                    </p:animClr>
                                    <p:animClr clrSpc="hsl" dir="cw">
                                      <p:cBhvr>
                                        <p:cTn id="69" dur="500" fill="hold"/>
                                        <p:tgtEl>
                                          <p:spTgt spid="68614"/>
                                        </p:tgtEl>
                                        <p:attrNameLst>
                                          <p:attrName>fillcolor</p:attrName>
                                        </p:attrNameLst>
                                      </p:cBhvr>
                                      <p:by>
                                        <p:hsl h="-7200000" s="0" l="0"/>
                                      </p:by>
                                    </p:animClr>
                                    <p:animClr clrSpc="hsl" dir="cw">
                                      <p:cBhvr>
                                        <p:cTn id="70" dur="500" fill="hold"/>
                                        <p:tgtEl>
                                          <p:spTgt spid="68614"/>
                                        </p:tgtEl>
                                        <p:attrNameLst>
                                          <p:attrName>stroke.color</p:attrName>
                                        </p:attrNameLst>
                                      </p:cBhvr>
                                      <p:by>
                                        <p:hsl h="-7200000" s="0" l="0"/>
                                      </p:by>
                                    </p:animClr>
                                    <p:set>
                                      <p:cBhvr>
                                        <p:cTn id="71" dur="500" fill="hold"/>
                                        <p:tgtEl>
                                          <p:spTgt spid="68614"/>
                                        </p:tgtEl>
                                        <p:attrNameLst>
                                          <p:attrName>fill.type</p:attrName>
                                        </p:attrNameLst>
                                      </p:cBhvr>
                                      <p:to>
                                        <p:strVal val="solid"/>
                                      </p:to>
                                    </p:set>
                                  </p:childTnLst>
                                  <p:subTnLst>
                                    <p:animClr clrSpc="rgb" dir="cw">
                                      <p:cBhvr override="childStyle">
                                        <p:cTn dur="1" fill="hold" display="0" masterRel="nextClick" afterEffect="1"/>
                                        <p:tgtEl>
                                          <p:spTgt spid="68614"/>
                                        </p:tgtEl>
                                        <p:attrNameLst>
                                          <p:attrName>ppt_c</p:attrName>
                                        </p:attrNameLst>
                                      </p:cBhvr>
                                      <p:to>
                                        <a:srgbClr val="FF0000"/>
                                      </p:to>
                                    </p:animClr>
                                  </p:subTnLst>
                                </p:cTn>
                              </p:par>
                              <p:par>
                                <p:cTn id="72" presetID="22" presetClass="emph" presetSubtype="0" fill="hold" nodeType="withEffect">
                                  <p:stCondLst>
                                    <p:cond delay="0"/>
                                  </p:stCondLst>
                                  <p:childTnLst>
                                    <p:animClr clrSpc="hsl" dir="cw">
                                      <p:cBhvr override="childStyle">
                                        <p:cTn id="73" dur="500" fill="hold"/>
                                        <p:tgtEl>
                                          <p:spTgt spid="68611"/>
                                        </p:tgtEl>
                                        <p:attrNameLst>
                                          <p:attrName>style.color</p:attrName>
                                        </p:attrNameLst>
                                      </p:cBhvr>
                                      <p:by>
                                        <p:hsl h="-7200000" s="0" l="0"/>
                                      </p:by>
                                    </p:animClr>
                                    <p:animClr clrSpc="hsl" dir="cw">
                                      <p:cBhvr>
                                        <p:cTn id="74" dur="500" fill="hold"/>
                                        <p:tgtEl>
                                          <p:spTgt spid="68611"/>
                                        </p:tgtEl>
                                        <p:attrNameLst>
                                          <p:attrName>fillcolor</p:attrName>
                                        </p:attrNameLst>
                                      </p:cBhvr>
                                      <p:by>
                                        <p:hsl h="-7200000" s="0" l="0"/>
                                      </p:by>
                                    </p:animClr>
                                    <p:animClr clrSpc="hsl" dir="cw">
                                      <p:cBhvr>
                                        <p:cTn id="75" dur="500" fill="hold"/>
                                        <p:tgtEl>
                                          <p:spTgt spid="68611"/>
                                        </p:tgtEl>
                                        <p:attrNameLst>
                                          <p:attrName>stroke.color</p:attrName>
                                        </p:attrNameLst>
                                      </p:cBhvr>
                                      <p:by>
                                        <p:hsl h="-7200000" s="0" l="0"/>
                                      </p:by>
                                    </p:animClr>
                                    <p:set>
                                      <p:cBhvr>
                                        <p:cTn id="76"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FF0000"/>
                                      </p:to>
                                    </p:animClr>
                                  </p:subTnLst>
                                </p:cTn>
                              </p:par>
                              <p:par>
                                <p:cTn id="77" presetID="22" presetClass="emph" presetSubtype="0" fill="hold" nodeType="withEffect">
                                  <p:stCondLst>
                                    <p:cond delay="0"/>
                                  </p:stCondLst>
                                  <p:childTnLst>
                                    <p:animClr clrSpc="hsl" dir="cw">
                                      <p:cBhvr override="childStyle">
                                        <p:cTn id="78" dur="500" fill="hold"/>
                                        <p:tgtEl>
                                          <p:spTgt spid="68624"/>
                                        </p:tgtEl>
                                        <p:attrNameLst>
                                          <p:attrName>style.color</p:attrName>
                                        </p:attrNameLst>
                                      </p:cBhvr>
                                      <p:by>
                                        <p:hsl h="-7200000" s="0" l="0"/>
                                      </p:by>
                                    </p:animClr>
                                    <p:animClr clrSpc="hsl" dir="cw">
                                      <p:cBhvr>
                                        <p:cTn id="79" dur="500" fill="hold"/>
                                        <p:tgtEl>
                                          <p:spTgt spid="68624"/>
                                        </p:tgtEl>
                                        <p:attrNameLst>
                                          <p:attrName>fillcolor</p:attrName>
                                        </p:attrNameLst>
                                      </p:cBhvr>
                                      <p:by>
                                        <p:hsl h="-7200000" s="0" l="0"/>
                                      </p:by>
                                    </p:animClr>
                                    <p:animClr clrSpc="hsl" dir="cw">
                                      <p:cBhvr>
                                        <p:cTn id="80" dur="500" fill="hold"/>
                                        <p:tgtEl>
                                          <p:spTgt spid="68624"/>
                                        </p:tgtEl>
                                        <p:attrNameLst>
                                          <p:attrName>stroke.color</p:attrName>
                                        </p:attrNameLst>
                                      </p:cBhvr>
                                      <p:by>
                                        <p:hsl h="-7200000" s="0" l="0"/>
                                      </p:by>
                                    </p:animClr>
                                    <p:set>
                                      <p:cBhvr>
                                        <p:cTn id="81" dur="500" fill="hold"/>
                                        <p:tgtEl>
                                          <p:spTgt spid="68624"/>
                                        </p:tgtEl>
                                        <p:attrNameLst>
                                          <p:attrName>fill.type</p:attrName>
                                        </p:attrNameLst>
                                      </p:cBhvr>
                                      <p:to>
                                        <p:strVal val="solid"/>
                                      </p:to>
                                    </p:set>
                                  </p:childTnLst>
                                  <p:subTnLst>
                                    <p:animClr clrSpc="rgb" dir="cw">
                                      <p:cBhvr override="childStyle">
                                        <p:cTn dur="1" fill="hold" display="0" masterRel="nextClick" afterEffect="1"/>
                                        <p:tgtEl>
                                          <p:spTgt spid="68624"/>
                                        </p:tgtEl>
                                        <p:attrNameLst>
                                          <p:attrName>ppt_c</p:attrName>
                                        </p:attrNameLst>
                                      </p:cBhvr>
                                      <p:to>
                                        <a:srgbClr val="FF0000"/>
                                      </p:to>
                                    </p:animClr>
                                  </p:subTnLst>
                                </p:cTn>
                              </p:par>
                              <p:par>
                                <p:cTn id="82" presetID="22" presetClass="emph" presetSubtype="0" fill="hold" nodeType="withEffect">
                                  <p:stCondLst>
                                    <p:cond delay="0"/>
                                  </p:stCondLst>
                                  <p:childTnLst>
                                    <p:animClr clrSpc="hsl" dir="cw">
                                      <p:cBhvr override="childStyle">
                                        <p:cTn id="83" dur="500" fill="hold"/>
                                        <p:tgtEl>
                                          <p:spTgt spid="68626"/>
                                        </p:tgtEl>
                                        <p:attrNameLst>
                                          <p:attrName>style.color</p:attrName>
                                        </p:attrNameLst>
                                      </p:cBhvr>
                                      <p:by>
                                        <p:hsl h="-7200000" s="0" l="0"/>
                                      </p:by>
                                    </p:animClr>
                                    <p:animClr clrSpc="hsl" dir="cw">
                                      <p:cBhvr>
                                        <p:cTn id="84" dur="500" fill="hold"/>
                                        <p:tgtEl>
                                          <p:spTgt spid="68626"/>
                                        </p:tgtEl>
                                        <p:attrNameLst>
                                          <p:attrName>fillcolor</p:attrName>
                                        </p:attrNameLst>
                                      </p:cBhvr>
                                      <p:by>
                                        <p:hsl h="-7200000" s="0" l="0"/>
                                      </p:by>
                                    </p:animClr>
                                    <p:animClr clrSpc="hsl" dir="cw">
                                      <p:cBhvr>
                                        <p:cTn id="85" dur="500" fill="hold"/>
                                        <p:tgtEl>
                                          <p:spTgt spid="68626"/>
                                        </p:tgtEl>
                                        <p:attrNameLst>
                                          <p:attrName>stroke.color</p:attrName>
                                        </p:attrNameLst>
                                      </p:cBhvr>
                                      <p:by>
                                        <p:hsl h="-7200000" s="0" l="0"/>
                                      </p:by>
                                    </p:animClr>
                                    <p:set>
                                      <p:cBhvr>
                                        <p:cTn id="86" dur="500" fill="hold"/>
                                        <p:tgtEl>
                                          <p:spTgt spid="68626"/>
                                        </p:tgtEl>
                                        <p:attrNameLst>
                                          <p:attrName>fill.type</p:attrName>
                                        </p:attrNameLst>
                                      </p:cBhvr>
                                      <p:to>
                                        <p:strVal val="solid"/>
                                      </p:to>
                                    </p:set>
                                  </p:childTnLst>
                                  <p:subTnLst>
                                    <p:animClr clrSpc="rgb" dir="cw">
                                      <p:cBhvr override="childStyle">
                                        <p:cTn dur="1" fill="hold" display="0" masterRel="nextClick" afterEffect="1"/>
                                        <p:tgtEl>
                                          <p:spTgt spid="68626"/>
                                        </p:tgtEl>
                                        <p:attrNameLst>
                                          <p:attrName>ppt_c</p:attrName>
                                        </p:attrNameLst>
                                      </p:cBhvr>
                                      <p:to>
                                        <a:srgbClr val="FF0000"/>
                                      </p:to>
                                    </p:animClr>
                                  </p:subTnLst>
                                </p:cTn>
                              </p:par>
                            </p:childTnLst>
                          </p:cTn>
                        </p:par>
                        <p:par>
                          <p:cTn id="87" fill="hold" nodeType="afterGroup">
                            <p:stCondLst>
                              <p:cond delay="2000"/>
                            </p:stCondLst>
                            <p:childTnLst>
                              <p:par>
                                <p:cTn id="88" presetID="10" presetClass="entr" presetSubtype="0" fill="hold" nodeType="after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fade">
                                      <p:cBhvr>
                                        <p:cTn id="90" dur="2000"/>
                                        <p:tgtEl>
                                          <p:spTgt spid="3"/>
                                        </p:tgtEl>
                                      </p:cBhvr>
                                    </p:animEffect>
                                  </p:childTnLst>
                                </p:cTn>
                              </p:par>
                              <p:par>
                                <p:cTn id="91" presetID="10" presetClass="entr" presetSubtype="0" fill="hold" nodeType="withEffect">
                                  <p:stCondLst>
                                    <p:cond delay="0"/>
                                  </p:stCondLst>
                                  <p:childTnLst>
                                    <p:set>
                                      <p:cBhvr>
                                        <p:cTn id="92" dur="1" fill="hold">
                                          <p:stCondLst>
                                            <p:cond delay="0"/>
                                          </p:stCondLst>
                                        </p:cTn>
                                        <p:tgtEl>
                                          <p:spTgt spid="68633"/>
                                        </p:tgtEl>
                                        <p:attrNameLst>
                                          <p:attrName>style.visibility</p:attrName>
                                        </p:attrNameLst>
                                      </p:cBhvr>
                                      <p:to>
                                        <p:strVal val="visible"/>
                                      </p:to>
                                    </p:set>
                                    <p:animEffect transition="in" filter="fade">
                                      <p:cBhvr>
                                        <p:cTn id="93" dur="2000"/>
                                        <p:tgtEl>
                                          <p:spTgt spid="68633"/>
                                        </p:tgtEl>
                                      </p:cBhvr>
                                    </p:animEffect>
                                  </p:childTnLst>
                                </p:cTn>
                              </p:par>
                            </p:childTnLst>
                          </p:cTn>
                        </p:par>
                        <p:par>
                          <p:cTn id="94" fill="hold" nodeType="afterGroup">
                            <p:stCondLst>
                              <p:cond delay="4000"/>
                            </p:stCondLst>
                            <p:childTnLst>
                              <p:par>
                                <p:cTn id="95" presetID="2" presetClass="entr" presetSubtype="8" fill="hold" nodeType="afterEffect">
                                  <p:stCondLst>
                                    <p:cond delay="0"/>
                                  </p:stCondLst>
                                  <p:childTnLst>
                                    <p:set>
                                      <p:cBhvr>
                                        <p:cTn id="96" dur="1" fill="hold">
                                          <p:stCondLst>
                                            <p:cond delay="0"/>
                                          </p:stCondLst>
                                        </p:cTn>
                                        <p:tgtEl>
                                          <p:spTgt spid="68653"/>
                                        </p:tgtEl>
                                        <p:attrNameLst>
                                          <p:attrName>style.visibility</p:attrName>
                                        </p:attrNameLst>
                                      </p:cBhvr>
                                      <p:to>
                                        <p:strVal val="visible"/>
                                      </p:to>
                                    </p:set>
                                    <p:anim calcmode="lin" valueType="num">
                                      <p:cBhvr additive="base">
                                        <p:cTn id="97" dur="1000" fill="hold"/>
                                        <p:tgtEl>
                                          <p:spTgt spid="68653"/>
                                        </p:tgtEl>
                                        <p:attrNameLst>
                                          <p:attrName>ppt_x</p:attrName>
                                        </p:attrNameLst>
                                      </p:cBhvr>
                                      <p:tavLst>
                                        <p:tav tm="0">
                                          <p:val>
                                            <p:strVal val="0-#ppt_w/2"/>
                                          </p:val>
                                        </p:tav>
                                        <p:tav tm="100000">
                                          <p:val>
                                            <p:strVal val="#ppt_x"/>
                                          </p:val>
                                        </p:tav>
                                      </p:tavLst>
                                    </p:anim>
                                    <p:anim calcmode="lin" valueType="num">
                                      <p:cBhvr additive="base">
                                        <p:cTn id="98" dur="1000" fill="hold"/>
                                        <p:tgtEl>
                                          <p:spTgt spid="68653"/>
                                        </p:tgtEl>
                                        <p:attrNameLst>
                                          <p:attrName>ppt_y</p:attrName>
                                        </p:attrNameLst>
                                      </p:cBhvr>
                                      <p:tavLst>
                                        <p:tav tm="0">
                                          <p:val>
                                            <p:strVal val="#ppt_y"/>
                                          </p:val>
                                        </p:tav>
                                        <p:tav tm="100000">
                                          <p:val>
                                            <p:strVal val="#ppt_y"/>
                                          </p:val>
                                        </p:tav>
                                      </p:tavLst>
                                    </p:anim>
                                  </p:childTnLst>
                                </p:cTn>
                              </p:par>
                              <p:par>
                                <p:cTn id="99" presetID="21" presetClass="emph" presetSubtype="0" fill="hold" nodeType="withEffect">
                                  <p:stCondLst>
                                    <p:cond delay="0"/>
                                  </p:stCondLst>
                                  <p:childTnLst>
                                    <p:animClr clrSpc="hsl" dir="cw">
                                      <p:cBhvr override="childStyle">
                                        <p:cTn id="100" dur="500" fill="hold"/>
                                        <p:tgtEl>
                                          <p:spTgt spid="68610"/>
                                        </p:tgtEl>
                                        <p:attrNameLst>
                                          <p:attrName>style.color</p:attrName>
                                        </p:attrNameLst>
                                      </p:cBhvr>
                                      <p:by>
                                        <p:hsl h="7200000" s="0" l="0"/>
                                      </p:by>
                                    </p:animClr>
                                    <p:animClr clrSpc="hsl" dir="cw">
                                      <p:cBhvr>
                                        <p:cTn id="101" dur="500" fill="hold"/>
                                        <p:tgtEl>
                                          <p:spTgt spid="68610"/>
                                        </p:tgtEl>
                                        <p:attrNameLst>
                                          <p:attrName>fillcolor</p:attrName>
                                        </p:attrNameLst>
                                      </p:cBhvr>
                                      <p:by>
                                        <p:hsl h="7200000" s="0" l="0"/>
                                      </p:by>
                                    </p:animClr>
                                    <p:animClr clrSpc="hsl" dir="cw">
                                      <p:cBhvr>
                                        <p:cTn id="102" dur="500" fill="hold"/>
                                        <p:tgtEl>
                                          <p:spTgt spid="68610"/>
                                        </p:tgtEl>
                                        <p:attrNameLst>
                                          <p:attrName>stroke.color</p:attrName>
                                        </p:attrNameLst>
                                      </p:cBhvr>
                                      <p:by>
                                        <p:hsl h="7200000" s="0" l="0"/>
                                      </p:by>
                                    </p:animClr>
                                    <p:set>
                                      <p:cBhvr>
                                        <p:cTn id="103"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000000"/>
                                      </p:to>
                                    </p:animClr>
                                  </p:subTnLst>
                                </p:cTn>
                              </p:par>
                              <p:par>
                                <p:cTn id="104" presetID="21" presetClass="emph" presetSubtype="0" fill="hold" nodeType="withEffect">
                                  <p:stCondLst>
                                    <p:cond delay="0"/>
                                  </p:stCondLst>
                                  <p:childTnLst>
                                    <p:animClr clrSpc="hsl" dir="cw">
                                      <p:cBhvr override="childStyle">
                                        <p:cTn id="105" dur="500" fill="hold"/>
                                        <p:tgtEl>
                                          <p:spTgt spid="68614"/>
                                        </p:tgtEl>
                                        <p:attrNameLst>
                                          <p:attrName>style.color</p:attrName>
                                        </p:attrNameLst>
                                      </p:cBhvr>
                                      <p:by>
                                        <p:hsl h="7200000" s="0" l="0"/>
                                      </p:by>
                                    </p:animClr>
                                    <p:animClr clrSpc="hsl" dir="cw">
                                      <p:cBhvr>
                                        <p:cTn id="106" dur="500" fill="hold"/>
                                        <p:tgtEl>
                                          <p:spTgt spid="68614"/>
                                        </p:tgtEl>
                                        <p:attrNameLst>
                                          <p:attrName>fillcolor</p:attrName>
                                        </p:attrNameLst>
                                      </p:cBhvr>
                                      <p:by>
                                        <p:hsl h="7200000" s="0" l="0"/>
                                      </p:by>
                                    </p:animClr>
                                    <p:animClr clrSpc="hsl" dir="cw">
                                      <p:cBhvr>
                                        <p:cTn id="107" dur="500" fill="hold"/>
                                        <p:tgtEl>
                                          <p:spTgt spid="68614"/>
                                        </p:tgtEl>
                                        <p:attrNameLst>
                                          <p:attrName>stroke.color</p:attrName>
                                        </p:attrNameLst>
                                      </p:cBhvr>
                                      <p:by>
                                        <p:hsl h="7200000" s="0" l="0"/>
                                      </p:by>
                                    </p:animClr>
                                    <p:set>
                                      <p:cBhvr>
                                        <p:cTn id="108" dur="500" fill="hold"/>
                                        <p:tgtEl>
                                          <p:spTgt spid="68614"/>
                                        </p:tgtEl>
                                        <p:attrNameLst>
                                          <p:attrName>fill.type</p:attrName>
                                        </p:attrNameLst>
                                      </p:cBhvr>
                                      <p:to>
                                        <p:strVal val="solid"/>
                                      </p:to>
                                    </p:set>
                                  </p:childTnLst>
                                  <p:subTnLst>
                                    <p:animClr clrSpc="rgb" dir="cw">
                                      <p:cBhvr override="childStyle">
                                        <p:cTn dur="1" fill="hold" display="0" masterRel="nextClick" afterEffect="1"/>
                                        <p:tgtEl>
                                          <p:spTgt spid="68614"/>
                                        </p:tgtEl>
                                        <p:attrNameLst>
                                          <p:attrName>ppt_c</p:attrName>
                                        </p:attrNameLst>
                                      </p:cBhvr>
                                      <p:to>
                                        <a:srgbClr val="000000"/>
                                      </p:to>
                                    </p:animClr>
                                  </p:subTnLst>
                                </p:cTn>
                              </p:par>
                              <p:par>
                                <p:cTn id="109" presetID="21" presetClass="emph" presetSubtype="0" fill="hold" nodeType="withEffect">
                                  <p:stCondLst>
                                    <p:cond delay="0"/>
                                  </p:stCondLst>
                                  <p:childTnLst>
                                    <p:animClr clrSpc="hsl" dir="cw">
                                      <p:cBhvr override="childStyle">
                                        <p:cTn id="110" dur="500" fill="hold"/>
                                        <p:tgtEl>
                                          <p:spTgt spid="68611"/>
                                        </p:tgtEl>
                                        <p:attrNameLst>
                                          <p:attrName>style.color</p:attrName>
                                        </p:attrNameLst>
                                      </p:cBhvr>
                                      <p:by>
                                        <p:hsl h="7200000" s="0" l="0"/>
                                      </p:by>
                                    </p:animClr>
                                    <p:animClr clrSpc="hsl" dir="cw">
                                      <p:cBhvr>
                                        <p:cTn id="111" dur="500" fill="hold"/>
                                        <p:tgtEl>
                                          <p:spTgt spid="68611"/>
                                        </p:tgtEl>
                                        <p:attrNameLst>
                                          <p:attrName>fillcolor</p:attrName>
                                        </p:attrNameLst>
                                      </p:cBhvr>
                                      <p:by>
                                        <p:hsl h="7200000" s="0" l="0"/>
                                      </p:by>
                                    </p:animClr>
                                    <p:animClr clrSpc="hsl" dir="cw">
                                      <p:cBhvr>
                                        <p:cTn id="112" dur="500" fill="hold"/>
                                        <p:tgtEl>
                                          <p:spTgt spid="68611"/>
                                        </p:tgtEl>
                                        <p:attrNameLst>
                                          <p:attrName>stroke.color</p:attrName>
                                        </p:attrNameLst>
                                      </p:cBhvr>
                                      <p:by>
                                        <p:hsl h="7200000" s="0" l="0"/>
                                      </p:by>
                                    </p:animClr>
                                    <p:set>
                                      <p:cBhvr>
                                        <p:cTn id="113"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000000"/>
                                      </p:to>
                                    </p:animClr>
                                  </p:subTnLst>
                                </p:cTn>
                              </p:par>
                              <p:par>
                                <p:cTn id="114" presetID="21" presetClass="emph" presetSubtype="0" fill="hold" nodeType="withEffect">
                                  <p:stCondLst>
                                    <p:cond delay="0"/>
                                  </p:stCondLst>
                                  <p:childTnLst>
                                    <p:animClr clrSpc="hsl" dir="cw">
                                      <p:cBhvr override="childStyle">
                                        <p:cTn id="115" dur="500" fill="hold"/>
                                        <p:tgtEl>
                                          <p:spTgt spid="68624"/>
                                        </p:tgtEl>
                                        <p:attrNameLst>
                                          <p:attrName>style.color</p:attrName>
                                        </p:attrNameLst>
                                      </p:cBhvr>
                                      <p:by>
                                        <p:hsl h="7200000" s="0" l="0"/>
                                      </p:by>
                                    </p:animClr>
                                    <p:animClr clrSpc="hsl" dir="cw">
                                      <p:cBhvr>
                                        <p:cTn id="116" dur="500" fill="hold"/>
                                        <p:tgtEl>
                                          <p:spTgt spid="68624"/>
                                        </p:tgtEl>
                                        <p:attrNameLst>
                                          <p:attrName>fillcolor</p:attrName>
                                        </p:attrNameLst>
                                      </p:cBhvr>
                                      <p:by>
                                        <p:hsl h="7200000" s="0" l="0"/>
                                      </p:by>
                                    </p:animClr>
                                    <p:animClr clrSpc="hsl" dir="cw">
                                      <p:cBhvr>
                                        <p:cTn id="117" dur="500" fill="hold"/>
                                        <p:tgtEl>
                                          <p:spTgt spid="68624"/>
                                        </p:tgtEl>
                                        <p:attrNameLst>
                                          <p:attrName>stroke.color</p:attrName>
                                        </p:attrNameLst>
                                      </p:cBhvr>
                                      <p:by>
                                        <p:hsl h="7200000" s="0" l="0"/>
                                      </p:by>
                                    </p:animClr>
                                    <p:set>
                                      <p:cBhvr>
                                        <p:cTn id="118" dur="500" fill="hold"/>
                                        <p:tgtEl>
                                          <p:spTgt spid="68624"/>
                                        </p:tgtEl>
                                        <p:attrNameLst>
                                          <p:attrName>fill.type</p:attrName>
                                        </p:attrNameLst>
                                      </p:cBhvr>
                                      <p:to>
                                        <p:strVal val="solid"/>
                                      </p:to>
                                    </p:set>
                                  </p:childTnLst>
                                  <p:subTnLst>
                                    <p:animClr clrSpc="rgb" dir="cw">
                                      <p:cBhvr override="childStyle">
                                        <p:cTn dur="1" fill="hold" display="0" masterRel="nextClick" afterEffect="1"/>
                                        <p:tgtEl>
                                          <p:spTgt spid="68624"/>
                                        </p:tgtEl>
                                        <p:attrNameLst>
                                          <p:attrName>ppt_c</p:attrName>
                                        </p:attrNameLst>
                                      </p:cBhvr>
                                      <p:to>
                                        <a:srgbClr val="000000"/>
                                      </p:to>
                                    </p:animClr>
                                  </p:subTnLst>
                                </p:cTn>
                              </p:par>
                              <p:par>
                                <p:cTn id="119" presetID="21" presetClass="emph" presetSubtype="0" fill="hold" nodeType="withEffect">
                                  <p:stCondLst>
                                    <p:cond delay="0"/>
                                  </p:stCondLst>
                                  <p:childTnLst>
                                    <p:animClr clrSpc="hsl" dir="cw">
                                      <p:cBhvr override="childStyle">
                                        <p:cTn id="120" dur="500" fill="hold"/>
                                        <p:tgtEl>
                                          <p:spTgt spid="68626"/>
                                        </p:tgtEl>
                                        <p:attrNameLst>
                                          <p:attrName>style.color</p:attrName>
                                        </p:attrNameLst>
                                      </p:cBhvr>
                                      <p:by>
                                        <p:hsl h="7200000" s="0" l="0"/>
                                      </p:by>
                                    </p:animClr>
                                    <p:animClr clrSpc="hsl" dir="cw">
                                      <p:cBhvr>
                                        <p:cTn id="121" dur="500" fill="hold"/>
                                        <p:tgtEl>
                                          <p:spTgt spid="68626"/>
                                        </p:tgtEl>
                                        <p:attrNameLst>
                                          <p:attrName>fillcolor</p:attrName>
                                        </p:attrNameLst>
                                      </p:cBhvr>
                                      <p:by>
                                        <p:hsl h="7200000" s="0" l="0"/>
                                      </p:by>
                                    </p:animClr>
                                    <p:animClr clrSpc="hsl" dir="cw">
                                      <p:cBhvr>
                                        <p:cTn id="122" dur="500" fill="hold"/>
                                        <p:tgtEl>
                                          <p:spTgt spid="68626"/>
                                        </p:tgtEl>
                                        <p:attrNameLst>
                                          <p:attrName>stroke.color</p:attrName>
                                        </p:attrNameLst>
                                      </p:cBhvr>
                                      <p:by>
                                        <p:hsl h="7200000" s="0" l="0"/>
                                      </p:by>
                                    </p:animClr>
                                    <p:set>
                                      <p:cBhvr>
                                        <p:cTn id="123" dur="500" fill="hold"/>
                                        <p:tgtEl>
                                          <p:spTgt spid="68626"/>
                                        </p:tgtEl>
                                        <p:attrNameLst>
                                          <p:attrName>fill.type</p:attrName>
                                        </p:attrNameLst>
                                      </p:cBhvr>
                                      <p:to>
                                        <p:strVal val="solid"/>
                                      </p:to>
                                    </p:set>
                                  </p:childTnLst>
                                  <p:subTnLst>
                                    <p:animClr clrSpc="rgb" dir="cw">
                                      <p:cBhvr override="childStyle">
                                        <p:cTn dur="1" fill="hold" display="0" masterRel="nextClick" afterEffect="1"/>
                                        <p:tgtEl>
                                          <p:spTgt spid="68626"/>
                                        </p:tgtEl>
                                        <p:attrNameLst>
                                          <p:attrName>ppt_c</p:attrName>
                                        </p:attrNameLst>
                                      </p:cBhvr>
                                      <p:to>
                                        <a:srgbClr val="000000"/>
                                      </p:to>
                                    </p:animClr>
                                  </p:subTnLst>
                                </p:cTn>
                              </p:par>
                            </p:childTnLst>
                          </p:cTn>
                        </p:par>
                        <p:par>
                          <p:cTn id="124" fill="hold" nodeType="afterGroup">
                            <p:stCondLst>
                              <p:cond delay="5000"/>
                            </p:stCondLst>
                            <p:childTnLst>
                              <p:par>
                                <p:cTn id="125" presetID="55" presetClass="exit" presetSubtype="0" fill="hold" nodeType="afterEffect">
                                  <p:stCondLst>
                                    <p:cond delay="0"/>
                                  </p:stCondLst>
                                  <p:childTnLst>
                                    <p:anim calcmode="lin" valueType="num">
                                      <p:cBhvr>
                                        <p:cTn id="126" dur="1000"/>
                                        <p:tgtEl>
                                          <p:spTgt spid="3"/>
                                        </p:tgtEl>
                                        <p:attrNameLst>
                                          <p:attrName>ppt_w</p:attrName>
                                        </p:attrNameLst>
                                      </p:cBhvr>
                                      <p:tavLst>
                                        <p:tav tm="0">
                                          <p:val>
                                            <p:strVal val="ppt_w"/>
                                          </p:val>
                                        </p:tav>
                                        <p:tav tm="100000">
                                          <p:val>
                                            <p:strVal val="ppt_w*0.70"/>
                                          </p:val>
                                        </p:tav>
                                      </p:tavLst>
                                    </p:anim>
                                    <p:anim calcmode="lin" valueType="num">
                                      <p:cBhvr>
                                        <p:cTn id="127" dur="1000"/>
                                        <p:tgtEl>
                                          <p:spTgt spid="3"/>
                                        </p:tgtEl>
                                        <p:attrNameLst>
                                          <p:attrName>ppt_h</p:attrName>
                                        </p:attrNameLst>
                                      </p:cBhvr>
                                      <p:tavLst>
                                        <p:tav tm="0">
                                          <p:val>
                                            <p:strVal val="ppt_h"/>
                                          </p:val>
                                        </p:tav>
                                        <p:tav tm="100000">
                                          <p:val>
                                            <p:strVal val="ppt_h"/>
                                          </p:val>
                                        </p:tav>
                                      </p:tavLst>
                                    </p:anim>
                                    <p:animEffect transition="out" filter="fade">
                                      <p:cBhvr>
                                        <p:cTn id="128" dur="1000"/>
                                        <p:tgtEl>
                                          <p:spTgt spid="3"/>
                                        </p:tgtEl>
                                      </p:cBhvr>
                                    </p:animEffect>
                                    <p:set>
                                      <p:cBhvr>
                                        <p:cTn id="129" dur="1" fill="hold">
                                          <p:stCondLst>
                                            <p:cond delay="999"/>
                                          </p:stCondLst>
                                        </p:cTn>
                                        <p:tgtEl>
                                          <p:spTgt spid="3"/>
                                        </p:tgtEl>
                                        <p:attrNameLst>
                                          <p:attrName>style.visibility</p:attrName>
                                        </p:attrNameLst>
                                      </p:cBhvr>
                                      <p:to>
                                        <p:strVal val="hidden"/>
                                      </p:to>
                                    </p:set>
                                  </p:childTnLst>
                                </p:cTn>
                              </p:par>
                              <p:par>
                                <p:cTn id="130" presetID="55" presetClass="exit" presetSubtype="0" fill="hold" nodeType="withEffect">
                                  <p:stCondLst>
                                    <p:cond delay="0"/>
                                  </p:stCondLst>
                                  <p:childTnLst>
                                    <p:anim calcmode="lin" valueType="num">
                                      <p:cBhvr>
                                        <p:cTn id="131" dur="1000"/>
                                        <p:tgtEl>
                                          <p:spTgt spid="68633"/>
                                        </p:tgtEl>
                                        <p:attrNameLst>
                                          <p:attrName>ppt_w</p:attrName>
                                        </p:attrNameLst>
                                      </p:cBhvr>
                                      <p:tavLst>
                                        <p:tav tm="0">
                                          <p:val>
                                            <p:strVal val="ppt_w"/>
                                          </p:val>
                                        </p:tav>
                                        <p:tav tm="100000">
                                          <p:val>
                                            <p:strVal val="ppt_w*0.70"/>
                                          </p:val>
                                        </p:tav>
                                      </p:tavLst>
                                    </p:anim>
                                    <p:anim calcmode="lin" valueType="num">
                                      <p:cBhvr>
                                        <p:cTn id="132" dur="1000"/>
                                        <p:tgtEl>
                                          <p:spTgt spid="68633"/>
                                        </p:tgtEl>
                                        <p:attrNameLst>
                                          <p:attrName>ppt_h</p:attrName>
                                        </p:attrNameLst>
                                      </p:cBhvr>
                                      <p:tavLst>
                                        <p:tav tm="0">
                                          <p:val>
                                            <p:strVal val="ppt_h"/>
                                          </p:val>
                                        </p:tav>
                                        <p:tav tm="100000">
                                          <p:val>
                                            <p:strVal val="ppt_h"/>
                                          </p:val>
                                        </p:tav>
                                      </p:tavLst>
                                    </p:anim>
                                    <p:animEffect transition="out" filter="fade">
                                      <p:cBhvr>
                                        <p:cTn id="133" dur="1000"/>
                                        <p:tgtEl>
                                          <p:spTgt spid="68633"/>
                                        </p:tgtEl>
                                      </p:cBhvr>
                                    </p:animEffect>
                                    <p:set>
                                      <p:cBhvr>
                                        <p:cTn id="134" dur="1" fill="hold">
                                          <p:stCondLst>
                                            <p:cond delay="999"/>
                                          </p:stCondLst>
                                        </p:cTn>
                                        <p:tgtEl>
                                          <p:spTgt spid="68633"/>
                                        </p:tgtEl>
                                        <p:attrNameLst>
                                          <p:attrName>style.visibility</p:attrName>
                                        </p:attrNameLst>
                                      </p:cBhvr>
                                      <p:to>
                                        <p:strVal val="hidden"/>
                                      </p:to>
                                    </p:set>
                                  </p:childTnLst>
                                </p:cTn>
                              </p:par>
                              <p:par>
                                <p:cTn id="135" presetID="21" presetClass="emph" presetSubtype="0" fill="hold" nodeType="withEffect">
                                  <p:stCondLst>
                                    <p:cond delay="0"/>
                                  </p:stCondLst>
                                  <p:childTnLst>
                                    <p:animClr clrSpc="hsl" dir="cw">
                                      <p:cBhvr override="childStyle">
                                        <p:cTn id="136" dur="500" fill="hold"/>
                                        <p:tgtEl>
                                          <p:spTgt spid="68610"/>
                                        </p:tgtEl>
                                        <p:attrNameLst>
                                          <p:attrName>style.color</p:attrName>
                                        </p:attrNameLst>
                                      </p:cBhvr>
                                      <p:by>
                                        <p:hsl h="7200000" s="0" l="0"/>
                                      </p:by>
                                    </p:animClr>
                                    <p:animClr clrSpc="hsl" dir="cw">
                                      <p:cBhvr>
                                        <p:cTn id="137" dur="500" fill="hold"/>
                                        <p:tgtEl>
                                          <p:spTgt spid="68610"/>
                                        </p:tgtEl>
                                        <p:attrNameLst>
                                          <p:attrName>fillcolor</p:attrName>
                                        </p:attrNameLst>
                                      </p:cBhvr>
                                      <p:by>
                                        <p:hsl h="7200000" s="0" l="0"/>
                                      </p:by>
                                    </p:animClr>
                                    <p:animClr clrSpc="hsl" dir="cw">
                                      <p:cBhvr>
                                        <p:cTn id="138" dur="500" fill="hold"/>
                                        <p:tgtEl>
                                          <p:spTgt spid="68610"/>
                                        </p:tgtEl>
                                        <p:attrNameLst>
                                          <p:attrName>stroke.color</p:attrName>
                                        </p:attrNameLst>
                                      </p:cBhvr>
                                      <p:by>
                                        <p:hsl h="7200000" s="0" l="0"/>
                                      </p:by>
                                    </p:animClr>
                                    <p:set>
                                      <p:cBhvr>
                                        <p:cTn id="139"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FF0000"/>
                                      </p:to>
                                    </p:animClr>
                                  </p:subTnLst>
                                </p:cTn>
                              </p:par>
                              <p:par>
                                <p:cTn id="140" presetID="21" presetClass="emph" presetSubtype="0" fill="hold" nodeType="withEffect">
                                  <p:stCondLst>
                                    <p:cond delay="0"/>
                                  </p:stCondLst>
                                  <p:childTnLst>
                                    <p:animClr clrSpc="hsl" dir="cw">
                                      <p:cBhvr override="childStyle">
                                        <p:cTn id="141" dur="500" fill="hold"/>
                                        <p:tgtEl>
                                          <p:spTgt spid="68614"/>
                                        </p:tgtEl>
                                        <p:attrNameLst>
                                          <p:attrName>style.color</p:attrName>
                                        </p:attrNameLst>
                                      </p:cBhvr>
                                      <p:by>
                                        <p:hsl h="7200000" s="0" l="0"/>
                                      </p:by>
                                    </p:animClr>
                                    <p:animClr clrSpc="hsl" dir="cw">
                                      <p:cBhvr>
                                        <p:cTn id="142" dur="500" fill="hold"/>
                                        <p:tgtEl>
                                          <p:spTgt spid="68614"/>
                                        </p:tgtEl>
                                        <p:attrNameLst>
                                          <p:attrName>fillcolor</p:attrName>
                                        </p:attrNameLst>
                                      </p:cBhvr>
                                      <p:by>
                                        <p:hsl h="7200000" s="0" l="0"/>
                                      </p:by>
                                    </p:animClr>
                                    <p:animClr clrSpc="hsl" dir="cw">
                                      <p:cBhvr>
                                        <p:cTn id="143" dur="500" fill="hold"/>
                                        <p:tgtEl>
                                          <p:spTgt spid="68614"/>
                                        </p:tgtEl>
                                        <p:attrNameLst>
                                          <p:attrName>stroke.color</p:attrName>
                                        </p:attrNameLst>
                                      </p:cBhvr>
                                      <p:by>
                                        <p:hsl h="7200000" s="0" l="0"/>
                                      </p:by>
                                    </p:animClr>
                                    <p:set>
                                      <p:cBhvr>
                                        <p:cTn id="144" dur="500" fill="hold"/>
                                        <p:tgtEl>
                                          <p:spTgt spid="68614"/>
                                        </p:tgtEl>
                                        <p:attrNameLst>
                                          <p:attrName>fill.type</p:attrName>
                                        </p:attrNameLst>
                                      </p:cBhvr>
                                      <p:to>
                                        <p:strVal val="solid"/>
                                      </p:to>
                                    </p:set>
                                  </p:childTnLst>
                                  <p:subTnLst>
                                    <p:animClr clrSpc="rgb" dir="cw">
                                      <p:cBhvr override="childStyle">
                                        <p:cTn dur="1" fill="hold" display="0" masterRel="nextClick" afterEffect="1"/>
                                        <p:tgtEl>
                                          <p:spTgt spid="68614"/>
                                        </p:tgtEl>
                                        <p:attrNameLst>
                                          <p:attrName>ppt_c</p:attrName>
                                        </p:attrNameLst>
                                      </p:cBhvr>
                                      <p:to>
                                        <a:srgbClr val="FF0000"/>
                                      </p:to>
                                    </p:animClr>
                                  </p:subTnLst>
                                </p:cTn>
                              </p:par>
                              <p:par>
                                <p:cTn id="145" presetID="21" presetClass="emph" presetSubtype="0" fill="hold" nodeType="withEffect">
                                  <p:stCondLst>
                                    <p:cond delay="0"/>
                                  </p:stCondLst>
                                  <p:childTnLst>
                                    <p:animClr clrSpc="hsl" dir="cw">
                                      <p:cBhvr override="childStyle">
                                        <p:cTn id="146" dur="500" fill="hold"/>
                                        <p:tgtEl>
                                          <p:spTgt spid="68611"/>
                                        </p:tgtEl>
                                        <p:attrNameLst>
                                          <p:attrName>style.color</p:attrName>
                                        </p:attrNameLst>
                                      </p:cBhvr>
                                      <p:by>
                                        <p:hsl h="7200000" s="0" l="0"/>
                                      </p:by>
                                    </p:animClr>
                                    <p:animClr clrSpc="hsl" dir="cw">
                                      <p:cBhvr>
                                        <p:cTn id="147" dur="500" fill="hold"/>
                                        <p:tgtEl>
                                          <p:spTgt spid="68611"/>
                                        </p:tgtEl>
                                        <p:attrNameLst>
                                          <p:attrName>fillcolor</p:attrName>
                                        </p:attrNameLst>
                                      </p:cBhvr>
                                      <p:by>
                                        <p:hsl h="7200000" s="0" l="0"/>
                                      </p:by>
                                    </p:animClr>
                                    <p:animClr clrSpc="hsl" dir="cw">
                                      <p:cBhvr>
                                        <p:cTn id="148" dur="500" fill="hold"/>
                                        <p:tgtEl>
                                          <p:spTgt spid="68611"/>
                                        </p:tgtEl>
                                        <p:attrNameLst>
                                          <p:attrName>stroke.color</p:attrName>
                                        </p:attrNameLst>
                                      </p:cBhvr>
                                      <p:by>
                                        <p:hsl h="7200000" s="0" l="0"/>
                                      </p:by>
                                    </p:animClr>
                                    <p:set>
                                      <p:cBhvr>
                                        <p:cTn id="149"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FF0000"/>
                                      </p:to>
                                    </p:animClr>
                                  </p:subTnLst>
                                </p:cTn>
                              </p:par>
                            </p:childTnLst>
                          </p:cTn>
                        </p:par>
                        <p:par>
                          <p:cTn id="150" fill="hold" nodeType="afterGroup">
                            <p:stCondLst>
                              <p:cond delay="6000"/>
                            </p:stCondLst>
                            <p:childTnLst>
                              <p:par>
                                <p:cTn id="151" presetID="10" presetClass="entr" presetSubtype="0" fill="hold" nodeType="afterEffect">
                                  <p:stCondLst>
                                    <p:cond delay="0"/>
                                  </p:stCondLst>
                                  <p:childTnLst>
                                    <p:set>
                                      <p:cBhvr>
                                        <p:cTn id="152" dur="1" fill="hold">
                                          <p:stCondLst>
                                            <p:cond delay="0"/>
                                          </p:stCondLst>
                                        </p:cTn>
                                        <p:tgtEl>
                                          <p:spTgt spid="8"/>
                                        </p:tgtEl>
                                        <p:attrNameLst>
                                          <p:attrName>style.visibility</p:attrName>
                                        </p:attrNameLst>
                                      </p:cBhvr>
                                      <p:to>
                                        <p:strVal val="visible"/>
                                      </p:to>
                                    </p:set>
                                    <p:animEffect transition="in" filter="fade">
                                      <p:cBhvr>
                                        <p:cTn id="153" dur="2000"/>
                                        <p:tgtEl>
                                          <p:spTgt spid="8"/>
                                        </p:tgtEl>
                                      </p:cBhvr>
                                    </p:animEffect>
                                  </p:childTnLst>
                                </p:cTn>
                              </p:par>
                            </p:childTnLst>
                          </p:cTn>
                        </p:par>
                        <p:par>
                          <p:cTn id="154" fill="hold" nodeType="afterGroup">
                            <p:stCondLst>
                              <p:cond delay="8000"/>
                            </p:stCondLst>
                            <p:childTnLst>
                              <p:par>
                                <p:cTn id="155" presetID="2" presetClass="exit" presetSubtype="8" fill="hold" nodeType="afterEffect">
                                  <p:stCondLst>
                                    <p:cond delay="0"/>
                                  </p:stCondLst>
                                  <p:childTnLst>
                                    <p:anim calcmode="lin" valueType="num">
                                      <p:cBhvr additive="base">
                                        <p:cTn id="156" dur="1000"/>
                                        <p:tgtEl>
                                          <p:spTgt spid="68653"/>
                                        </p:tgtEl>
                                        <p:attrNameLst>
                                          <p:attrName>ppt_x</p:attrName>
                                        </p:attrNameLst>
                                      </p:cBhvr>
                                      <p:tavLst>
                                        <p:tav tm="0">
                                          <p:val>
                                            <p:strVal val="ppt_x"/>
                                          </p:val>
                                        </p:tav>
                                        <p:tav tm="100000">
                                          <p:val>
                                            <p:strVal val="0-ppt_w/2"/>
                                          </p:val>
                                        </p:tav>
                                      </p:tavLst>
                                    </p:anim>
                                    <p:anim calcmode="lin" valueType="num">
                                      <p:cBhvr additive="base">
                                        <p:cTn id="157" dur="1000"/>
                                        <p:tgtEl>
                                          <p:spTgt spid="68653"/>
                                        </p:tgtEl>
                                        <p:attrNameLst>
                                          <p:attrName>ppt_y</p:attrName>
                                        </p:attrNameLst>
                                      </p:cBhvr>
                                      <p:tavLst>
                                        <p:tav tm="0">
                                          <p:val>
                                            <p:strVal val="ppt_y"/>
                                          </p:val>
                                        </p:tav>
                                        <p:tav tm="100000">
                                          <p:val>
                                            <p:strVal val="ppt_y"/>
                                          </p:val>
                                        </p:tav>
                                      </p:tavLst>
                                    </p:anim>
                                    <p:set>
                                      <p:cBhvr>
                                        <p:cTn id="158" dur="1" fill="hold">
                                          <p:stCondLst>
                                            <p:cond delay="999"/>
                                          </p:stCondLst>
                                        </p:cTn>
                                        <p:tgtEl>
                                          <p:spTgt spid="68653"/>
                                        </p:tgtEl>
                                        <p:attrNameLst>
                                          <p:attrName>style.visibility</p:attrName>
                                        </p:attrNameLst>
                                      </p:cBhvr>
                                      <p:to>
                                        <p:strVal val="hidden"/>
                                      </p:to>
                                    </p:set>
                                  </p:childTnLst>
                                </p:cTn>
                              </p:par>
                            </p:childTnLst>
                          </p:cTn>
                        </p:par>
                        <p:par>
                          <p:cTn id="159" fill="hold" nodeType="afterGroup">
                            <p:stCondLst>
                              <p:cond delay="9000"/>
                            </p:stCondLst>
                            <p:childTnLst>
                              <p:par>
                                <p:cTn id="160" presetID="2" presetClass="entr" presetSubtype="8" fill="hold" nodeType="afterEffect">
                                  <p:stCondLst>
                                    <p:cond delay="0"/>
                                  </p:stCondLst>
                                  <p:childTnLst>
                                    <p:set>
                                      <p:cBhvr>
                                        <p:cTn id="161" dur="1" fill="hold">
                                          <p:stCondLst>
                                            <p:cond delay="0"/>
                                          </p:stCondLst>
                                        </p:cTn>
                                        <p:tgtEl>
                                          <p:spTgt spid="68654"/>
                                        </p:tgtEl>
                                        <p:attrNameLst>
                                          <p:attrName>style.visibility</p:attrName>
                                        </p:attrNameLst>
                                      </p:cBhvr>
                                      <p:to>
                                        <p:strVal val="visible"/>
                                      </p:to>
                                    </p:set>
                                    <p:anim calcmode="lin" valueType="num">
                                      <p:cBhvr additive="base">
                                        <p:cTn id="162" dur="1000" fill="hold"/>
                                        <p:tgtEl>
                                          <p:spTgt spid="68654"/>
                                        </p:tgtEl>
                                        <p:attrNameLst>
                                          <p:attrName>ppt_x</p:attrName>
                                        </p:attrNameLst>
                                      </p:cBhvr>
                                      <p:tavLst>
                                        <p:tav tm="0">
                                          <p:val>
                                            <p:strVal val="0-#ppt_w/2"/>
                                          </p:val>
                                        </p:tav>
                                        <p:tav tm="100000">
                                          <p:val>
                                            <p:strVal val="#ppt_x"/>
                                          </p:val>
                                        </p:tav>
                                      </p:tavLst>
                                    </p:anim>
                                    <p:anim calcmode="lin" valueType="num">
                                      <p:cBhvr additive="base">
                                        <p:cTn id="163" dur="1000" fill="hold"/>
                                        <p:tgtEl>
                                          <p:spTgt spid="68654"/>
                                        </p:tgtEl>
                                        <p:attrNameLst>
                                          <p:attrName>ppt_y</p:attrName>
                                        </p:attrNameLst>
                                      </p:cBhvr>
                                      <p:tavLst>
                                        <p:tav tm="0">
                                          <p:val>
                                            <p:strVal val="#ppt_y"/>
                                          </p:val>
                                        </p:tav>
                                        <p:tav tm="100000">
                                          <p:val>
                                            <p:strVal val="#ppt_y"/>
                                          </p:val>
                                        </p:tav>
                                      </p:tavLst>
                                    </p:anim>
                                  </p:childTnLst>
                                </p:cTn>
                              </p:par>
                              <p:par>
                                <p:cTn id="164" presetID="21" presetClass="emph" presetSubtype="0" fill="hold" nodeType="withEffect">
                                  <p:stCondLst>
                                    <p:cond delay="0"/>
                                  </p:stCondLst>
                                  <p:childTnLst>
                                    <p:animClr clrSpc="hsl" dir="cw">
                                      <p:cBhvr override="childStyle">
                                        <p:cTn id="165" dur="500" fill="hold"/>
                                        <p:tgtEl>
                                          <p:spTgt spid="68610"/>
                                        </p:tgtEl>
                                        <p:attrNameLst>
                                          <p:attrName>style.color</p:attrName>
                                        </p:attrNameLst>
                                      </p:cBhvr>
                                      <p:by>
                                        <p:hsl h="7200000" s="0" l="0"/>
                                      </p:by>
                                    </p:animClr>
                                    <p:animClr clrSpc="hsl" dir="cw">
                                      <p:cBhvr>
                                        <p:cTn id="166" dur="500" fill="hold"/>
                                        <p:tgtEl>
                                          <p:spTgt spid="68610"/>
                                        </p:tgtEl>
                                        <p:attrNameLst>
                                          <p:attrName>fillcolor</p:attrName>
                                        </p:attrNameLst>
                                      </p:cBhvr>
                                      <p:by>
                                        <p:hsl h="7200000" s="0" l="0"/>
                                      </p:by>
                                    </p:animClr>
                                    <p:animClr clrSpc="hsl" dir="cw">
                                      <p:cBhvr>
                                        <p:cTn id="167" dur="500" fill="hold"/>
                                        <p:tgtEl>
                                          <p:spTgt spid="68610"/>
                                        </p:tgtEl>
                                        <p:attrNameLst>
                                          <p:attrName>stroke.color</p:attrName>
                                        </p:attrNameLst>
                                      </p:cBhvr>
                                      <p:by>
                                        <p:hsl h="7200000" s="0" l="0"/>
                                      </p:by>
                                    </p:animClr>
                                    <p:set>
                                      <p:cBhvr>
                                        <p:cTn id="168"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000000"/>
                                      </p:to>
                                    </p:animClr>
                                  </p:subTnLst>
                                </p:cTn>
                              </p:par>
                              <p:par>
                                <p:cTn id="169" presetID="21" presetClass="emph" presetSubtype="0" fill="hold" nodeType="withEffect">
                                  <p:stCondLst>
                                    <p:cond delay="0"/>
                                  </p:stCondLst>
                                  <p:childTnLst>
                                    <p:animClr clrSpc="hsl" dir="cw">
                                      <p:cBhvr override="childStyle">
                                        <p:cTn id="170" dur="500" fill="hold"/>
                                        <p:tgtEl>
                                          <p:spTgt spid="68614"/>
                                        </p:tgtEl>
                                        <p:attrNameLst>
                                          <p:attrName>style.color</p:attrName>
                                        </p:attrNameLst>
                                      </p:cBhvr>
                                      <p:by>
                                        <p:hsl h="7200000" s="0" l="0"/>
                                      </p:by>
                                    </p:animClr>
                                    <p:animClr clrSpc="hsl" dir="cw">
                                      <p:cBhvr>
                                        <p:cTn id="171" dur="500" fill="hold"/>
                                        <p:tgtEl>
                                          <p:spTgt spid="68614"/>
                                        </p:tgtEl>
                                        <p:attrNameLst>
                                          <p:attrName>fillcolor</p:attrName>
                                        </p:attrNameLst>
                                      </p:cBhvr>
                                      <p:by>
                                        <p:hsl h="7200000" s="0" l="0"/>
                                      </p:by>
                                    </p:animClr>
                                    <p:animClr clrSpc="hsl" dir="cw">
                                      <p:cBhvr>
                                        <p:cTn id="172" dur="500" fill="hold"/>
                                        <p:tgtEl>
                                          <p:spTgt spid="68614"/>
                                        </p:tgtEl>
                                        <p:attrNameLst>
                                          <p:attrName>stroke.color</p:attrName>
                                        </p:attrNameLst>
                                      </p:cBhvr>
                                      <p:by>
                                        <p:hsl h="7200000" s="0" l="0"/>
                                      </p:by>
                                    </p:animClr>
                                    <p:set>
                                      <p:cBhvr>
                                        <p:cTn id="173" dur="500" fill="hold"/>
                                        <p:tgtEl>
                                          <p:spTgt spid="68614"/>
                                        </p:tgtEl>
                                        <p:attrNameLst>
                                          <p:attrName>fill.type</p:attrName>
                                        </p:attrNameLst>
                                      </p:cBhvr>
                                      <p:to>
                                        <p:strVal val="solid"/>
                                      </p:to>
                                    </p:set>
                                  </p:childTnLst>
                                  <p:subTnLst>
                                    <p:animClr clrSpc="rgb" dir="cw">
                                      <p:cBhvr override="childStyle">
                                        <p:cTn dur="1" fill="hold" display="0" masterRel="nextClick" afterEffect="1"/>
                                        <p:tgtEl>
                                          <p:spTgt spid="68614"/>
                                        </p:tgtEl>
                                        <p:attrNameLst>
                                          <p:attrName>ppt_c</p:attrName>
                                        </p:attrNameLst>
                                      </p:cBhvr>
                                      <p:to>
                                        <a:srgbClr val="000000"/>
                                      </p:to>
                                    </p:animClr>
                                  </p:subTnLst>
                                </p:cTn>
                              </p:par>
                              <p:par>
                                <p:cTn id="174" presetID="21" presetClass="emph" presetSubtype="0" fill="hold" nodeType="withEffect">
                                  <p:stCondLst>
                                    <p:cond delay="0"/>
                                  </p:stCondLst>
                                  <p:childTnLst>
                                    <p:animClr clrSpc="hsl" dir="cw">
                                      <p:cBhvr override="childStyle">
                                        <p:cTn id="175" dur="500" fill="hold"/>
                                        <p:tgtEl>
                                          <p:spTgt spid="68611"/>
                                        </p:tgtEl>
                                        <p:attrNameLst>
                                          <p:attrName>style.color</p:attrName>
                                        </p:attrNameLst>
                                      </p:cBhvr>
                                      <p:by>
                                        <p:hsl h="7200000" s="0" l="0"/>
                                      </p:by>
                                    </p:animClr>
                                    <p:animClr clrSpc="hsl" dir="cw">
                                      <p:cBhvr>
                                        <p:cTn id="176" dur="500" fill="hold"/>
                                        <p:tgtEl>
                                          <p:spTgt spid="68611"/>
                                        </p:tgtEl>
                                        <p:attrNameLst>
                                          <p:attrName>fillcolor</p:attrName>
                                        </p:attrNameLst>
                                      </p:cBhvr>
                                      <p:by>
                                        <p:hsl h="7200000" s="0" l="0"/>
                                      </p:by>
                                    </p:animClr>
                                    <p:animClr clrSpc="hsl" dir="cw">
                                      <p:cBhvr>
                                        <p:cTn id="177" dur="500" fill="hold"/>
                                        <p:tgtEl>
                                          <p:spTgt spid="68611"/>
                                        </p:tgtEl>
                                        <p:attrNameLst>
                                          <p:attrName>stroke.color</p:attrName>
                                        </p:attrNameLst>
                                      </p:cBhvr>
                                      <p:by>
                                        <p:hsl h="7200000" s="0" l="0"/>
                                      </p:by>
                                    </p:animClr>
                                    <p:set>
                                      <p:cBhvr>
                                        <p:cTn id="178"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000000"/>
                                      </p:to>
                                    </p:animClr>
                                  </p:subTnLst>
                                </p:cTn>
                              </p:par>
                            </p:childTnLst>
                          </p:cTn>
                        </p:par>
                        <p:par>
                          <p:cTn id="179" fill="hold" nodeType="afterGroup">
                            <p:stCondLst>
                              <p:cond delay="10000"/>
                            </p:stCondLst>
                            <p:childTnLst>
                              <p:par>
                                <p:cTn id="180" presetID="55" presetClass="exit" presetSubtype="0" fill="hold" nodeType="afterEffect">
                                  <p:stCondLst>
                                    <p:cond delay="0"/>
                                  </p:stCondLst>
                                  <p:childTnLst>
                                    <p:anim calcmode="lin" valueType="num">
                                      <p:cBhvr>
                                        <p:cTn id="181" dur="1000"/>
                                        <p:tgtEl>
                                          <p:spTgt spid="8"/>
                                        </p:tgtEl>
                                        <p:attrNameLst>
                                          <p:attrName>ppt_w</p:attrName>
                                        </p:attrNameLst>
                                      </p:cBhvr>
                                      <p:tavLst>
                                        <p:tav tm="0">
                                          <p:val>
                                            <p:strVal val="ppt_w"/>
                                          </p:val>
                                        </p:tav>
                                        <p:tav tm="100000">
                                          <p:val>
                                            <p:strVal val="ppt_w*0.70"/>
                                          </p:val>
                                        </p:tav>
                                      </p:tavLst>
                                    </p:anim>
                                    <p:anim calcmode="lin" valueType="num">
                                      <p:cBhvr>
                                        <p:cTn id="182" dur="1000"/>
                                        <p:tgtEl>
                                          <p:spTgt spid="8"/>
                                        </p:tgtEl>
                                        <p:attrNameLst>
                                          <p:attrName>ppt_h</p:attrName>
                                        </p:attrNameLst>
                                      </p:cBhvr>
                                      <p:tavLst>
                                        <p:tav tm="0">
                                          <p:val>
                                            <p:strVal val="ppt_h"/>
                                          </p:val>
                                        </p:tav>
                                        <p:tav tm="100000">
                                          <p:val>
                                            <p:strVal val="ppt_h"/>
                                          </p:val>
                                        </p:tav>
                                      </p:tavLst>
                                    </p:anim>
                                    <p:animEffect transition="out" filter="fade">
                                      <p:cBhvr>
                                        <p:cTn id="183" dur="1000"/>
                                        <p:tgtEl>
                                          <p:spTgt spid="8"/>
                                        </p:tgtEl>
                                      </p:cBhvr>
                                    </p:animEffect>
                                    <p:set>
                                      <p:cBhvr>
                                        <p:cTn id="184" dur="1" fill="hold">
                                          <p:stCondLst>
                                            <p:cond delay="999"/>
                                          </p:stCondLst>
                                        </p:cTn>
                                        <p:tgtEl>
                                          <p:spTgt spid="8"/>
                                        </p:tgtEl>
                                        <p:attrNameLst>
                                          <p:attrName>style.visibility</p:attrName>
                                        </p:attrNameLst>
                                      </p:cBhvr>
                                      <p:to>
                                        <p:strVal val="hidden"/>
                                      </p:to>
                                    </p:set>
                                  </p:childTnLst>
                                </p:cTn>
                              </p:par>
                              <p:par>
                                <p:cTn id="185" presetID="21" presetClass="emph" presetSubtype="0" fill="hold" nodeType="withEffect">
                                  <p:stCondLst>
                                    <p:cond delay="0"/>
                                  </p:stCondLst>
                                  <p:childTnLst>
                                    <p:animClr clrSpc="hsl" dir="cw">
                                      <p:cBhvr override="childStyle">
                                        <p:cTn id="186" dur="500" fill="hold"/>
                                        <p:tgtEl>
                                          <p:spTgt spid="68610"/>
                                        </p:tgtEl>
                                        <p:attrNameLst>
                                          <p:attrName>style.color</p:attrName>
                                        </p:attrNameLst>
                                      </p:cBhvr>
                                      <p:by>
                                        <p:hsl h="7200000" s="0" l="0"/>
                                      </p:by>
                                    </p:animClr>
                                    <p:animClr clrSpc="hsl" dir="cw">
                                      <p:cBhvr>
                                        <p:cTn id="187" dur="500" fill="hold"/>
                                        <p:tgtEl>
                                          <p:spTgt spid="68610"/>
                                        </p:tgtEl>
                                        <p:attrNameLst>
                                          <p:attrName>fillcolor</p:attrName>
                                        </p:attrNameLst>
                                      </p:cBhvr>
                                      <p:by>
                                        <p:hsl h="7200000" s="0" l="0"/>
                                      </p:by>
                                    </p:animClr>
                                    <p:animClr clrSpc="hsl" dir="cw">
                                      <p:cBhvr>
                                        <p:cTn id="188" dur="500" fill="hold"/>
                                        <p:tgtEl>
                                          <p:spTgt spid="68610"/>
                                        </p:tgtEl>
                                        <p:attrNameLst>
                                          <p:attrName>stroke.color</p:attrName>
                                        </p:attrNameLst>
                                      </p:cBhvr>
                                      <p:by>
                                        <p:hsl h="7200000" s="0" l="0"/>
                                      </p:by>
                                    </p:animClr>
                                    <p:set>
                                      <p:cBhvr>
                                        <p:cTn id="189"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FF0000"/>
                                      </p:to>
                                    </p:animClr>
                                  </p:subTnLst>
                                </p:cTn>
                              </p:par>
                              <p:par>
                                <p:cTn id="190" presetID="21" presetClass="emph" presetSubtype="0" fill="hold" nodeType="withEffect">
                                  <p:stCondLst>
                                    <p:cond delay="0"/>
                                  </p:stCondLst>
                                  <p:childTnLst>
                                    <p:animClr clrSpc="hsl" dir="cw">
                                      <p:cBhvr override="childStyle">
                                        <p:cTn id="191" dur="500" fill="hold"/>
                                        <p:tgtEl>
                                          <p:spTgt spid="68612"/>
                                        </p:tgtEl>
                                        <p:attrNameLst>
                                          <p:attrName>style.color</p:attrName>
                                        </p:attrNameLst>
                                      </p:cBhvr>
                                      <p:by>
                                        <p:hsl h="7200000" s="0" l="0"/>
                                      </p:by>
                                    </p:animClr>
                                    <p:animClr clrSpc="hsl" dir="cw">
                                      <p:cBhvr>
                                        <p:cTn id="192" dur="500" fill="hold"/>
                                        <p:tgtEl>
                                          <p:spTgt spid="68612"/>
                                        </p:tgtEl>
                                        <p:attrNameLst>
                                          <p:attrName>fillcolor</p:attrName>
                                        </p:attrNameLst>
                                      </p:cBhvr>
                                      <p:by>
                                        <p:hsl h="7200000" s="0" l="0"/>
                                      </p:by>
                                    </p:animClr>
                                    <p:animClr clrSpc="hsl" dir="cw">
                                      <p:cBhvr>
                                        <p:cTn id="193" dur="500" fill="hold"/>
                                        <p:tgtEl>
                                          <p:spTgt spid="68612"/>
                                        </p:tgtEl>
                                        <p:attrNameLst>
                                          <p:attrName>stroke.color</p:attrName>
                                        </p:attrNameLst>
                                      </p:cBhvr>
                                      <p:by>
                                        <p:hsl h="7200000" s="0" l="0"/>
                                      </p:by>
                                    </p:animClr>
                                    <p:set>
                                      <p:cBhvr>
                                        <p:cTn id="194" dur="500" fill="hold"/>
                                        <p:tgtEl>
                                          <p:spTgt spid="68612"/>
                                        </p:tgtEl>
                                        <p:attrNameLst>
                                          <p:attrName>fill.type</p:attrName>
                                        </p:attrNameLst>
                                      </p:cBhvr>
                                      <p:to>
                                        <p:strVal val="solid"/>
                                      </p:to>
                                    </p:set>
                                  </p:childTnLst>
                                  <p:subTnLst>
                                    <p:animClr clrSpc="rgb" dir="cw">
                                      <p:cBhvr override="childStyle">
                                        <p:cTn dur="1" fill="hold" display="0" masterRel="nextClick" afterEffect="1"/>
                                        <p:tgtEl>
                                          <p:spTgt spid="68612"/>
                                        </p:tgtEl>
                                        <p:attrNameLst>
                                          <p:attrName>ppt_c</p:attrName>
                                        </p:attrNameLst>
                                      </p:cBhvr>
                                      <p:to>
                                        <a:srgbClr val="FF0000"/>
                                      </p:to>
                                    </p:animClr>
                                  </p:subTnLst>
                                </p:cTn>
                              </p:par>
                              <p:par>
                                <p:cTn id="195" presetID="21" presetClass="emph" presetSubtype="0" fill="hold" nodeType="withEffect">
                                  <p:stCondLst>
                                    <p:cond delay="0"/>
                                  </p:stCondLst>
                                  <p:childTnLst>
                                    <p:animClr clrSpc="hsl" dir="cw">
                                      <p:cBhvr override="childStyle">
                                        <p:cTn id="196" dur="500" fill="hold"/>
                                        <p:tgtEl>
                                          <p:spTgt spid="68611"/>
                                        </p:tgtEl>
                                        <p:attrNameLst>
                                          <p:attrName>style.color</p:attrName>
                                        </p:attrNameLst>
                                      </p:cBhvr>
                                      <p:by>
                                        <p:hsl h="7200000" s="0" l="0"/>
                                      </p:by>
                                    </p:animClr>
                                    <p:animClr clrSpc="hsl" dir="cw">
                                      <p:cBhvr>
                                        <p:cTn id="197" dur="500" fill="hold"/>
                                        <p:tgtEl>
                                          <p:spTgt spid="68611"/>
                                        </p:tgtEl>
                                        <p:attrNameLst>
                                          <p:attrName>fillcolor</p:attrName>
                                        </p:attrNameLst>
                                      </p:cBhvr>
                                      <p:by>
                                        <p:hsl h="7200000" s="0" l="0"/>
                                      </p:by>
                                    </p:animClr>
                                    <p:animClr clrSpc="hsl" dir="cw">
                                      <p:cBhvr>
                                        <p:cTn id="198" dur="500" fill="hold"/>
                                        <p:tgtEl>
                                          <p:spTgt spid="68611"/>
                                        </p:tgtEl>
                                        <p:attrNameLst>
                                          <p:attrName>stroke.color</p:attrName>
                                        </p:attrNameLst>
                                      </p:cBhvr>
                                      <p:by>
                                        <p:hsl h="7200000" s="0" l="0"/>
                                      </p:by>
                                    </p:animClr>
                                    <p:set>
                                      <p:cBhvr>
                                        <p:cTn id="199"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FF0000"/>
                                      </p:to>
                                    </p:animClr>
                                  </p:subTnLst>
                                </p:cTn>
                              </p:par>
                            </p:childTnLst>
                          </p:cTn>
                        </p:par>
                        <p:par>
                          <p:cTn id="200" fill="hold" nodeType="afterGroup">
                            <p:stCondLst>
                              <p:cond delay="11000"/>
                            </p:stCondLst>
                            <p:childTnLst>
                              <p:par>
                                <p:cTn id="201" presetID="10" presetClass="entr" presetSubtype="0" fill="hold" nodeType="afterEffect">
                                  <p:stCondLst>
                                    <p:cond delay="0"/>
                                  </p:stCondLst>
                                  <p:childTnLst>
                                    <p:set>
                                      <p:cBhvr>
                                        <p:cTn id="202" dur="1" fill="hold">
                                          <p:stCondLst>
                                            <p:cond delay="0"/>
                                          </p:stCondLst>
                                        </p:cTn>
                                        <p:tgtEl>
                                          <p:spTgt spid="4"/>
                                        </p:tgtEl>
                                        <p:attrNameLst>
                                          <p:attrName>style.visibility</p:attrName>
                                        </p:attrNameLst>
                                      </p:cBhvr>
                                      <p:to>
                                        <p:strVal val="visible"/>
                                      </p:to>
                                    </p:set>
                                    <p:animEffect transition="in" filter="fade">
                                      <p:cBhvr>
                                        <p:cTn id="203" dur="2000"/>
                                        <p:tgtEl>
                                          <p:spTgt spid="4"/>
                                        </p:tgtEl>
                                      </p:cBhvr>
                                    </p:animEffect>
                                  </p:childTnLst>
                                </p:cTn>
                              </p:par>
                            </p:childTnLst>
                          </p:cTn>
                        </p:par>
                        <p:par>
                          <p:cTn id="204" fill="hold" nodeType="afterGroup">
                            <p:stCondLst>
                              <p:cond delay="13000"/>
                            </p:stCondLst>
                            <p:childTnLst>
                              <p:par>
                                <p:cTn id="205" presetID="2" presetClass="exit" presetSubtype="8" fill="hold" nodeType="afterEffect">
                                  <p:stCondLst>
                                    <p:cond delay="0"/>
                                  </p:stCondLst>
                                  <p:childTnLst>
                                    <p:anim calcmode="lin" valueType="num">
                                      <p:cBhvr additive="base">
                                        <p:cTn id="206" dur="1000"/>
                                        <p:tgtEl>
                                          <p:spTgt spid="68654"/>
                                        </p:tgtEl>
                                        <p:attrNameLst>
                                          <p:attrName>ppt_x</p:attrName>
                                        </p:attrNameLst>
                                      </p:cBhvr>
                                      <p:tavLst>
                                        <p:tav tm="0">
                                          <p:val>
                                            <p:strVal val="ppt_x"/>
                                          </p:val>
                                        </p:tav>
                                        <p:tav tm="100000">
                                          <p:val>
                                            <p:strVal val="0-ppt_w/2"/>
                                          </p:val>
                                        </p:tav>
                                      </p:tavLst>
                                    </p:anim>
                                    <p:anim calcmode="lin" valueType="num">
                                      <p:cBhvr additive="base">
                                        <p:cTn id="207" dur="1000"/>
                                        <p:tgtEl>
                                          <p:spTgt spid="68654"/>
                                        </p:tgtEl>
                                        <p:attrNameLst>
                                          <p:attrName>ppt_y</p:attrName>
                                        </p:attrNameLst>
                                      </p:cBhvr>
                                      <p:tavLst>
                                        <p:tav tm="0">
                                          <p:val>
                                            <p:strVal val="ppt_y"/>
                                          </p:val>
                                        </p:tav>
                                        <p:tav tm="100000">
                                          <p:val>
                                            <p:strVal val="ppt_y"/>
                                          </p:val>
                                        </p:tav>
                                      </p:tavLst>
                                    </p:anim>
                                    <p:set>
                                      <p:cBhvr>
                                        <p:cTn id="208" dur="1" fill="hold">
                                          <p:stCondLst>
                                            <p:cond delay="999"/>
                                          </p:stCondLst>
                                        </p:cTn>
                                        <p:tgtEl>
                                          <p:spTgt spid="68654"/>
                                        </p:tgtEl>
                                        <p:attrNameLst>
                                          <p:attrName>style.visibility</p:attrName>
                                        </p:attrNameLst>
                                      </p:cBhvr>
                                      <p:to>
                                        <p:strVal val="hidden"/>
                                      </p:to>
                                    </p:set>
                                  </p:childTnLst>
                                </p:cTn>
                              </p:par>
                            </p:childTnLst>
                          </p:cTn>
                        </p:par>
                        <p:par>
                          <p:cTn id="209" fill="hold" nodeType="afterGroup">
                            <p:stCondLst>
                              <p:cond delay="14000"/>
                            </p:stCondLst>
                            <p:childTnLst>
                              <p:par>
                                <p:cTn id="210" presetID="2" presetClass="entr" presetSubtype="8" fill="hold" nodeType="afterEffect">
                                  <p:stCondLst>
                                    <p:cond delay="0"/>
                                  </p:stCondLst>
                                  <p:childTnLst>
                                    <p:set>
                                      <p:cBhvr>
                                        <p:cTn id="211" dur="1" fill="hold">
                                          <p:stCondLst>
                                            <p:cond delay="0"/>
                                          </p:stCondLst>
                                        </p:cTn>
                                        <p:tgtEl>
                                          <p:spTgt spid="68655"/>
                                        </p:tgtEl>
                                        <p:attrNameLst>
                                          <p:attrName>style.visibility</p:attrName>
                                        </p:attrNameLst>
                                      </p:cBhvr>
                                      <p:to>
                                        <p:strVal val="visible"/>
                                      </p:to>
                                    </p:set>
                                    <p:anim calcmode="lin" valueType="num">
                                      <p:cBhvr additive="base">
                                        <p:cTn id="212" dur="1000" fill="hold"/>
                                        <p:tgtEl>
                                          <p:spTgt spid="68655"/>
                                        </p:tgtEl>
                                        <p:attrNameLst>
                                          <p:attrName>ppt_x</p:attrName>
                                        </p:attrNameLst>
                                      </p:cBhvr>
                                      <p:tavLst>
                                        <p:tav tm="0">
                                          <p:val>
                                            <p:strVal val="0-#ppt_w/2"/>
                                          </p:val>
                                        </p:tav>
                                        <p:tav tm="100000">
                                          <p:val>
                                            <p:strVal val="#ppt_x"/>
                                          </p:val>
                                        </p:tav>
                                      </p:tavLst>
                                    </p:anim>
                                    <p:anim calcmode="lin" valueType="num">
                                      <p:cBhvr additive="base">
                                        <p:cTn id="213" dur="1000" fill="hold"/>
                                        <p:tgtEl>
                                          <p:spTgt spid="68655"/>
                                        </p:tgtEl>
                                        <p:attrNameLst>
                                          <p:attrName>ppt_y</p:attrName>
                                        </p:attrNameLst>
                                      </p:cBhvr>
                                      <p:tavLst>
                                        <p:tav tm="0">
                                          <p:val>
                                            <p:strVal val="#ppt_y"/>
                                          </p:val>
                                        </p:tav>
                                        <p:tav tm="100000">
                                          <p:val>
                                            <p:strVal val="#ppt_y"/>
                                          </p:val>
                                        </p:tav>
                                      </p:tavLst>
                                    </p:anim>
                                  </p:childTnLst>
                                </p:cTn>
                              </p:par>
                              <p:par>
                                <p:cTn id="214" presetID="21" presetClass="emph" presetSubtype="0" fill="hold" nodeType="withEffect">
                                  <p:stCondLst>
                                    <p:cond delay="0"/>
                                  </p:stCondLst>
                                  <p:childTnLst>
                                    <p:animClr clrSpc="hsl" dir="cw">
                                      <p:cBhvr override="childStyle">
                                        <p:cTn id="215" dur="500" fill="hold"/>
                                        <p:tgtEl>
                                          <p:spTgt spid="68610"/>
                                        </p:tgtEl>
                                        <p:attrNameLst>
                                          <p:attrName>style.color</p:attrName>
                                        </p:attrNameLst>
                                      </p:cBhvr>
                                      <p:by>
                                        <p:hsl h="7200000" s="0" l="0"/>
                                      </p:by>
                                    </p:animClr>
                                    <p:animClr clrSpc="hsl" dir="cw">
                                      <p:cBhvr>
                                        <p:cTn id="216" dur="500" fill="hold"/>
                                        <p:tgtEl>
                                          <p:spTgt spid="68610"/>
                                        </p:tgtEl>
                                        <p:attrNameLst>
                                          <p:attrName>fillcolor</p:attrName>
                                        </p:attrNameLst>
                                      </p:cBhvr>
                                      <p:by>
                                        <p:hsl h="7200000" s="0" l="0"/>
                                      </p:by>
                                    </p:animClr>
                                    <p:animClr clrSpc="hsl" dir="cw">
                                      <p:cBhvr>
                                        <p:cTn id="217" dur="500" fill="hold"/>
                                        <p:tgtEl>
                                          <p:spTgt spid="68610"/>
                                        </p:tgtEl>
                                        <p:attrNameLst>
                                          <p:attrName>stroke.color</p:attrName>
                                        </p:attrNameLst>
                                      </p:cBhvr>
                                      <p:by>
                                        <p:hsl h="7200000" s="0" l="0"/>
                                      </p:by>
                                    </p:animClr>
                                    <p:set>
                                      <p:cBhvr>
                                        <p:cTn id="218"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000000"/>
                                      </p:to>
                                    </p:animClr>
                                  </p:subTnLst>
                                </p:cTn>
                              </p:par>
                              <p:par>
                                <p:cTn id="219" presetID="21" presetClass="emph" presetSubtype="0" fill="hold" nodeType="withEffect">
                                  <p:stCondLst>
                                    <p:cond delay="0"/>
                                  </p:stCondLst>
                                  <p:childTnLst>
                                    <p:animClr clrSpc="hsl" dir="cw">
                                      <p:cBhvr override="childStyle">
                                        <p:cTn id="220" dur="500" fill="hold"/>
                                        <p:tgtEl>
                                          <p:spTgt spid="68612"/>
                                        </p:tgtEl>
                                        <p:attrNameLst>
                                          <p:attrName>style.color</p:attrName>
                                        </p:attrNameLst>
                                      </p:cBhvr>
                                      <p:by>
                                        <p:hsl h="7200000" s="0" l="0"/>
                                      </p:by>
                                    </p:animClr>
                                    <p:animClr clrSpc="hsl" dir="cw">
                                      <p:cBhvr>
                                        <p:cTn id="221" dur="500" fill="hold"/>
                                        <p:tgtEl>
                                          <p:spTgt spid="68612"/>
                                        </p:tgtEl>
                                        <p:attrNameLst>
                                          <p:attrName>fillcolor</p:attrName>
                                        </p:attrNameLst>
                                      </p:cBhvr>
                                      <p:by>
                                        <p:hsl h="7200000" s="0" l="0"/>
                                      </p:by>
                                    </p:animClr>
                                    <p:animClr clrSpc="hsl" dir="cw">
                                      <p:cBhvr>
                                        <p:cTn id="222" dur="500" fill="hold"/>
                                        <p:tgtEl>
                                          <p:spTgt spid="68612"/>
                                        </p:tgtEl>
                                        <p:attrNameLst>
                                          <p:attrName>stroke.color</p:attrName>
                                        </p:attrNameLst>
                                      </p:cBhvr>
                                      <p:by>
                                        <p:hsl h="7200000" s="0" l="0"/>
                                      </p:by>
                                    </p:animClr>
                                    <p:set>
                                      <p:cBhvr>
                                        <p:cTn id="223" dur="500" fill="hold"/>
                                        <p:tgtEl>
                                          <p:spTgt spid="68612"/>
                                        </p:tgtEl>
                                        <p:attrNameLst>
                                          <p:attrName>fill.type</p:attrName>
                                        </p:attrNameLst>
                                      </p:cBhvr>
                                      <p:to>
                                        <p:strVal val="solid"/>
                                      </p:to>
                                    </p:set>
                                  </p:childTnLst>
                                  <p:subTnLst>
                                    <p:animClr clrSpc="rgb" dir="cw">
                                      <p:cBhvr override="childStyle">
                                        <p:cTn dur="1" fill="hold" display="0" masterRel="nextClick" afterEffect="1"/>
                                        <p:tgtEl>
                                          <p:spTgt spid="68612"/>
                                        </p:tgtEl>
                                        <p:attrNameLst>
                                          <p:attrName>ppt_c</p:attrName>
                                        </p:attrNameLst>
                                      </p:cBhvr>
                                      <p:to>
                                        <a:srgbClr val="000000"/>
                                      </p:to>
                                    </p:animClr>
                                  </p:subTnLst>
                                </p:cTn>
                              </p:par>
                              <p:par>
                                <p:cTn id="224" presetID="21" presetClass="emph" presetSubtype="0" fill="hold" nodeType="withEffect">
                                  <p:stCondLst>
                                    <p:cond delay="0"/>
                                  </p:stCondLst>
                                  <p:childTnLst>
                                    <p:animClr clrSpc="hsl" dir="cw">
                                      <p:cBhvr override="childStyle">
                                        <p:cTn id="225" dur="500" fill="hold"/>
                                        <p:tgtEl>
                                          <p:spTgt spid="68625"/>
                                        </p:tgtEl>
                                        <p:attrNameLst>
                                          <p:attrName>style.color</p:attrName>
                                        </p:attrNameLst>
                                      </p:cBhvr>
                                      <p:by>
                                        <p:hsl h="7200000" s="0" l="0"/>
                                      </p:by>
                                    </p:animClr>
                                    <p:animClr clrSpc="hsl" dir="cw">
                                      <p:cBhvr>
                                        <p:cTn id="226" dur="500" fill="hold"/>
                                        <p:tgtEl>
                                          <p:spTgt spid="68625"/>
                                        </p:tgtEl>
                                        <p:attrNameLst>
                                          <p:attrName>fillcolor</p:attrName>
                                        </p:attrNameLst>
                                      </p:cBhvr>
                                      <p:by>
                                        <p:hsl h="7200000" s="0" l="0"/>
                                      </p:by>
                                    </p:animClr>
                                    <p:animClr clrSpc="hsl" dir="cw">
                                      <p:cBhvr>
                                        <p:cTn id="227" dur="500" fill="hold"/>
                                        <p:tgtEl>
                                          <p:spTgt spid="68625"/>
                                        </p:tgtEl>
                                        <p:attrNameLst>
                                          <p:attrName>stroke.color</p:attrName>
                                        </p:attrNameLst>
                                      </p:cBhvr>
                                      <p:by>
                                        <p:hsl h="7200000" s="0" l="0"/>
                                      </p:by>
                                    </p:animClr>
                                    <p:set>
                                      <p:cBhvr>
                                        <p:cTn id="228" dur="500" fill="hold"/>
                                        <p:tgtEl>
                                          <p:spTgt spid="68625"/>
                                        </p:tgtEl>
                                        <p:attrNameLst>
                                          <p:attrName>fill.type</p:attrName>
                                        </p:attrNameLst>
                                      </p:cBhvr>
                                      <p:to>
                                        <p:strVal val="solid"/>
                                      </p:to>
                                    </p:set>
                                  </p:childTnLst>
                                  <p:subTnLst>
                                    <p:animClr clrSpc="rgb" dir="cw">
                                      <p:cBhvr override="childStyle">
                                        <p:cTn dur="1" fill="hold" display="0" masterRel="nextClick" afterEffect="1"/>
                                        <p:tgtEl>
                                          <p:spTgt spid="68625"/>
                                        </p:tgtEl>
                                        <p:attrNameLst>
                                          <p:attrName>ppt_c</p:attrName>
                                        </p:attrNameLst>
                                      </p:cBhvr>
                                      <p:to>
                                        <a:srgbClr val="000000"/>
                                      </p:to>
                                    </p:animClr>
                                  </p:subTnLst>
                                </p:cTn>
                              </p:par>
                              <p:par>
                                <p:cTn id="229" presetID="21" presetClass="emph" presetSubtype="0" fill="hold" nodeType="withEffect">
                                  <p:stCondLst>
                                    <p:cond delay="0"/>
                                  </p:stCondLst>
                                  <p:childTnLst>
                                    <p:animClr clrSpc="hsl" dir="cw">
                                      <p:cBhvr override="childStyle">
                                        <p:cTn id="230" dur="500" fill="hold"/>
                                        <p:tgtEl>
                                          <p:spTgt spid="68611"/>
                                        </p:tgtEl>
                                        <p:attrNameLst>
                                          <p:attrName>style.color</p:attrName>
                                        </p:attrNameLst>
                                      </p:cBhvr>
                                      <p:by>
                                        <p:hsl h="7200000" s="0" l="0"/>
                                      </p:by>
                                    </p:animClr>
                                    <p:animClr clrSpc="hsl" dir="cw">
                                      <p:cBhvr>
                                        <p:cTn id="231" dur="500" fill="hold"/>
                                        <p:tgtEl>
                                          <p:spTgt spid="68611"/>
                                        </p:tgtEl>
                                        <p:attrNameLst>
                                          <p:attrName>fillcolor</p:attrName>
                                        </p:attrNameLst>
                                      </p:cBhvr>
                                      <p:by>
                                        <p:hsl h="7200000" s="0" l="0"/>
                                      </p:by>
                                    </p:animClr>
                                    <p:animClr clrSpc="hsl" dir="cw">
                                      <p:cBhvr>
                                        <p:cTn id="232" dur="500" fill="hold"/>
                                        <p:tgtEl>
                                          <p:spTgt spid="68611"/>
                                        </p:tgtEl>
                                        <p:attrNameLst>
                                          <p:attrName>stroke.color</p:attrName>
                                        </p:attrNameLst>
                                      </p:cBhvr>
                                      <p:by>
                                        <p:hsl h="7200000" s="0" l="0"/>
                                      </p:by>
                                    </p:animClr>
                                    <p:set>
                                      <p:cBhvr>
                                        <p:cTn id="233"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000000"/>
                                      </p:to>
                                    </p:animClr>
                                  </p:subTnLst>
                                </p:cTn>
                              </p:par>
                            </p:childTnLst>
                          </p:cTn>
                        </p:par>
                        <p:par>
                          <p:cTn id="234" fill="hold" nodeType="afterGroup">
                            <p:stCondLst>
                              <p:cond delay="15000"/>
                            </p:stCondLst>
                            <p:childTnLst>
                              <p:par>
                                <p:cTn id="235" presetID="55" presetClass="exit" presetSubtype="0" fill="hold" nodeType="afterEffect">
                                  <p:stCondLst>
                                    <p:cond delay="0"/>
                                  </p:stCondLst>
                                  <p:childTnLst>
                                    <p:anim calcmode="lin" valueType="num">
                                      <p:cBhvr>
                                        <p:cTn id="236" dur="1000"/>
                                        <p:tgtEl>
                                          <p:spTgt spid="4"/>
                                        </p:tgtEl>
                                        <p:attrNameLst>
                                          <p:attrName>ppt_w</p:attrName>
                                        </p:attrNameLst>
                                      </p:cBhvr>
                                      <p:tavLst>
                                        <p:tav tm="0">
                                          <p:val>
                                            <p:strVal val="ppt_w"/>
                                          </p:val>
                                        </p:tav>
                                        <p:tav tm="100000">
                                          <p:val>
                                            <p:strVal val="ppt_w*0.70"/>
                                          </p:val>
                                        </p:tav>
                                      </p:tavLst>
                                    </p:anim>
                                    <p:anim calcmode="lin" valueType="num">
                                      <p:cBhvr>
                                        <p:cTn id="237" dur="1000"/>
                                        <p:tgtEl>
                                          <p:spTgt spid="4"/>
                                        </p:tgtEl>
                                        <p:attrNameLst>
                                          <p:attrName>ppt_h</p:attrName>
                                        </p:attrNameLst>
                                      </p:cBhvr>
                                      <p:tavLst>
                                        <p:tav tm="0">
                                          <p:val>
                                            <p:strVal val="ppt_h"/>
                                          </p:val>
                                        </p:tav>
                                        <p:tav tm="100000">
                                          <p:val>
                                            <p:strVal val="ppt_h"/>
                                          </p:val>
                                        </p:tav>
                                      </p:tavLst>
                                    </p:anim>
                                    <p:animEffect transition="out" filter="fade">
                                      <p:cBhvr>
                                        <p:cTn id="238" dur="1000"/>
                                        <p:tgtEl>
                                          <p:spTgt spid="4"/>
                                        </p:tgtEl>
                                      </p:cBhvr>
                                    </p:animEffect>
                                    <p:set>
                                      <p:cBhvr>
                                        <p:cTn id="239" dur="1" fill="hold">
                                          <p:stCondLst>
                                            <p:cond delay="999"/>
                                          </p:stCondLst>
                                        </p:cTn>
                                        <p:tgtEl>
                                          <p:spTgt spid="4"/>
                                        </p:tgtEl>
                                        <p:attrNameLst>
                                          <p:attrName>style.visibility</p:attrName>
                                        </p:attrNameLst>
                                      </p:cBhvr>
                                      <p:to>
                                        <p:strVal val="hidden"/>
                                      </p:to>
                                    </p:set>
                                  </p:childTnLst>
                                </p:cTn>
                              </p:par>
                              <p:par>
                                <p:cTn id="240" presetID="22" presetClass="emph" presetSubtype="0" fill="hold" nodeType="withEffect">
                                  <p:stCondLst>
                                    <p:cond delay="0"/>
                                  </p:stCondLst>
                                  <p:childTnLst>
                                    <p:animClr clrSpc="hsl" dir="cw">
                                      <p:cBhvr override="childStyle">
                                        <p:cTn id="241" dur="500" fill="hold"/>
                                        <p:tgtEl>
                                          <p:spTgt spid="68610"/>
                                        </p:tgtEl>
                                        <p:attrNameLst>
                                          <p:attrName>style.color</p:attrName>
                                        </p:attrNameLst>
                                      </p:cBhvr>
                                      <p:by>
                                        <p:hsl h="-7200000" s="0" l="0"/>
                                      </p:by>
                                    </p:animClr>
                                    <p:animClr clrSpc="hsl" dir="cw">
                                      <p:cBhvr>
                                        <p:cTn id="242" dur="500" fill="hold"/>
                                        <p:tgtEl>
                                          <p:spTgt spid="68610"/>
                                        </p:tgtEl>
                                        <p:attrNameLst>
                                          <p:attrName>fillcolor</p:attrName>
                                        </p:attrNameLst>
                                      </p:cBhvr>
                                      <p:by>
                                        <p:hsl h="-7200000" s="0" l="0"/>
                                      </p:by>
                                    </p:animClr>
                                    <p:animClr clrSpc="hsl" dir="cw">
                                      <p:cBhvr>
                                        <p:cTn id="243" dur="500" fill="hold"/>
                                        <p:tgtEl>
                                          <p:spTgt spid="68610"/>
                                        </p:tgtEl>
                                        <p:attrNameLst>
                                          <p:attrName>stroke.color</p:attrName>
                                        </p:attrNameLst>
                                      </p:cBhvr>
                                      <p:by>
                                        <p:hsl h="-7200000" s="0" l="0"/>
                                      </p:by>
                                    </p:animClr>
                                    <p:set>
                                      <p:cBhvr>
                                        <p:cTn id="244"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FF0000"/>
                                      </p:to>
                                    </p:animClr>
                                  </p:subTnLst>
                                </p:cTn>
                              </p:par>
                              <p:par>
                                <p:cTn id="245" presetID="22" presetClass="emph" presetSubtype="0" fill="hold" nodeType="withEffect">
                                  <p:stCondLst>
                                    <p:cond delay="0"/>
                                  </p:stCondLst>
                                  <p:childTnLst>
                                    <p:animClr clrSpc="hsl" dir="cw">
                                      <p:cBhvr override="childStyle">
                                        <p:cTn id="246" dur="500" fill="hold"/>
                                        <p:tgtEl>
                                          <p:spTgt spid="68611"/>
                                        </p:tgtEl>
                                        <p:attrNameLst>
                                          <p:attrName>style.color</p:attrName>
                                        </p:attrNameLst>
                                      </p:cBhvr>
                                      <p:by>
                                        <p:hsl h="-7200000" s="0" l="0"/>
                                      </p:by>
                                    </p:animClr>
                                    <p:animClr clrSpc="hsl" dir="cw">
                                      <p:cBhvr>
                                        <p:cTn id="247" dur="500" fill="hold"/>
                                        <p:tgtEl>
                                          <p:spTgt spid="68611"/>
                                        </p:tgtEl>
                                        <p:attrNameLst>
                                          <p:attrName>fillcolor</p:attrName>
                                        </p:attrNameLst>
                                      </p:cBhvr>
                                      <p:by>
                                        <p:hsl h="-7200000" s="0" l="0"/>
                                      </p:by>
                                    </p:animClr>
                                    <p:animClr clrSpc="hsl" dir="cw">
                                      <p:cBhvr>
                                        <p:cTn id="248" dur="500" fill="hold"/>
                                        <p:tgtEl>
                                          <p:spTgt spid="68611"/>
                                        </p:tgtEl>
                                        <p:attrNameLst>
                                          <p:attrName>stroke.color</p:attrName>
                                        </p:attrNameLst>
                                      </p:cBhvr>
                                      <p:by>
                                        <p:hsl h="-7200000" s="0" l="0"/>
                                      </p:by>
                                    </p:animClr>
                                    <p:set>
                                      <p:cBhvr>
                                        <p:cTn id="249"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FF0000"/>
                                      </p:to>
                                    </p:animClr>
                                  </p:subTnLst>
                                </p:cTn>
                              </p:par>
                            </p:childTnLst>
                          </p:cTn>
                        </p:par>
                        <p:par>
                          <p:cTn id="250" fill="hold" nodeType="afterGroup">
                            <p:stCondLst>
                              <p:cond delay="16000"/>
                            </p:stCondLst>
                            <p:childTnLst>
                              <p:par>
                                <p:cTn id="251" presetID="10" presetClass="entr" presetSubtype="0" fill="hold" nodeType="afterEffect">
                                  <p:stCondLst>
                                    <p:cond delay="0"/>
                                  </p:stCondLst>
                                  <p:childTnLst>
                                    <p:set>
                                      <p:cBhvr>
                                        <p:cTn id="252" dur="1" fill="hold">
                                          <p:stCondLst>
                                            <p:cond delay="0"/>
                                          </p:stCondLst>
                                        </p:cTn>
                                        <p:tgtEl>
                                          <p:spTgt spid="6"/>
                                        </p:tgtEl>
                                        <p:attrNameLst>
                                          <p:attrName>style.visibility</p:attrName>
                                        </p:attrNameLst>
                                      </p:cBhvr>
                                      <p:to>
                                        <p:strVal val="visible"/>
                                      </p:to>
                                    </p:set>
                                    <p:animEffect transition="in" filter="fade">
                                      <p:cBhvr>
                                        <p:cTn id="253" dur="2000"/>
                                        <p:tgtEl>
                                          <p:spTgt spid="6"/>
                                        </p:tgtEl>
                                      </p:cBhvr>
                                    </p:animEffect>
                                  </p:childTnLst>
                                </p:cTn>
                              </p:par>
                            </p:childTnLst>
                          </p:cTn>
                        </p:par>
                        <p:par>
                          <p:cTn id="254" fill="hold" nodeType="afterGroup">
                            <p:stCondLst>
                              <p:cond delay="18000"/>
                            </p:stCondLst>
                            <p:childTnLst>
                              <p:par>
                                <p:cTn id="255" presetID="2" presetClass="exit" presetSubtype="8" fill="hold" nodeType="afterEffect">
                                  <p:stCondLst>
                                    <p:cond delay="0"/>
                                  </p:stCondLst>
                                  <p:childTnLst>
                                    <p:anim calcmode="lin" valueType="num">
                                      <p:cBhvr additive="base">
                                        <p:cTn id="256" dur="1000"/>
                                        <p:tgtEl>
                                          <p:spTgt spid="68655"/>
                                        </p:tgtEl>
                                        <p:attrNameLst>
                                          <p:attrName>ppt_x</p:attrName>
                                        </p:attrNameLst>
                                      </p:cBhvr>
                                      <p:tavLst>
                                        <p:tav tm="0">
                                          <p:val>
                                            <p:strVal val="ppt_x"/>
                                          </p:val>
                                        </p:tav>
                                        <p:tav tm="100000">
                                          <p:val>
                                            <p:strVal val="0-ppt_w/2"/>
                                          </p:val>
                                        </p:tav>
                                      </p:tavLst>
                                    </p:anim>
                                    <p:anim calcmode="lin" valueType="num">
                                      <p:cBhvr additive="base">
                                        <p:cTn id="257" dur="1000"/>
                                        <p:tgtEl>
                                          <p:spTgt spid="68655"/>
                                        </p:tgtEl>
                                        <p:attrNameLst>
                                          <p:attrName>ppt_y</p:attrName>
                                        </p:attrNameLst>
                                      </p:cBhvr>
                                      <p:tavLst>
                                        <p:tav tm="0">
                                          <p:val>
                                            <p:strVal val="ppt_y"/>
                                          </p:val>
                                        </p:tav>
                                        <p:tav tm="100000">
                                          <p:val>
                                            <p:strVal val="ppt_y"/>
                                          </p:val>
                                        </p:tav>
                                      </p:tavLst>
                                    </p:anim>
                                    <p:set>
                                      <p:cBhvr>
                                        <p:cTn id="258" dur="1" fill="hold">
                                          <p:stCondLst>
                                            <p:cond delay="999"/>
                                          </p:stCondLst>
                                        </p:cTn>
                                        <p:tgtEl>
                                          <p:spTgt spid="68655"/>
                                        </p:tgtEl>
                                        <p:attrNameLst>
                                          <p:attrName>style.visibility</p:attrName>
                                        </p:attrNameLst>
                                      </p:cBhvr>
                                      <p:to>
                                        <p:strVal val="hidden"/>
                                      </p:to>
                                    </p:set>
                                  </p:childTnLst>
                                </p:cTn>
                              </p:par>
                              <p:par>
                                <p:cTn id="259" presetID="21" presetClass="emph" presetSubtype="0" fill="hold" nodeType="withEffect">
                                  <p:stCondLst>
                                    <p:cond delay="0"/>
                                  </p:stCondLst>
                                  <p:childTnLst>
                                    <p:animClr clrSpc="hsl" dir="cw">
                                      <p:cBhvr override="childStyle">
                                        <p:cTn id="260" dur="500" fill="hold"/>
                                        <p:tgtEl>
                                          <p:spTgt spid="68610"/>
                                        </p:tgtEl>
                                        <p:attrNameLst>
                                          <p:attrName>style.color</p:attrName>
                                        </p:attrNameLst>
                                      </p:cBhvr>
                                      <p:by>
                                        <p:hsl h="7200000" s="0" l="0"/>
                                      </p:by>
                                    </p:animClr>
                                    <p:animClr clrSpc="hsl" dir="cw">
                                      <p:cBhvr>
                                        <p:cTn id="261" dur="500" fill="hold"/>
                                        <p:tgtEl>
                                          <p:spTgt spid="68610"/>
                                        </p:tgtEl>
                                        <p:attrNameLst>
                                          <p:attrName>fillcolor</p:attrName>
                                        </p:attrNameLst>
                                      </p:cBhvr>
                                      <p:by>
                                        <p:hsl h="7200000" s="0" l="0"/>
                                      </p:by>
                                    </p:animClr>
                                    <p:animClr clrSpc="hsl" dir="cw">
                                      <p:cBhvr>
                                        <p:cTn id="262" dur="500" fill="hold"/>
                                        <p:tgtEl>
                                          <p:spTgt spid="68610"/>
                                        </p:tgtEl>
                                        <p:attrNameLst>
                                          <p:attrName>stroke.color</p:attrName>
                                        </p:attrNameLst>
                                      </p:cBhvr>
                                      <p:by>
                                        <p:hsl h="7200000" s="0" l="0"/>
                                      </p:by>
                                    </p:animClr>
                                    <p:set>
                                      <p:cBhvr>
                                        <p:cTn id="263" dur="500" fill="hold"/>
                                        <p:tgtEl>
                                          <p:spTgt spid="68610"/>
                                        </p:tgtEl>
                                        <p:attrNameLst>
                                          <p:attrName>fill.type</p:attrName>
                                        </p:attrNameLst>
                                      </p:cBhvr>
                                      <p:to>
                                        <p:strVal val="solid"/>
                                      </p:to>
                                    </p:set>
                                  </p:childTnLst>
                                  <p:subTnLst>
                                    <p:animClr clrSpc="rgb" dir="cw">
                                      <p:cBhvr override="childStyle">
                                        <p:cTn dur="1" fill="hold" display="0" masterRel="nextClick" afterEffect="1"/>
                                        <p:tgtEl>
                                          <p:spTgt spid="68610"/>
                                        </p:tgtEl>
                                        <p:attrNameLst>
                                          <p:attrName>ppt_c</p:attrName>
                                        </p:attrNameLst>
                                      </p:cBhvr>
                                      <p:to>
                                        <a:srgbClr val="000000"/>
                                      </p:to>
                                    </p:animClr>
                                  </p:subTnLst>
                                </p:cTn>
                              </p:par>
                              <p:par>
                                <p:cTn id="264" presetID="21" presetClass="emph" presetSubtype="0" fill="hold" nodeType="withEffect">
                                  <p:stCondLst>
                                    <p:cond delay="0"/>
                                  </p:stCondLst>
                                  <p:childTnLst>
                                    <p:animClr clrSpc="hsl" dir="cw">
                                      <p:cBhvr override="childStyle">
                                        <p:cTn id="265" dur="500" fill="hold"/>
                                        <p:tgtEl>
                                          <p:spTgt spid="68611"/>
                                        </p:tgtEl>
                                        <p:attrNameLst>
                                          <p:attrName>style.color</p:attrName>
                                        </p:attrNameLst>
                                      </p:cBhvr>
                                      <p:by>
                                        <p:hsl h="7200000" s="0" l="0"/>
                                      </p:by>
                                    </p:animClr>
                                    <p:animClr clrSpc="hsl" dir="cw">
                                      <p:cBhvr>
                                        <p:cTn id="266" dur="500" fill="hold"/>
                                        <p:tgtEl>
                                          <p:spTgt spid="68611"/>
                                        </p:tgtEl>
                                        <p:attrNameLst>
                                          <p:attrName>fillcolor</p:attrName>
                                        </p:attrNameLst>
                                      </p:cBhvr>
                                      <p:by>
                                        <p:hsl h="7200000" s="0" l="0"/>
                                      </p:by>
                                    </p:animClr>
                                    <p:animClr clrSpc="hsl" dir="cw">
                                      <p:cBhvr>
                                        <p:cTn id="267" dur="500" fill="hold"/>
                                        <p:tgtEl>
                                          <p:spTgt spid="68611"/>
                                        </p:tgtEl>
                                        <p:attrNameLst>
                                          <p:attrName>stroke.color</p:attrName>
                                        </p:attrNameLst>
                                      </p:cBhvr>
                                      <p:by>
                                        <p:hsl h="7200000" s="0" l="0"/>
                                      </p:by>
                                    </p:animClr>
                                    <p:set>
                                      <p:cBhvr>
                                        <p:cTn id="268" dur="500" fill="hold"/>
                                        <p:tgtEl>
                                          <p:spTgt spid="68611"/>
                                        </p:tgtEl>
                                        <p:attrNameLst>
                                          <p:attrName>fill.type</p:attrName>
                                        </p:attrNameLst>
                                      </p:cBhvr>
                                      <p:to>
                                        <p:strVal val="solid"/>
                                      </p:to>
                                    </p:set>
                                  </p:childTnLst>
                                  <p:subTnLst>
                                    <p:animClr clrSpc="rgb" dir="cw">
                                      <p:cBhvr override="childStyle">
                                        <p:cTn dur="1" fill="hold" display="0" masterRel="nextClick" afterEffect="1"/>
                                        <p:tgtEl>
                                          <p:spTgt spid="68611"/>
                                        </p:tgtEl>
                                        <p:attrNameLst>
                                          <p:attrName>ppt_c</p:attrName>
                                        </p:attrNameLst>
                                      </p:cBhvr>
                                      <p:to>
                                        <a:srgbClr val="000000"/>
                                      </p:to>
                                    </p:animClr>
                                  </p:subTnLst>
                                </p:cTn>
                              </p:par>
                            </p:childTnLst>
                          </p:cTn>
                        </p:par>
                        <p:par>
                          <p:cTn id="269" fill="hold" nodeType="afterGroup">
                            <p:stCondLst>
                              <p:cond delay="19000"/>
                            </p:stCondLst>
                            <p:childTnLst>
                              <p:par>
                                <p:cTn id="270" presetID="55" presetClass="exit" presetSubtype="0" fill="hold" nodeType="afterEffect">
                                  <p:stCondLst>
                                    <p:cond delay="0"/>
                                  </p:stCondLst>
                                  <p:childTnLst>
                                    <p:anim calcmode="lin" valueType="num">
                                      <p:cBhvr>
                                        <p:cTn id="271" dur="1000"/>
                                        <p:tgtEl>
                                          <p:spTgt spid="6"/>
                                        </p:tgtEl>
                                        <p:attrNameLst>
                                          <p:attrName>ppt_w</p:attrName>
                                        </p:attrNameLst>
                                      </p:cBhvr>
                                      <p:tavLst>
                                        <p:tav tm="0">
                                          <p:val>
                                            <p:strVal val="ppt_w"/>
                                          </p:val>
                                        </p:tav>
                                        <p:tav tm="100000">
                                          <p:val>
                                            <p:strVal val="ppt_w*0.70"/>
                                          </p:val>
                                        </p:tav>
                                      </p:tavLst>
                                    </p:anim>
                                    <p:anim calcmode="lin" valueType="num">
                                      <p:cBhvr>
                                        <p:cTn id="272" dur="1000"/>
                                        <p:tgtEl>
                                          <p:spTgt spid="6"/>
                                        </p:tgtEl>
                                        <p:attrNameLst>
                                          <p:attrName>ppt_h</p:attrName>
                                        </p:attrNameLst>
                                      </p:cBhvr>
                                      <p:tavLst>
                                        <p:tav tm="0">
                                          <p:val>
                                            <p:strVal val="ppt_h"/>
                                          </p:val>
                                        </p:tav>
                                        <p:tav tm="100000">
                                          <p:val>
                                            <p:strVal val="ppt_h"/>
                                          </p:val>
                                        </p:tav>
                                      </p:tavLst>
                                    </p:anim>
                                    <p:animEffect transition="out" filter="fade">
                                      <p:cBhvr>
                                        <p:cTn id="273" dur="1000"/>
                                        <p:tgtEl>
                                          <p:spTgt spid="6"/>
                                        </p:tgtEl>
                                      </p:cBhvr>
                                    </p:animEffect>
                                    <p:set>
                                      <p:cBhvr>
                                        <p:cTn id="274" dur="1" fill="hold">
                                          <p:stCondLst>
                                            <p:cond delay="999"/>
                                          </p:stCondLst>
                                        </p:cTn>
                                        <p:tgtEl>
                                          <p:spTgt spid="6"/>
                                        </p:tgtEl>
                                        <p:attrNameLst>
                                          <p:attrName>style.visibility</p:attrName>
                                        </p:attrNameLst>
                                      </p:cBhvr>
                                      <p:to>
                                        <p:strVal val="hidden"/>
                                      </p:to>
                                    </p:set>
                                  </p:childTnLst>
                                </p:cTn>
                              </p:par>
                            </p:childTnLst>
                          </p:cTn>
                        </p:par>
                        <p:par>
                          <p:cTn id="275" fill="hold" nodeType="afterGroup">
                            <p:stCondLst>
                              <p:cond delay="20000"/>
                            </p:stCondLst>
                            <p:childTnLst>
                              <p:par>
                                <p:cTn id="276" presetID="2" presetClass="entr" presetSubtype="8" fill="hold" nodeType="afterEffect">
                                  <p:stCondLst>
                                    <p:cond delay="0"/>
                                  </p:stCondLst>
                                  <p:childTnLst>
                                    <p:set>
                                      <p:cBhvr>
                                        <p:cTn id="277" dur="1" fill="hold">
                                          <p:stCondLst>
                                            <p:cond delay="0"/>
                                          </p:stCondLst>
                                        </p:cTn>
                                        <p:tgtEl>
                                          <p:spTgt spid="68656"/>
                                        </p:tgtEl>
                                        <p:attrNameLst>
                                          <p:attrName>style.visibility</p:attrName>
                                        </p:attrNameLst>
                                      </p:cBhvr>
                                      <p:to>
                                        <p:strVal val="visible"/>
                                      </p:to>
                                    </p:set>
                                    <p:anim calcmode="lin" valueType="num">
                                      <p:cBhvr additive="base">
                                        <p:cTn id="278" dur="1000" fill="hold"/>
                                        <p:tgtEl>
                                          <p:spTgt spid="68656"/>
                                        </p:tgtEl>
                                        <p:attrNameLst>
                                          <p:attrName>ppt_x</p:attrName>
                                        </p:attrNameLst>
                                      </p:cBhvr>
                                      <p:tavLst>
                                        <p:tav tm="0">
                                          <p:val>
                                            <p:strVal val="0-#ppt_w/2"/>
                                          </p:val>
                                        </p:tav>
                                        <p:tav tm="100000">
                                          <p:val>
                                            <p:strVal val="#ppt_x"/>
                                          </p:val>
                                        </p:tav>
                                      </p:tavLst>
                                    </p:anim>
                                    <p:anim calcmode="lin" valueType="num">
                                      <p:cBhvr additive="base">
                                        <p:cTn id="279" dur="1000" fill="hold"/>
                                        <p:tgtEl>
                                          <p:spTgt spid="68656"/>
                                        </p:tgtEl>
                                        <p:attrNameLst>
                                          <p:attrName>ppt_y</p:attrName>
                                        </p:attrNameLst>
                                      </p:cBhvr>
                                      <p:tavLst>
                                        <p:tav tm="0">
                                          <p:val>
                                            <p:strVal val="#ppt_y"/>
                                          </p:val>
                                        </p:tav>
                                        <p:tav tm="100000">
                                          <p:val>
                                            <p:strVal val="#ppt_y"/>
                                          </p:val>
                                        </p:tav>
                                      </p:tavLst>
                                    </p:anim>
                                  </p:childTnLst>
                                </p:cTn>
                              </p:par>
                            </p:childTnLst>
                          </p:cTn>
                        </p:par>
                      </p:childTnLst>
                    </p:cTn>
                  </p:par>
                  <p:par>
                    <p:cTn id="280" fill="hold" nodeType="clickPar">
                      <p:stCondLst>
                        <p:cond delay="indefinite"/>
                      </p:stCondLst>
                      <p:childTnLst>
                        <p:par>
                          <p:cTn id="281" fill="hold" nodeType="withGroup">
                            <p:stCondLst>
                              <p:cond delay="0"/>
                            </p:stCondLst>
                            <p:childTnLst>
                              <p:par>
                                <p:cTn id="282" presetID="2" presetClass="entr" presetSubtype="2" fill="hold" nodeType="clickEffect">
                                  <p:stCondLst>
                                    <p:cond delay="0"/>
                                  </p:stCondLst>
                                  <p:childTnLst>
                                    <p:set>
                                      <p:cBhvr>
                                        <p:cTn id="283" dur="1" fill="hold">
                                          <p:stCondLst>
                                            <p:cond delay="0"/>
                                          </p:stCondLst>
                                        </p:cTn>
                                        <p:tgtEl>
                                          <p:spTgt spid="68652"/>
                                        </p:tgtEl>
                                        <p:attrNameLst>
                                          <p:attrName>style.visibility</p:attrName>
                                        </p:attrNameLst>
                                      </p:cBhvr>
                                      <p:to>
                                        <p:strVal val="visible"/>
                                      </p:to>
                                    </p:set>
                                    <p:anim calcmode="lin" valueType="num">
                                      <p:cBhvr additive="base">
                                        <p:cTn id="284" dur="1000" fill="hold"/>
                                        <p:tgtEl>
                                          <p:spTgt spid="68652"/>
                                        </p:tgtEl>
                                        <p:attrNameLst>
                                          <p:attrName>ppt_x</p:attrName>
                                        </p:attrNameLst>
                                      </p:cBhvr>
                                      <p:tavLst>
                                        <p:tav tm="0">
                                          <p:val>
                                            <p:strVal val="1+#ppt_w/2"/>
                                          </p:val>
                                        </p:tav>
                                        <p:tav tm="100000">
                                          <p:val>
                                            <p:strVal val="#ppt_x"/>
                                          </p:val>
                                        </p:tav>
                                      </p:tavLst>
                                    </p:anim>
                                    <p:anim calcmode="lin" valueType="num">
                                      <p:cBhvr additive="base">
                                        <p:cTn id="285" dur="1000" fill="hold"/>
                                        <p:tgtEl>
                                          <p:spTgt spid="68652"/>
                                        </p:tgtEl>
                                        <p:attrNameLst>
                                          <p:attrName>ppt_y</p:attrName>
                                        </p:attrNameLst>
                                      </p:cBhvr>
                                      <p:tavLst>
                                        <p:tav tm="0">
                                          <p:val>
                                            <p:strVal val="#ppt_y"/>
                                          </p:val>
                                        </p:tav>
                                        <p:tav tm="100000">
                                          <p:val>
                                            <p:strVal val="#ppt_y"/>
                                          </p:val>
                                        </p:tav>
                                      </p:tavLst>
                                    </p:anim>
                                  </p:childTnLst>
                                </p:cTn>
                              </p:par>
                              <p:par>
                                <p:cTn id="286" presetID="10" presetClass="entr" presetSubtype="0" fill="hold" nodeType="withEffect">
                                  <p:stCondLst>
                                    <p:cond delay="0"/>
                                  </p:stCondLst>
                                  <p:childTnLst>
                                    <p:set>
                                      <p:cBhvr>
                                        <p:cTn id="287" dur="1" fill="hold">
                                          <p:stCondLst>
                                            <p:cond delay="0"/>
                                          </p:stCondLst>
                                        </p:cTn>
                                        <p:tgtEl>
                                          <p:spTgt spid="10"/>
                                        </p:tgtEl>
                                        <p:attrNameLst>
                                          <p:attrName>style.visibility</p:attrName>
                                        </p:attrNameLst>
                                      </p:cBhvr>
                                      <p:to>
                                        <p:strVal val="visible"/>
                                      </p:to>
                                    </p:set>
                                    <p:animEffect transition="in" filter="fade">
                                      <p:cBhvr>
                                        <p:cTn id="288" dur="2000"/>
                                        <p:tgtEl>
                                          <p:spTgt spid="10"/>
                                        </p:tgtEl>
                                      </p:cBhvr>
                                    </p:animEffect>
                                  </p:childTnLst>
                                </p:cTn>
                              </p:par>
                              <p:par>
                                <p:cTn id="289" presetID="10" presetClass="entr" presetSubtype="0" fill="hold" nodeType="withEffect">
                                  <p:stCondLst>
                                    <p:cond delay="0"/>
                                  </p:stCondLst>
                                  <p:childTnLst>
                                    <p:set>
                                      <p:cBhvr>
                                        <p:cTn id="290" dur="1" fill="hold">
                                          <p:stCondLst>
                                            <p:cond delay="0"/>
                                          </p:stCondLst>
                                        </p:cTn>
                                        <p:tgtEl>
                                          <p:spTgt spid="52"/>
                                        </p:tgtEl>
                                        <p:attrNameLst>
                                          <p:attrName>style.visibility</p:attrName>
                                        </p:attrNameLst>
                                      </p:cBhvr>
                                      <p:to>
                                        <p:strVal val="visible"/>
                                      </p:to>
                                    </p:set>
                                    <p:animEffect transition="in" filter="fade">
                                      <p:cBhvr>
                                        <p:cTn id="291"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nimBg="1"/>
      <p:bldP spid="68610" grpId="1" animBg="1"/>
      <p:bldP spid="68610" grpId="2" animBg="1"/>
      <p:bldP spid="68610" grpId="3" animBg="1"/>
      <p:bldP spid="68610" grpId="4" animBg="1"/>
      <p:bldP spid="68610" grpId="5" animBg="1"/>
      <p:bldP spid="68610" grpId="6" animBg="1"/>
      <p:bldP spid="68610" grpId="7" animBg="1"/>
      <p:bldP spid="68610" grpId="8" animBg="1"/>
      <p:bldP spid="68611" grpId="0" animBg="1"/>
      <p:bldP spid="68611" grpId="1" animBg="1"/>
      <p:bldP spid="68611" grpId="2" animBg="1"/>
      <p:bldP spid="68611" grpId="3" animBg="1"/>
      <p:bldP spid="68611" grpId="4" animBg="1"/>
      <p:bldP spid="68611" grpId="5" animBg="1"/>
      <p:bldP spid="68611" grpId="6" animBg="1"/>
      <p:bldP spid="68611" grpId="7" animBg="1"/>
      <p:bldP spid="68611" grpId="8" animBg="1"/>
      <p:bldP spid="68612" grpId="0" animBg="1"/>
      <p:bldP spid="68612" grpId="1" animBg="1"/>
      <p:bldP spid="68612" grpId="2" animBg="1"/>
      <p:bldP spid="68614" grpId="0" animBg="1"/>
      <p:bldP spid="68614" grpId="1" animBg="1"/>
      <p:bldP spid="68614" grpId="2" animBg="1"/>
      <p:bldP spid="68614" grpId="3" animBg="1"/>
      <p:bldP spid="68614" grpId="4" animBg="1"/>
      <p:bldP spid="68623" grpId="0"/>
      <p:bldP spid="68624" grpId="0"/>
      <p:bldP spid="68624" grpId="1"/>
      <p:bldP spid="68624" grpId="2"/>
      <p:bldP spid="68625" grpId="0"/>
      <p:bldP spid="68625" grpId="1"/>
      <p:bldP spid="68626" grpId="0"/>
      <p:bldP spid="68626" grpId="1"/>
      <p:bldP spid="68626" grpId="2"/>
      <p:bldP spid="68627" grpId="0"/>
      <p:bldP spid="68628" grpId="0"/>
      <p:bldP spid="68633" grpId="0" animBg="1"/>
      <p:bldP spid="68633" grpId="1" animBg="1"/>
      <p:bldP spid="68652" grpId="0" animBg="1"/>
      <p:bldP spid="68653" grpId="0" animBg="1"/>
      <p:bldP spid="68653" grpId="1" animBg="1"/>
      <p:bldP spid="68654" grpId="0" animBg="1"/>
      <p:bldP spid="68654" grpId="1" animBg="1"/>
      <p:bldP spid="68655" grpId="0" animBg="1"/>
      <p:bldP spid="68655" grpId="1" animBg="1"/>
      <p:bldP spid="68656" grpId="0" animBg="1"/>
      <p:bldP spid="5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3">
            <a:extLst>
              <a:ext uri="{FF2B5EF4-FFF2-40B4-BE49-F238E27FC236}">
                <a16:creationId xmlns:a16="http://schemas.microsoft.com/office/drawing/2014/main" id="{D534C439-298E-D721-0C82-96220BBDE277}"/>
              </a:ext>
            </a:extLst>
          </p:cNvPr>
          <p:cNvSpPr>
            <a:spLocks noGrp="1" noChangeArrowheads="1"/>
          </p:cNvSpPr>
          <p:nvPr>
            <p:ph type="title"/>
          </p:nvPr>
        </p:nvSpPr>
        <p:spPr/>
        <p:txBody>
          <a:bodyPr/>
          <a:lstStyle/>
          <a:p>
            <a:r>
              <a:rPr lang="zh-CN" altLang="en-US"/>
              <a:t>测试</a:t>
            </a:r>
          </a:p>
        </p:txBody>
      </p:sp>
      <p:sp>
        <p:nvSpPr>
          <p:cNvPr id="5" name="内容占位符 4">
            <a:extLst>
              <a:ext uri="{FF2B5EF4-FFF2-40B4-BE49-F238E27FC236}">
                <a16:creationId xmlns:a16="http://schemas.microsoft.com/office/drawing/2014/main" id="{EB2DE853-9071-6FDF-98D8-A9F943FD9FE6}"/>
              </a:ext>
            </a:extLst>
          </p:cNvPr>
          <p:cNvSpPr>
            <a:spLocks noGrp="1"/>
          </p:cNvSpPr>
          <p:nvPr>
            <p:ph idx="1"/>
          </p:nvPr>
        </p:nvSpPr>
        <p:spPr/>
        <p:txBody>
          <a:bodyPr/>
          <a:lstStyle/>
          <a:p>
            <a:pPr>
              <a:defRPr/>
            </a:pPr>
            <a:r>
              <a:rPr lang="zh-CN" altLang="en-US" b="1" dirty="0">
                <a:solidFill>
                  <a:srgbClr val="000808"/>
                </a:solidFill>
              </a:rPr>
              <a:t>图中</a:t>
            </a:r>
            <a:r>
              <a:rPr lang="en-US" altLang="zh-CN" b="1" dirty="0">
                <a:solidFill>
                  <a:srgbClr val="000808"/>
                </a:solidFill>
              </a:rPr>
              <a:t>NFA M</a:t>
            </a:r>
            <a:r>
              <a:rPr lang="en-US" altLang="zh-CN" b="1" baseline="-25000" dirty="0">
                <a:solidFill>
                  <a:srgbClr val="000808"/>
                </a:solidFill>
              </a:rPr>
              <a:t>2</a:t>
            </a:r>
            <a:r>
              <a:rPr lang="zh-CN" altLang="en-US" b="1" dirty="0">
                <a:solidFill>
                  <a:srgbClr val="000808"/>
                </a:solidFill>
              </a:rPr>
              <a:t>识别的</a:t>
            </a:r>
            <a:r>
              <a:rPr lang="en-US" altLang="zh-CN" b="1" dirty="0">
                <a:solidFill>
                  <a:srgbClr val="000808"/>
                </a:solidFill>
              </a:rPr>
              <a:t>L(M</a:t>
            </a:r>
            <a:r>
              <a:rPr lang="en-US" altLang="zh-CN" b="1" baseline="-25000" dirty="0">
                <a:solidFill>
                  <a:srgbClr val="000808"/>
                </a:solidFill>
              </a:rPr>
              <a:t>2</a:t>
            </a:r>
            <a:r>
              <a:rPr lang="en-US" altLang="zh-CN" b="1" dirty="0">
                <a:solidFill>
                  <a:srgbClr val="000808"/>
                </a:solidFill>
              </a:rPr>
              <a:t>) </a:t>
            </a:r>
            <a:r>
              <a:rPr lang="zh-CN" altLang="en-US" b="1" dirty="0">
                <a:solidFill>
                  <a:srgbClr val="000808"/>
                </a:solidFill>
              </a:rPr>
              <a:t>是什么？  </a:t>
            </a:r>
          </a:p>
          <a:p>
            <a:pPr>
              <a:buFont typeface="Wingdings" panose="05000000000000000000" pitchFamily="2" charset="2"/>
              <a:buNone/>
              <a:defRPr/>
            </a:pPr>
            <a:r>
              <a:rPr lang="en-US" altLang="zh-CN" b="1" dirty="0">
                <a:solidFill>
                  <a:srgbClr val="000808"/>
                </a:solidFill>
                <a:latin typeface="+mj-ea"/>
                <a:ea typeface="+mj-ea"/>
              </a:rPr>
              <a:t>A. L(M</a:t>
            </a:r>
            <a:r>
              <a:rPr lang="en-US" altLang="zh-CN" b="1" baseline="-25000" dirty="0">
                <a:solidFill>
                  <a:srgbClr val="000808"/>
                </a:solidFill>
                <a:latin typeface="+mj-ea"/>
                <a:ea typeface="+mj-ea"/>
              </a:rPr>
              <a:t>2</a:t>
            </a:r>
            <a:r>
              <a:rPr lang="en-US" altLang="zh-CN" b="1" dirty="0">
                <a:solidFill>
                  <a:srgbClr val="000808"/>
                </a:solidFill>
                <a:latin typeface="+mj-ea"/>
                <a:ea typeface="+mj-ea"/>
              </a:rPr>
              <a:t>)={</a:t>
            </a:r>
            <a:r>
              <a:rPr kumimoji="1" lang="en-US" altLang="zh-CN" b="1" dirty="0" err="1">
                <a:solidFill>
                  <a:srgbClr val="000808"/>
                </a:solidFill>
                <a:latin typeface="+mj-ea"/>
                <a:ea typeface="+mj-ea"/>
              </a:rPr>
              <a:t>ab</a:t>
            </a:r>
            <a:r>
              <a:rPr kumimoji="1" lang="en-US" altLang="zh-CN" b="1" baseline="30000" dirty="0" err="1">
                <a:solidFill>
                  <a:srgbClr val="000808"/>
                </a:solidFill>
                <a:latin typeface="+mj-ea"/>
                <a:ea typeface="+mj-ea"/>
              </a:rPr>
              <a:t>n</a:t>
            </a:r>
            <a:r>
              <a:rPr kumimoji="1" lang="en-US" altLang="zh-CN" b="1" baseline="30000" dirty="0">
                <a:solidFill>
                  <a:srgbClr val="000808"/>
                </a:solidFill>
                <a:latin typeface="+mj-ea"/>
                <a:ea typeface="+mj-ea"/>
              </a:rPr>
              <a:t> </a:t>
            </a:r>
            <a:r>
              <a:rPr kumimoji="1" lang="en-US" altLang="zh-CN" b="1" dirty="0">
                <a:solidFill>
                  <a:srgbClr val="000808"/>
                </a:solidFill>
                <a:latin typeface="+mj-ea"/>
                <a:ea typeface="+mj-ea"/>
              </a:rPr>
              <a:t>| n</a:t>
            </a:r>
            <a:r>
              <a:rPr kumimoji="1" lang="en-US" altLang="zh-CN" b="1" dirty="0">
                <a:solidFill>
                  <a:srgbClr val="000808"/>
                </a:solidFill>
                <a:latin typeface="+mj-ea"/>
                <a:ea typeface="+mj-ea"/>
                <a:sym typeface="Symbol" pitchFamily="18" charset="2"/>
              </a:rPr>
              <a:t>1</a:t>
            </a:r>
            <a:r>
              <a:rPr lang="en-US" altLang="zh-CN" b="1" dirty="0">
                <a:solidFill>
                  <a:srgbClr val="000808"/>
                </a:solidFill>
                <a:latin typeface="+mj-ea"/>
                <a:ea typeface="+mj-ea"/>
              </a:rPr>
              <a:t>}</a:t>
            </a:r>
          </a:p>
          <a:p>
            <a:pPr>
              <a:buFont typeface="Wingdings" panose="05000000000000000000" pitchFamily="2" charset="2"/>
              <a:buNone/>
              <a:defRPr/>
            </a:pPr>
            <a:r>
              <a:rPr lang="en-US" altLang="zh-CN" b="1" dirty="0">
                <a:solidFill>
                  <a:srgbClr val="000808"/>
                </a:solidFill>
                <a:latin typeface="+mj-ea"/>
                <a:ea typeface="+mj-ea"/>
              </a:rPr>
              <a:t>B. L(M</a:t>
            </a:r>
            <a:r>
              <a:rPr lang="en-US" altLang="zh-CN" b="1" baseline="-25000" dirty="0">
                <a:solidFill>
                  <a:srgbClr val="000808"/>
                </a:solidFill>
                <a:latin typeface="+mj-ea"/>
                <a:ea typeface="+mj-ea"/>
              </a:rPr>
              <a:t>2</a:t>
            </a:r>
            <a:r>
              <a:rPr lang="en-US" altLang="zh-CN" b="1" dirty="0">
                <a:solidFill>
                  <a:srgbClr val="000808"/>
                </a:solidFill>
                <a:latin typeface="+mj-ea"/>
                <a:ea typeface="+mj-ea"/>
              </a:rPr>
              <a:t>)={</a:t>
            </a:r>
            <a:r>
              <a:rPr kumimoji="1" lang="en-US" altLang="zh-CN" b="1" dirty="0" err="1">
                <a:solidFill>
                  <a:srgbClr val="000808"/>
                </a:solidFill>
                <a:latin typeface="+mj-ea"/>
                <a:ea typeface="+mj-ea"/>
              </a:rPr>
              <a:t>a</a:t>
            </a:r>
            <a:r>
              <a:rPr kumimoji="1" lang="en-US" altLang="zh-CN" b="1" baseline="30000" dirty="0" err="1">
                <a:solidFill>
                  <a:srgbClr val="000808"/>
                </a:solidFill>
                <a:latin typeface="+mj-ea"/>
                <a:ea typeface="+mj-ea"/>
              </a:rPr>
              <a:t>n</a:t>
            </a:r>
            <a:r>
              <a:rPr kumimoji="1" lang="en-US" altLang="zh-CN" b="1" dirty="0" err="1">
                <a:solidFill>
                  <a:srgbClr val="000808"/>
                </a:solidFill>
                <a:latin typeface="+mj-ea"/>
                <a:ea typeface="+mj-ea"/>
              </a:rPr>
              <a:t>b</a:t>
            </a:r>
            <a:r>
              <a:rPr kumimoji="1" lang="en-US" altLang="zh-CN" b="1" baseline="30000" dirty="0" err="1">
                <a:solidFill>
                  <a:srgbClr val="000808"/>
                </a:solidFill>
                <a:latin typeface="+mj-ea"/>
                <a:ea typeface="+mj-ea"/>
              </a:rPr>
              <a:t>n</a:t>
            </a:r>
            <a:r>
              <a:rPr kumimoji="1" lang="en-US" altLang="zh-CN" b="1" baseline="30000" dirty="0">
                <a:solidFill>
                  <a:srgbClr val="000808"/>
                </a:solidFill>
                <a:latin typeface="+mj-ea"/>
                <a:ea typeface="+mj-ea"/>
              </a:rPr>
              <a:t> </a:t>
            </a:r>
            <a:r>
              <a:rPr kumimoji="1" lang="en-US" altLang="zh-CN" b="1" dirty="0">
                <a:solidFill>
                  <a:srgbClr val="000808"/>
                </a:solidFill>
                <a:latin typeface="+mj-ea"/>
                <a:ea typeface="+mj-ea"/>
              </a:rPr>
              <a:t>| n</a:t>
            </a:r>
            <a:r>
              <a:rPr kumimoji="1" lang="en-US" altLang="zh-CN" b="1" dirty="0">
                <a:solidFill>
                  <a:srgbClr val="000808"/>
                </a:solidFill>
                <a:latin typeface="+mj-ea"/>
                <a:ea typeface="+mj-ea"/>
                <a:sym typeface="Symbol" pitchFamily="18" charset="2"/>
              </a:rPr>
              <a:t>1</a:t>
            </a:r>
            <a:r>
              <a:rPr lang="en-US" altLang="zh-CN" b="1" dirty="0">
                <a:solidFill>
                  <a:srgbClr val="000808"/>
                </a:solidFill>
                <a:latin typeface="+mj-ea"/>
                <a:ea typeface="+mj-ea"/>
              </a:rPr>
              <a:t>}</a:t>
            </a:r>
          </a:p>
          <a:p>
            <a:pPr>
              <a:buFont typeface="Wingdings" panose="05000000000000000000" pitchFamily="2" charset="2"/>
              <a:buNone/>
              <a:defRPr/>
            </a:pPr>
            <a:r>
              <a:rPr lang="en-US" altLang="zh-CN" b="1" dirty="0">
                <a:solidFill>
                  <a:srgbClr val="000808"/>
                </a:solidFill>
                <a:latin typeface="+mj-ea"/>
                <a:ea typeface="+mj-ea"/>
              </a:rPr>
              <a:t>C. L(M</a:t>
            </a:r>
            <a:r>
              <a:rPr lang="en-US" altLang="zh-CN" b="1" baseline="-25000" dirty="0">
                <a:solidFill>
                  <a:srgbClr val="000808"/>
                </a:solidFill>
                <a:latin typeface="+mj-ea"/>
                <a:ea typeface="+mj-ea"/>
              </a:rPr>
              <a:t>2</a:t>
            </a:r>
            <a:r>
              <a:rPr lang="en-US" altLang="zh-CN" b="1" dirty="0">
                <a:solidFill>
                  <a:srgbClr val="000808"/>
                </a:solidFill>
                <a:latin typeface="+mj-ea"/>
                <a:ea typeface="+mj-ea"/>
              </a:rPr>
              <a:t>)={</a:t>
            </a:r>
            <a:r>
              <a:rPr kumimoji="1" lang="en-US" altLang="zh-CN" b="1" dirty="0" err="1">
                <a:solidFill>
                  <a:srgbClr val="000808"/>
                </a:solidFill>
                <a:latin typeface="+mj-ea"/>
                <a:ea typeface="+mj-ea"/>
              </a:rPr>
              <a:t>a</a:t>
            </a:r>
            <a:r>
              <a:rPr kumimoji="1" lang="en-US" altLang="zh-CN" b="1" baseline="30000" dirty="0" err="1">
                <a:solidFill>
                  <a:srgbClr val="000808"/>
                </a:solidFill>
                <a:latin typeface="+mj-ea"/>
                <a:ea typeface="+mj-ea"/>
              </a:rPr>
              <a:t>m</a:t>
            </a:r>
            <a:r>
              <a:rPr kumimoji="1" lang="en-US" altLang="zh-CN" b="1" dirty="0" err="1">
                <a:solidFill>
                  <a:srgbClr val="000808"/>
                </a:solidFill>
                <a:latin typeface="+mj-ea"/>
                <a:ea typeface="+mj-ea"/>
              </a:rPr>
              <a:t>b</a:t>
            </a:r>
            <a:r>
              <a:rPr kumimoji="1" lang="en-US" altLang="zh-CN" b="1" baseline="30000" dirty="0" err="1">
                <a:solidFill>
                  <a:srgbClr val="000808"/>
                </a:solidFill>
                <a:latin typeface="+mj-ea"/>
                <a:ea typeface="+mj-ea"/>
              </a:rPr>
              <a:t>n</a:t>
            </a:r>
            <a:r>
              <a:rPr kumimoji="1" lang="en-US" altLang="zh-CN" b="1" baseline="30000" dirty="0">
                <a:solidFill>
                  <a:srgbClr val="000808"/>
                </a:solidFill>
                <a:latin typeface="+mj-ea"/>
                <a:ea typeface="+mj-ea"/>
              </a:rPr>
              <a:t> </a:t>
            </a:r>
            <a:r>
              <a:rPr kumimoji="1" lang="en-US" altLang="zh-CN" b="1" dirty="0">
                <a:solidFill>
                  <a:srgbClr val="000808"/>
                </a:solidFill>
                <a:latin typeface="+mj-ea"/>
                <a:ea typeface="+mj-ea"/>
              </a:rPr>
              <a:t>| m</a:t>
            </a:r>
            <a:r>
              <a:rPr kumimoji="1" lang="zh-CN" altLang="en-US" b="1" dirty="0">
                <a:solidFill>
                  <a:srgbClr val="000808"/>
                </a:solidFill>
                <a:latin typeface="+mj-ea"/>
                <a:ea typeface="+mj-ea"/>
              </a:rPr>
              <a:t>，</a:t>
            </a:r>
            <a:r>
              <a:rPr kumimoji="1" lang="en-US" altLang="zh-CN" b="1" dirty="0">
                <a:solidFill>
                  <a:srgbClr val="000808"/>
                </a:solidFill>
                <a:latin typeface="+mj-ea"/>
                <a:ea typeface="+mj-ea"/>
              </a:rPr>
              <a:t>n</a:t>
            </a:r>
            <a:r>
              <a:rPr kumimoji="1" lang="en-US" altLang="zh-CN" b="1" dirty="0">
                <a:solidFill>
                  <a:srgbClr val="000808"/>
                </a:solidFill>
                <a:latin typeface="+mj-ea"/>
                <a:ea typeface="+mj-ea"/>
                <a:sym typeface="Symbol" pitchFamily="18" charset="2"/>
              </a:rPr>
              <a:t>1</a:t>
            </a:r>
            <a:r>
              <a:rPr lang="en-US" altLang="zh-CN" b="1" dirty="0">
                <a:solidFill>
                  <a:srgbClr val="000808"/>
                </a:solidFill>
                <a:latin typeface="+mj-ea"/>
                <a:ea typeface="+mj-ea"/>
              </a:rPr>
              <a:t>}  </a:t>
            </a:r>
            <a:endParaRPr lang="en-GB" altLang="zh-CN" b="1" dirty="0">
              <a:solidFill>
                <a:srgbClr val="000808"/>
              </a:solidFill>
              <a:latin typeface="+mj-ea"/>
              <a:ea typeface="+mj-ea"/>
            </a:endParaRPr>
          </a:p>
          <a:p>
            <a:pPr>
              <a:defRPr/>
            </a:pPr>
            <a:endParaRPr lang="zh-CN" altLang="en-US" b="1" dirty="0">
              <a:solidFill>
                <a:srgbClr val="000808"/>
              </a:solidFill>
            </a:endParaRPr>
          </a:p>
        </p:txBody>
      </p:sp>
      <p:grpSp>
        <p:nvGrpSpPr>
          <p:cNvPr id="137220" name="组合 20">
            <a:extLst>
              <a:ext uri="{FF2B5EF4-FFF2-40B4-BE49-F238E27FC236}">
                <a16:creationId xmlns:a16="http://schemas.microsoft.com/office/drawing/2014/main" id="{D91311A0-AB0F-5533-97F2-D9DBEED84C8E}"/>
              </a:ext>
            </a:extLst>
          </p:cNvPr>
          <p:cNvGrpSpPr>
            <a:grpSpLocks/>
          </p:cNvGrpSpPr>
          <p:nvPr/>
        </p:nvGrpSpPr>
        <p:grpSpPr bwMode="auto">
          <a:xfrm>
            <a:off x="3141663" y="4506914"/>
            <a:ext cx="4856162" cy="1971675"/>
            <a:chOff x="1760538" y="4848225"/>
            <a:chExt cx="4856162" cy="1971410"/>
          </a:xfrm>
        </p:grpSpPr>
        <p:grpSp>
          <p:nvGrpSpPr>
            <p:cNvPr id="137222" name="Group 37">
              <a:extLst>
                <a:ext uri="{FF2B5EF4-FFF2-40B4-BE49-F238E27FC236}">
                  <a16:creationId xmlns:a16="http://schemas.microsoft.com/office/drawing/2014/main" id="{B73F2C07-8BB5-6649-8665-82085DFCCD5D}"/>
                </a:ext>
              </a:extLst>
            </p:cNvPr>
            <p:cNvGrpSpPr>
              <a:grpSpLocks/>
            </p:cNvGrpSpPr>
            <p:nvPr/>
          </p:nvGrpSpPr>
          <p:grpSpPr bwMode="auto">
            <a:xfrm>
              <a:off x="1760538" y="4848225"/>
              <a:ext cx="4856162" cy="1676400"/>
              <a:chOff x="149" y="3054"/>
              <a:chExt cx="3059" cy="1056"/>
            </a:xfrm>
          </p:grpSpPr>
          <p:sp>
            <p:nvSpPr>
              <p:cNvPr id="137224" name="Oval 17">
                <a:extLst>
                  <a:ext uri="{FF2B5EF4-FFF2-40B4-BE49-F238E27FC236}">
                    <a16:creationId xmlns:a16="http://schemas.microsoft.com/office/drawing/2014/main" id="{6F07DA88-78EA-8A64-4103-5A400C2ED1D8}"/>
                  </a:ext>
                </a:extLst>
              </p:cNvPr>
              <p:cNvSpPr>
                <a:spLocks noChangeArrowheads="1"/>
              </p:cNvSpPr>
              <p:nvPr/>
            </p:nvSpPr>
            <p:spPr bwMode="auto">
              <a:xfrm>
                <a:off x="376" y="3160"/>
                <a:ext cx="404" cy="369"/>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微软雅黑" panose="020B0503020204020204" pitchFamily="34" charset="-122"/>
                    <a:ea typeface="微软雅黑" panose="020B0503020204020204" pitchFamily="34" charset="-122"/>
                  </a:rPr>
                  <a:t>0</a:t>
                </a:r>
              </a:p>
            </p:txBody>
          </p:sp>
          <p:sp>
            <p:nvSpPr>
              <p:cNvPr id="137225" name="Oval 18">
                <a:extLst>
                  <a:ext uri="{FF2B5EF4-FFF2-40B4-BE49-F238E27FC236}">
                    <a16:creationId xmlns:a16="http://schemas.microsoft.com/office/drawing/2014/main" id="{488B3FF7-C1A5-F8DA-B07F-176848DB3794}"/>
                  </a:ext>
                </a:extLst>
              </p:cNvPr>
              <p:cNvSpPr>
                <a:spLocks noChangeArrowheads="1"/>
              </p:cNvSpPr>
              <p:nvPr/>
            </p:nvSpPr>
            <p:spPr bwMode="auto">
              <a:xfrm>
                <a:off x="1590" y="3160"/>
                <a:ext cx="403" cy="369"/>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微软雅黑" panose="020B0503020204020204" pitchFamily="34" charset="-122"/>
                    <a:ea typeface="微软雅黑" panose="020B0503020204020204" pitchFamily="34" charset="-122"/>
                  </a:rPr>
                  <a:t>1</a:t>
                </a:r>
              </a:p>
            </p:txBody>
          </p:sp>
          <p:sp>
            <p:nvSpPr>
              <p:cNvPr id="26" name="Line 19">
                <a:extLst>
                  <a:ext uri="{FF2B5EF4-FFF2-40B4-BE49-F238E27FC236}">
                    <a16:creationId xmlns:a16="http://schemas.microsoft.com/office/drawing/2014/main" id="{5EC2273D-2B72-CAFE-FD8E-CA5D63124702}"/>
                  </a:ext>
                </a:extLst>
              </p:cNvPr>
              <p:cNvSpPr>
                <a:spLocks noChangeShapeType="1"/>
              </p:cNvSpPr>
              <p:nvPr/>
            </p:nvSpPr>
            <p:spPr bwMode="auto">
              <a:xfrm>
                <a:off x="780" y="3371"/>
                <a:ext cx="810" cy="0"/>
              </a:xfrm>
              <a:prstGeom prst="line">
                <a:avLst/>
              </a:prstGeom>
              <a:noFill/>
              <a:ln w="19050">
                <a:solidFill>
                  <a:schemeClr val="tx1"/>
                </a:solidFill>
                <a:round/>
                <a:headEnd/>
                <a:tailEnd type="stealth" w="lg" len="lg"/>
              </a:ln>
            </p:spPr>
            <p:txBody>
              <a:bodyPr wrap="none" lIns="0" tIns="0" rIns="0" bIns="0" anchor="ctr" anchorCtr="1"/>
              <a:lstStyle/>
              <a:p>
                <a:pPr eaLnBrk="0" fontAlgn="base" hangingPunct="0">
                  <a:spcBef>
                    <a:spcPct val="0"/>
                  </a:spcBef>
                  <a:spcAft>
                    <a:spcPct val="0"/>
                  </a:spcAft>
                  <a:defRPr/>
                </a:pPr>
                <a:endParaRPr lang="zh-CN" altLang="en-US" sz="2000" b="1">
                  <a:solidFill>
                    <a:srgbClr val="003399"/>
                  </a:solidFill>
                  <a:latin typeface="宋体"/>
                  <a:ea typeface="宋体" panose="02010600030101010101" pitchFamily="2" charset="-122"/>
                </a:endParaRPr>
              </a:p>
            </p:txBody>
          </p:sp>
          <p:sp>
            <p:nvSpPr>
              <p:cNvPr id="137227" name="Oval 20">
                <a:extLst>
                  <a:ext uri="{FF2B5EF4-FFF2-40B4-BE49-F238E27FC236}">
                    <a16:creationId xmlns:a16="http://schemas.microsoft.com/office/drawing/2014/main" id="{949C3630-25AC-53CC-2719-80D29D1740C1}"/>
                  </a:ext>
                </a:extLst>
              </p:cNvPr>
              <p:cNvSpPr>
                <a:spLocks noChangeArrowheads="1"/>
              </p:cNvSpPr>
              <p:nvPr/>
            </p:nvSpPr>
            <p:spPr bwMode="auto">
              <a:xfrm>
                <a:off x="2804" y="3160"/>
                <a:ext cx="404" cy="369"/>
              </a:xfrm>
              <a:prstGeom prst="ellipse">
                <a:avLst/>
              </a:prstGeom>
              <a:noFill/>
              <a:ln w="635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微软雅黑" panose="020B0503020204020204" pitchFamily="34" charset="-122"/>
                    <a:ea typeface="微软雅黑" panose="020B0503020204020204" pitchFamily="34" charset="-122"/>
                  </a:rPr>
                  <a:t>2</a:t>
                </a:r>
              </a:p>
            </p:txBody>
          </p:sp>
          <p:sp>
            <p:nvSpPr>
              <p:cNvPr id="28" name="Line 21">
                <a:extLst>
                  <a:ext uri="{FF2B5EF4-FFF2-40B4-BE49-F238E27FC236}">
                    <a16:creationId xmlns:a16="http://schemas.microsoft.com/office/drawing/2014/main" id="{8B641862-D489-ABB3-0FC4-491B071C4928}"/>
                  </a:ext>
                </a:extLst>
              </p:cNvPr>
              <p:cNvSpPr>
                <a:spLocks noChangeShapeType="1"/>
              </p:cNvSpPr>
              <p:nvPr/>
            </p:nvSpPr>
            <p:spPr bwMode="auto">
              <a:xfrm>
                <a:off x="1994" y="3371"/>
                <a:ext cx="810" cy="0"/>
              </a:xfrm>
              <a:prstGeom prst="line">
                <a:avLst/>
              </a:prstGeom>
              <a:noFill/>
              <a:ln w="19050">
                <a:solidFill>
                  <a:schemeClr val="tx1"/>
                </a:solidFill>
                <a:round/>
                <a:headEnd/>
                <a:tailEnd type="stealth" w="lg" len="lg"/>
              </a:ln>
            </p:spPr>
            <p:txBody>
              <a:bodyPr wrap="none" lIns="0" tIns="0" rIns="0" bIns="0" anchor="ctr" anchorCtr="1"/>
              <a:lstStyle/>
              <a:p>
                <a:pPr eaLnBrk="0" fontAlgn="base" hangingPunct="0">
                  <a:spcBef>
                    <a:spcPct val="0"/>
                  </a:spcBef>
                  <a:spcAft>
                    <a:spcPct val="0"/>
                  </a:spcAft>
                  <a:defRPr/>
                </a:pPr>
                <a:endParaRPr lang="zh-CN" altLang="en-US" sz="2000" b="1">
                  <a:solidFill>
                    <a:srgbClr val="003399"/>
                  </a:solidFill>
                  <a:latin typeface="宋体"/>
                  <a:ea typeface="宋体" panose="02010600030101010101" pitchFamily="2" charset="-122"/>
                </a:endParaRPr>
              </a:p>
            </p:txBody>
          </p:sp>
          <p:sp>
            <p:nvSpPr>
              <p:cNvPr id="29" name="Rectangle 22">
                <a:extLst>
                  <a:ext uri="{FF2B5EF4-FFF2-40B4-BE49-F238E27FC236}">
                    <a16:creationId xmlns:a16="http://schemas.microsoft.com/office/drawing/2014/main" id="{E9514DD2-5662-EFB7-1AA7-3DFADB23C754}"/>
                  </a:ext>
                </a:extLst>
              </p:cNvPr>
              <p:cNvSpPr>
                <a:spLocks noChangeArrowheads="1"/>
              </p:cNvSpPr>
              <p:nvPr/>
            </p:nvSpPr>
            <p:spPr bwMode="auto">
              <a:xfrm>
                <a:off x="882" y="3054"/>
                <a:ext cx="556" cy="370"/>
              </a:xfrm>
              <a:prstGeom prst="rect">
                <a:avLst/>
              </a:prstGeom>
              <a:noFill/>
              <a:ln w="19050">
                <a:noFill/>
                <a:miter lim="800000"/>
                <a:headEnd/>
                <a:tailEnd/>
              </a:ln>
            </p:spPr>
            <p:txBody>
              <a:bodyPr wrap="none" lIns="0" tIns="0" rIns="0" bIns="0" anchor="ctr" anchorCtr="1"/>
              <a:lstStyle/>
              <a:p>
                <a:pPr algn="ctr" eaLnBrk="0" fontAlgn="base" hangingPunct="0">
                  <a:spcBef>
                    <a:spcPct val="0"/>
                  </a:spcBef>
                  <a:spcAft>
                    <a:spcPct val="0"/>
                  </a:spcAft>
                  <a:defRPr/>
                </a:pPr>
                <a:r>
                  <a:rPr kumimoji="1" lang="en-US" altLang="zh-CN" sz="2800" b="1">
                    <a:solidFill>
                      <a:srgbClr val="003399"/>
                    </a:solidFill>
                    <a:latin typeface="宋体"/>
                    <a:ea typeface="宋体" panose="02010600030101010101" pitchFamily="2" charset="-122"/>
                  </a:rPr>
                  <a:t>a</a:t>
                </a:r>
                <a:endParaRPr kumimoji="1" lang="en-US" altLang="zh-CN" sz="2400" b="1">
                  <a:solidFill>
                    <a:srgbClr val="003399"/>
                  </a:solidFill>
                  <a:latin typeface="宋体"/>
                  <a:ea typeface="宋体" panose="02010600030101010101" pitchFamily="2" charset="-122"/>
                </a:endParaRPr>
              </a:p>
            </p:txBody>
          </p:sp>
          <p:sp>
            <p:nvSpPr>
              <p:cNvPr id="30" name="Rectangle 23">
                <a:extLst>
                  <a:ext uri="{FF2B5EF4-FFF2-40B4-BE49-F238E27FC236}">
                    <a16:creationId xmlns:a16="http://schemas.microsoft.com/office/drawing/2014/main" id="{FF0394B7-1565-D8A9-8AA0-B7D7F49C5BE4}"/>
                  </a:ext>
                </a:extLst>
              </p:cNvPr>
              <p:cNvSpPr>
                <a:spLocks noChangeArrowheads="1"/>
              </p:cNvSpPr>
              <p:nvPr/>
            </p:nvSpPr>
            <p:spPr bwMode="auto">
              <a:xfrm>
                <a:off x="2095" y="3054"/>
                <a:ext cx="557" cy="370"/>
              </a:xfrm>
              <a:prstGeom prst="rect">
                <a:avLst/>
              </a:prstGeom>
              <a:noFill/>
              <a:ln w="19050">
                <a:noFill/>
                <a:miter lim="800000"/>
                <a:headEnd/>
                <a:tailEnd/>
              </a:ln>
            </p:spPr>
            <p:txBody>
              <a:bodyPr wrap="none" lIns="0" tIns="0" rIns="0" bIns="0" anchor="ctr" anchorCtr="1"/>
              <a:lstStyle/>
              <a:p>
                <a:pPr algn="ctr" eaLnBrk="0" fontAlgn="base" hangingPunct="0">
                  <a:spcBef>
                    <a:spcPct val="0"/>
                  </a:spcBef>
                  <a:spcAft>
                    <a:spcPct val="0"/>
                  </a:spcAft>
                  <a:defRPr/>
                </a:pPr>
                <a:r>
                  <a:rPr kumimoji="1" lang="en-US" altLang="zh-CN" sz="2800" b="1">
                    <a:solidFill>
                      <a:srgbClr val="003399"/>
                    </a:solidFill>
                    <a:latin typeface="宋体"/>
                    <a:ea typeface="宋体" panose="02010600030101010101" pitchFamily="2" charset="-122"/>
                  </a:rPr>
                  <a:t>b</a:t>
                </a:r>
                <a:endParaRPr kumimoji="1" lang="en-US" altLang="zh-CN" sz="2400" b="1">
                  <a:solidFill>
                    <a:srgbClr val="003399"/>
                  </a:solidFill>
                  <a:latin typeface="宋体"/>
                  <a:ea typeface="宋体" panose="02010600030101010101" pitchFamily="2" charset="-122"/>
                </a:endParaRPr>
              </a:p>
            </p:txBody>
          </p:sp>
          <p:sp>
            <p:nvSpPr>
              <p:cNvPr id="31" name="Freeform 24">
                <a:extLst>
                  <a:ext uri="{FF2B5EF4-FFF2-40B4-BE49-F238E27FC236}">
                    <a16:creationId xmlns:a16="http://schemas.microsoft.com/office/drawing/2014/main" id="{675BA663-D6C7-F4B5-FA14-160603FF69A7}"/>
                  </a:ext>
                </a:extLst>
              </p:cNvPr>
              <p:cNvSpPr>
                <a:spLocks/>
              </p:cNvSpPr>
              <p:nvPr/>
            </p:nvSpPr>
            <p:spPr bwMode="auto">
              <a:xfrm>
                <a:off x="477" y="3476"/>
                <a:ext cx="253" cy="432"/>
              </a:xfrm>
              <a:custGeom>
                <a:avLst/>
                <a:gdLst>
                  <a:gd name="T0" fmla="*/ 312 w 240"/>
                  <a:gd name="T1" fmla="*/ 0 h 392"/>
                  <a:gd name="T2" fmla="*/ 188 w 240"/>
                  <a:gd name="T3" fmla="*/ 624 h 392"/>
                  <a:gd name="T4" fmla="*/ 0 w 240"/>
                  <a:gd name="T5" fmla="*/ 78 h 392"/>
                  <a:gd name="T6" fmla="*/ 0 60000 65536"/>
                  <a:gd name="T7" fmla="*/ 0 60000 65536"/>
                  <a:gd name="T8" fmla="*/ 0 60000 65536"/>
                  <a:gd name="T9" fmla="*/ 0 w 240"/>
                  <a:gd name="T10" fmla="*/ 0 h 392"/>
                  <a:gd name="T11" fmla="*/ 240 w 240"/>
                  <a:gd name="T12" fmla="*/ 392 h 392"/>
                </a:gdLst>
                <a:ahLst/>
                <a:cxnLst>
                  <a:cxn ang="T6">
                    <a:pos x="T0" y="T1"/>
                  </a:cxn>
                  <a:cxn ang="T7">
                    <a:pos x="T2" y="T3"/>
                  </a:cxn>
                  <a:cxn ang="T8">
                    <a:pos x="T4" y="T5"/>
                  </a:cxn>
                </a:cxnLst>
                <a:rect l="T9" t="T10" r="T11" b="T12"/>
                <a:pathLst>
                  <a:path w="240" h="392">
                    <a:moveTo>
                      <a:pt x="240" y="0"/>
                    </a:moveTo>
                    <a:cubicBezTo>
                      <a:pt x="212" y="188"/>
                      <a:pt x="184" y="376"/>
                      <a:pt x="144" y="384"/>
                    </a:cubicBezTo>
                    <a:cubicBezTo>
                      <a:pt x="104" y="392"/>
                      <a:pt x="52" y="220"/>
                      <a:pt x="0" y="48"/>
                    </a:cubicBezTo>
                  </a:path>
                </a:pathLst>
              </a:custGeom>
              <a:noFill/>
              <a:ln w="19050" cap="flat" cmpd="sng">
                <a:solidFill>
                  <a:schemeClr val="tx1"/>
                </a:solidFill>
                <a:prstDash val="solid"/>
                <a:round/>
                <a:headEnd type="none" w="med" len="med"/>
                <a:tailEnd type="stealth" w="lg" len="lg"/>
              </a:ln>
            </p:spPr>
            <p:txBody>
              <a:bodyPr wrap="none" lIns="0" tIns="0" rIns="0" bIns="0" anchor="ctr" anchorCtr="1"/>
              <a:lstStyle/>
              <a:p>
                <a:pPr eaLnBrk="0" fontAlgn="base" hangingPunct="0">
                  <a:spcBef>
                    <a:spcPct val="0"/>
                  </a:spcBef>
                  <a:spcAft>
                    <a:spcPct val="0"/>
                  </a:spcAft>
                  <a:defRPr/>
                </a:pPr>
                <a:endParaRPr lang="zh-CN" altLang="en-US" sz="2000" b="1">
                  <a:solidFill>
                    <a:srgbClr val="003399"/>
                  </a:solidFill>
                  <a:latin typeface="宋体"/>
                  <a:ea typeface="宋体" panose="02010600030101010101" pitchFamily="2" charset="-122"/>
                </a:endParaRPr>
              </a:p>
            </p:txBody>
          </p:sp>
          <p:sp>
            <p:nvSpPr>
              <p:cNvPr id="32" name="Freeform 25">
                <a:extLst>
                  <a:ext uri="{FF2B5EF4-FFF2-40B4-BE49-F238E27FC236}">
                    <a16:creationId xmlns:a16="http://schemas.microsoft.com/office/drawing/2014/main" id="{8944FA7C-96BC-D948-5B48-0DCA04BB2AD4}"/>
                  </a:ext>
                </a:extLst>
              </p:cNvPr>
              <p:cNvSpPr>
                <a:spLocks/>
              </p:cNvSpPr>
              <p:nvPr/>
            </p:nvSpPr>
            <p:spPr bwMode="auto">
              <a:xfrm>
                <a:off x="1696" y="3476"/>
                <a:ext cx="253" cy="432"/>
              </a:xfrm>
              <a:custGeom>
                <a:avLst/>
                <a:gdLst>
                  <a:gd name="T0" fmla="*/ 312 w 240"/>
                  <a:gd name="T1" fmla="*/ 0 h 392"/>
                  <a:gd name="T2" fmla="*/ 188 w 240"/>
                  <a:gd name="T3" fmla="*/ 624 h 392"/>
                  <a:gd name="T4" fmla="*/ 0 w 240"/>
                  <a:gd name="T5" fmla="*/ 78 h 392"/>
                  <a:gd name="T6" fmla="*/ 0 60000 65536"/>
                  <a:gd name="T7" fmla="*/ 0 60000 65536"/>
                  <a:gd name="T8" fmla="*/ 0 60000 65536"/>
                  <a:gd name="T9" fmla="*/ 0 w 240"/>
                  <a:gd name="T10" fmla="*/ 0 h 392"/>
                  <a:gd name="T11" fmla="*/ 240 w 240"/>
                  <a:gd name="T12" fmla="*/ 392 h 392"/>
                </a:gdLst>
                <a:ahLst/>
                <a:cxnLst>
                  <a:cxn ang="T6">
                    <a:pos x="T0" y="T1"/>
                  </a:cxn>
                  <a:cxn ang="T7">
                    <a:pos x="T2" y="T3"/>
                  </a:cxn>
                  <a:cxn ang="T8">
                    <a:pos x="T4" y="T5"/>
                  </a:cxn>
                </a:cxnLst>
                <a:rect l="T9" t="T10" r="T11" b="T12"/>
                <a:pathLst>
                  <a:path w="240" h="392">
                    <a:moveTo>
                      <a:pt x="240" y="0"/>
                    </a:moveTo>
                    <a:cubicBezTo>
                      <a:pt x="212" y="188"/>
                      <a:pt x="184" y="376"/>
                      <a:pt x="144" y="384"/>
                    </a:cubicBezTo>
                    <a:cubicBezTo>
                      <a:pt x="104" y="392"/>
                      <a:pt x="52" y="220"/>
                      <a:pt x="0" y="48"/>
                    </a:cubicBezTo>
                  </a:path>
                </a:pathLst>
              </a:custGeom>
              <a:noFill/>
              <a:ln w="19050" cap="flat" cmpd="sng">
                <a:solidFill>
                  <a:schemeClr val="tx1"/>
                </a:solidFill>
                <a:prstDash val="solid"/>
                <a:round/>
                <a:headEnd type="none" w="med" len="med"/>
                <a:tailEnd type="stealth" w="lg" len="lg"/>
              </a:ln>
            </p:spPr>
            <p:txBody>
              <a:bodyPr wrap="none" lIns="0" tIns="0" rIns="0" bIns="0" anchor="ctr" anchorCtr="1"/>
              <a:lstStyle/>
              <a:p>
                <a:pPr eaLnBrk="0" fontAlgn="base" hangingPunct="0">
                  <a:spcBef>
                    <a:spcPct val="0"/>
                  </a:spcBef>
                  <a:spcAft>
                    <a:spcPct val="0"/>
                  </a:spcAft>
                  <a:defRPr/>
                </a:pPr>
                <a:endParaRPr lang="zh-CN" altLang="en-US" sz="2000" b="1">
                  <a:solidFill>
                    <a:srgbClr val="003399"/>
                  </a:solidFill>
                  <a:latin typeface="宋体"/>
                  <a:ea typeface="宋体" panose="02010600030101010101" pitchFamily="2" charset="-122"/>
                </a:endParaRPr>
              </a:p>
            </p:txBody>
          </p:sp>
          <p:sp>
            <p:nvSpPr>
              <p:cNvPr id="33" name="Rectangle 26">
                <a:extLst>
                  <a:ext uri="{FF2B5EF4-FFF2-40B4-BE49-F238E27FC236}">
                    <a16:creationId xmlns:a16="http://schemas.microsoft.com/office/drawing/2014/main" id="{2FD491A5-19A5-C93D-B6B2-0262B9ADE22C}"/>
                  </a:ext>
                </a:extLst>
              </p:cNvPr>
              <p:cNvSpPr>
                <a:spLocks noChangeArrowheads="1"/>
              </p:cNvSpPr>
              <p:nvPr/>
            </p:nvSpPr>
            <p:spPr bwMode="auto">
              <a:xfrm>
                <a:off x="477" y="3740"/>
                <a:ext cx="556" cy="370"/>
              </a:xfrm>
              <a:prstGeom prst="rect">
                <a:avLst/>
              </a:prstGeom>
              <a:noFill/>
              <a:ln w="19050">
                <a:noFill/>
                <a:miter lim="800000"/>
                <a:headEnd/>
                <a:tailEnd/>
              </a:ln>
            </p:spPr>
            <p:txBody>
              <a:bodyPr wrap="none" lIns="0" tIns="0" rIns="0" bIns="0" anchor="ctr" anchorCtr="1"/>
              <a:lstStyle/>
              <a:p>
                <a:pPr algn="ctr" eaLnBrk="0" fontAlgn="base" hangingPunct="0">
                  <a:spcBef>
                    <a:spcPct val="0"/>
                  </a:spcBef>
                  <a:spcAft>
                    <a:spcPct val="0"/>
                  </a:spcAft>
                  <a:defRPr/>
                </a:pPr>
                <a:r>
                  <a:rPr kumimoji="1" lang="en-US" altLang="zh-CN" sz="2800" b="1">
                    <a:solidFill>
                      <a:srgbClr val="003399"/>
                    </a:solidFill>
                    <a:latin typeface="宋体"/>
                    <a:ea typeface="宋体" panose="02010600030101010101" pitchFamily="2" charset="-122"/>
                  </a:rPr>
                  <a:t>a</a:t>
                </a:r>
                <a:endParaRPr kumimoji="1" lang="en-US" altLang="zh-CN" sz="2400" b="1">
                  <a:solidFill>
                    <a:srgbClr val="003399"/>
                  </a:solidFill>
                  <a:latin typeface="宋体"/>
                  <a:ea typeface="宋体" panose="02010600030101010101" pitchFamily="2" charset="-122"/>
                </a:endParaRPr>
              </a:p>
            </p:txBody>
          </p:sp>
          <p:sp>
            <p:nvSpPr>
              <p:cNvPr id="34" name="Rectangle 27">
                <a:extLst>
                  <a:ext uri="{FF2B5EF4-FFF2-40B4-BE49-F238E27FC236}">
                    <a16:creationId xmlns:a16="http://schemas.microsoft.com/office/drawing/2014/main" id="{D55CCAEB-BDD4-446C-7217-6E8343225BE9}"/>
                  </a:ext>
                </a:extLst>
              </p:cNvPr>
              <p:cNvSpPr>
                <a:spLocks noChangeArrowheads="1"/>
              </p:cNvSpPr>
              <p:nvPr/>
            </p:nvSpPr>
            <p:spPr bwMode="auto">
              <a:xfrm>
                <a:off x="1747" y="3740"/>
                <a:ext cx="556" cy="370"/>
              </a:xfrm>
              <a:prstGeom prst="rect">
                <a:avLst/>
              </a:prstGeom>
              <a:noFill/>
              <a:ln w="19050">
                <a:noFill/>
                <a:miter lim="800000"/>
                <a:headEnd/>
                <a:tailEnd/>
              </a:ln>
            </p:spPr>
            <p:txBody>
              <a:bodyPr wrap="none" lIns="0" tIns="0" rIns="0" bIns="0" anchor="ctr" anchorCtr="1"/>
              <a:lstStyle/>
              <a:p>
                <a:pPr algn="ctr" eaLnBrk="0" fontAlgn="base" hangingPunct="0">
                  <a:spcBef>
                    <a:spcPct val="0"/>
                  </a:spcBef>
                  <a:spcAft>
                    <a:spcPct val="0"/>
                  </a:spcAft>
                  <a:defRPr/>
                </a:pPr>
                <a:r>
                  <a:rPr kumimoji="1" lang="en-US" altLang="zh-CN" sz="2800" b="1">
                    <a:solidFill>
                      <a:srgbClr val="003399"/>
                    </a:solidFill>
                    <a:latin typeface="宋体"/>
                    <a:ea typeface="宋体" panose="02010600030101010101" pitchFamily="2" charset="-122"/>
                  </a:rPr>
                  <a:t>b</a:t>
                </a:r>
                <a:endParaRPr kumimoji="1" lang="en-US" altLang="zh-CN" sz="2400" b="1">
                  <a:solidFill>
                    <a:srgbClr val="003399"/>
                  </a:solidFill>
                  <a:latin typeface="宋体"/>
                  <a:ea typeface="宋体" panose="02010600030101010101" pitchFamily="2" charset="-122"/>
                </a:endParaRPr>
              </a:p>
            </p:txBody>
          </p:sp>
          <p:sp>
            <p:nvSpPr>
              <p:cNvPr id="35" name="AutoShape 32">
                <a:extLst>
                  <a:ext uri="{FF2B5EF4-FFF2-40B4-BE49-F238E27FC236}">
                    <a16:creationId xmlns:a16="http://schemas.microsoft.com/office/drawing/2014/main" id="{535FD58B-52B5-825D-6B86-0653195212C9}"/>
                  </a:ext>
                </a:extLst>
              </p:cNvPr>
              <p:cNvSpPr>
                <a:spLocks noChangeArrowheads="1"/>
              </p:cNvSpPr>
              <p:nvPr/>
            </p:nvSpPr>
            <p:spPr bwMode="auto">
              <a:xfrm>
                <a:off x="149" y="3281"/>
                <a:ext cx="240" cy="192"/>
              </a:xfrm>
              <a:prstGeom prst="rightArrow">
                <a:avLst>
                  <a:gd name="adj1" fmla="val 50000"/>
                  <a:gd name="adj2" fmla="val 31250"/>
                </a:avLst>
              </a:prstGeom>
              <a:noFill/>
              <a:ln w="19050" cap="sq">
                <a:solidFill>
                  <a:schemeClr val="tx1"/>
                </a:solidFill>
                <a:miter lim="800000"/>
                <a:headEnd/>
                <a:tailEnd type="none" w="lg" len="lg"/>
              </a:ln>
            </p:spPr>
            <p:txBody>
              <a:bodyPr wrap="none" lIns="0" tIns="0" rIns="0" bIns="0" anchor="ctr" anchorCtr="1"/>
              <a:lstStyle/>
              <a:p>
                <a:pPr eaLnBrk="0" fontAlgn="base" hangingPunct="0">
                  <a:spcBef>
                    <a:spcPct val="0"/>
                  </a:spcBef>
                  <a:spcAft>
                    <a:spcPct val="0"/>
                  </a:spcAft>
                  <a:defRPr/>
                </a:pPr>
                <a:endParaRPr lang="zh-CN" altLang="en-US" sz="2000" b="1">
                  <a:solidFill>
                    <a:srgbClr val="003399"/>
                  </a:solidFill>
                  <a:latin typeface="宋体"/>
                  <a:ea typeface="宋体" panose="02010600030101010101" pitchFamily="2" charset="-122"/>
                </a:endParaRPr>
              </a:p>
            </p:txBody>
          </p:sp>
        </p:grpSp>
        <p:sp>
          <p:nvSpPr>
            <p:cNvPr id="137223" name="Rectangle 57">
              <a:extLst>
                <a:ext uri="{FF2B5EF4-FFF2-40B4-BE49-F238E27FC236}">
                  <a16:creationId xmlns:a16="http://schemas.microsoft.com/office/drawing/2014/main" id="{6AFED956-69B2-C044-F621-470C8100EF76}"/>
                </a:ext>
              </a:extLst>
            </p:cNvPr>
            <p:cNvSpPr>
              <a:spLocks noChangeArrowheads="1"/>
            </p:cNvSpPr>
            <p:nvPr/>
          </p:nvSpPr>
          <p:spPr bwMode="auto">
            <a:xfrm>
              <a:off x="3250508" y="6332273"/>
              <a:ext cx="17414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2000" b="1">
                  <a:solidFill>
                    <a:srgbClr val="000000"/>
                  </a:solidFill>
                  <a:latin typeface="微软雅黑" panose="020B0503020204020204" pitchFamily="34" charset="-122"/>
                </a:rPr>
                <a:t>NFA M</a:t>
              </a:r>
              <a:r>
                <a:rPr kumimoji="1" lang="en-US" altLang="zh-CN" sz="2000" b="1" baseline="-25000">
                  <a:solidFill>
                    <a:srgbClr val="000000"/>
                  </a:solidFill>
                  <a:latin typeface="微软雅黑" panose="020B0503020204020204" pitchFamily="34" charset="-122"/>
                </a:rPr>
                <a:t>2</a:t>
              </a:r>
            </a:p>
          </p:txBody>
        </p:sp>
      </p:grpSp>
      <p:sp>
        <p:nvSpPr>
          <p:cNvPr id="2" name="文本框 1">
            <a:extLst>
              <a:ext uri="{FF2B5EF4-FFF2-40B4-BE49-F238E27FC236}">
                <a16:creationId xmlns:a16="http://schemas.microsoft.com/office/drawing/2014/main" id="{771DBEDE-A8B8-A14D-ABAD-22F2FCBCF207}"/>
              </a:ext>
            </a:extLst>
          </p:cNvPr>
          <p:cNvSpPr txBox="1">
            <a:spLocks noChangeArrowheads="1"/>
          </p:cNvSpPr>
          <p:nvPr/>
        </p:nvSpPr>
        <p:spPr bwMode="auto">
          <a:xfrm>
            <a:off x="7115175" y="3697289"/>
            <a:ext cx="882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en-US" altLang="zh-CN" sz="2800" b="1">
                <a:solidFill>
                  <a:srgbClr val="003399"/>
                </a:solidFill>
                <a:latin typeface="宋体" panose="02010600030101010101" pitchFamily="2" charset="-122"/>
              </a:rPr>
              <a:t>C</a:t>
            </a:r>
            <a:endParaRPr lang="zh-CN" altLang="en-US" sz="2800" b="1">
              <a:solidFill>
                <a:srgbClr val="003399"/>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内容占位符 1">
            <a:extLst>
              <a:ext uri="{FF2B5EF4-FFF2-40B4-BE49-F238E27FC236}">
                <a16:creationId xmlns:a16="http://schemas.microsoft.com/office/drawing/2014/main" id="{0C0E13D2-007A-B478-3186-BEB224D69F03}"/>
              </a:ext>
            </a:extLst>
          </p:cNvPr>
          <p:cNvSpPr>
            <a:spLocks noGrp="1" noChangeArrowheads="1"/>
          </p:cNvSpPr>
          <p:nvPr>
            <p:ph/>
          </p:nvPr>
        </p:nvSpPr>
        <p:spPr>
          <a:xfrm>
            <a:off x="1825625" y="744539"/>
            <a:ext cx="8540750" cy="1379537"/>
          </a:xfrm>
        </p:spPr>
        <p:txBody>
          <a:bodyPr/>
          <a:lstStyle/>
          <a:p>
            <a:r>
              <a:rPr lang="en-US" altLang="zh-CN" sz="4400" b="1">
                <a:solidFill>
                  <a:schemeClr val="tx2"/>
                </a:solidFill>
              </a:rPr>
              <a:t>NFA</a:t>
            </a:r>
            <a:r>
              <a:rPr lang="zh-CN" altLang="en-US" sz="4400" b="1">
                <a:solidFill>
                  <a:schemeClr val="tx2"/>
                </a:solidFill>
              </a:rPr>
              <a:t>等价转换为</a:t>
            </a:r>
            <a:r>
              <a:rPr lang="en-US" altLang="zh-CN" sz="4400" b="1">
                <a:solidFill>
                  <a:schemeClr val="tx2"/>
                </a:solidFill>
              </a:rPr>
              <a:t>DFA</a:t>
            </a:r>
            <a:r>
              <a:rPr lang="zh-CN" altLang="en-US" sz="4400" b="1">
                <a:solidFill>
                  <a:schemeClr val="tx2"/>
                </a:solidFill>
              </a:rPr>
              <a:t>：子集算法</a:t>
            </a:r>
          </a:p>
        </p:txBody>
      </p:sp>
      <p:sp>
        <p:nvSpPr>
          <p:cNvPr id="3" name="文本框 2">
            <a:extLst>
              <a:ext uri="{FF2B5EF4-FFF2-40B4-BE49-F238E27FC236}">
                <a16:creationId xmlns:a16="http://schemas.microsoft.com/office/drawing/2014/main" id="{FE5DC767-BAFA-3DFE-AB3B-A42119D18FB0}"/>
              </a:ext>
            </a:extLst>
          </p:cNvPr>
          <p:cNvSpPr txBox="1"/>
          <p:nvPr/>
        </p:nvSpPr>
        <p:spPr>
          <a:xfrm>
            <a:off x="2155948" y="2060849"/>
            <a:ext cx="8180014" cy="3692165"/>
          </a:xfrm>
          <a:prstGeom prst="rect">
            <a:avLst/>
          </a:prstGeom>
          <a:noFill/>
        </p:spPr>
        <p:txBody>
          <a:bodyPr>
            <a:spAutoFit/>
          </a:bodyPr>
          <a:lstStyle/>
          <a:p>
            <a:pPr marL="514350" indent="-514350" fontAlgn="base">
              <a:lnSpc>
                <a:spcPct val="150000"/>
              </a:lnSpc>
              <a:spcBef>
                <a:spcPct val="0"/>
              </a:spcBef>
              <a:spcAft>
                <a:spcPct val="0"/>
              </a:spcAft>
              <a:buFont typeface="+mj-lt"/>
              <a:buAutoNum type="arabicPeriod"/>
              <a:defRPr/>
            </a:pPr>
            <a:r>
              <a:rPr lang="en-US" altLang="zh-CN" sz="3200" b="1" dirty="0">
                <a:solidFill>
                  <a:srgbClr val="003399"/>
                </a:solidFill>
                <a:latin typeface="Times New Roman" panose="02020603050405020304" pitchFamily="18" charset="0"/>
                <a:ea typeface="楷体" panose="02010609060101010101" pitchFamily="49" charset="-122"/>
              </a:rPr>
              <a:t>DFA</a:t>
            </a:r>
            <a:r>
              <a:rPr lang="zh-CN" altLang="en-US" sz="3200" b="1" dirty="0">
                <a:solidFill>
                  <a:srgbClr val="003399"/>
                </a:solidFill>
                <a:latin typeface="Times New Roman" panose="02020603050405020304" pitchFamily="18" charset="0"/>
                <a:ea typeface="楷体" panose="02010609060101010101" pitchFamily="49" charset="-122"/>
              </a:rPr>
              <a:t>是</a:t>
            </a:r>
            <a:r>
              <a:rPr lang="en-US" altLang="zh-CN" sz="3200" b="1" dirty="0">
                <a:solidFill>
                  <a:srgbClr val="003399"/>
                </a:solidFill>
                <a:latin typeface="Times New Roman" panose="02020603050405020304" pitchFamily="18" charset="0"/>
                <a:ea typeface="楷体" panose="02010609060101010101" pitchFamily="49" charset="-122"/>
              </a:rPr>
              <a:t>NFA</a:t>
            </a:r>
            <a:r>
              <a:rPr lang="zh-CN" altLang="en-US" sz="3200" b="1" dirty="0">
                <a:solidFill>
                  <a:srgbClr val="003399"/>
                </a:solidFill>
                <a:latin typeface="Times New Roman" panose="02020603050405020304" pitchFamily="18" charset="0"/>
                <a:ea typeface="楷体" panose="02010609060101010101" pitchFamily="49" charset="-122"/>
              </a:rPr>
              <a:t>的特例</a:t>
            </a:r>
            <a:r>
              <a:rPr lang="en-US" altLang="zh-CN" sz="3200" b="1" dirty="0">
                <a:solidFill>
                  <a:srgbClr val="003399"/>
                </a:solidFill>
                <a:latin typeface="Times New Roman" panose="02020603050405020304" pitchFamily="18" charset="0"/>
                <a:ea typeface="楷体" panose="02010609060101010101" pitchFamily="49" charset="-122"/>
              </a:rPr>
              <a:t>.</a:t>
            </a:r>
          </a:p>
          <a:p>
            <a:pPr marL="514350" indent="-514350" fontAlgn="base">
              <a:lnSpc>
                <a:spcPct val="150000"/>
              </a:lnSpc>
              <a:spcBef>
                <a:spcPct val="0"/>
              </a:spcBef>
              <a:spcAft>
                <a:spcPct val="0"/>
              </a:spcAft>
              <a:buFont typeface="+mj-lt"/>
              <a:buAutoNum type="arabicPeriod"/>
              <a:defRPr/>
            </a:pPr>
            <a:r>
              <a:rPr lang="zh-CN" altLang="en-US" sz="3200" b="1" dirty="0">
                <a:solidFill>
                  <a:srgbClr val="003399"/>
                </a:solidFill>
                <a:latin typeface="Times New Roman" panose="02020603050405020304" pitchFamily="18" charset="0"/>
                <a:ea typeface="楷体" panose="02010609060101010101" pitchFamily="49" charset="-122"/>
              </a:rPr>
              <a:t>对每个</a:t>
            </a:r>
            <a:r>
              <a:rPr lang="en-US" altLang="zh-CN" sz="3200" b="1" dirty="0">
                <a:solidFill>
                  <a:srgbClr val="003399"/>
                </a:solidFill>
                <a:highlight>
                  <a:srgbClr val="FFFF00"/>
                </a:highlight>
                <a:latin typeface="Times New Roman" panose="02020603050405020304" pitchFamily="18" charset="0"/>
                <a:ea typeface="楷体" panose="02010609060101010101" pitchFamily="49" charset="-122"/>
              </a:rPr>
              <a:t>NFA  N</a:t>
            </a:r>
            <a:r>
              <a:rPr lang="zh-CN" altLang="en-US" sz="3200" b="1" dirty="0">
                <a:solidFill>
                  <a:srgbClr val="003399"/>
                </a:solidFill>
                <a:latin typeface="Times New Roman" panose="02020603050405020304" pitchFamily="18" charset="0"/>
                <a:ea typeface="楷体" panose="02010609060101010101" pitchFamily="49" charset="-122"/>
              </a:rPr>
              <a:t>一定存在一个</a:t>
            </a:r>
            <a:r>
              <a:rPr lang="en-US" altLang="zh-CN" sz="3200" b="1" dirty="0">
                <a:solidFill>
                  <a:srgbClr val="003399"/>
                </a:solidFill>
                <a:highlight>
                  <a:srgbClr val="FFFF00"/>
                </a:highlight>
                <a:latin typeface="Times New Roman" panose="02020603050405020304" pitchFamily="18" charset="0"/>
                <a:ea typeface="楷体" panose="02010609060101010101" pitchFamily="49" charset="-122"/>
              </a:rPr>
              <a:t>DFA  </a:t>
            </a:r>
            <a:r>
              <a:rPr lang="zh-CN" altLang="en-US" sz="3200" b="1" dirty="0">
                <a:solidFill>
                  <a:srgbClr val="003399"/>
                </a:solidFill>
                <a:highlight>
                  <a:srgbClr val="FFFF00"/>
                </a:highlight>
                <a:latin typeface="Times New Roman" panose="02020603050405020304" pitchFamily="18" charset="0"/>
                <a:ea typeface="楷体" panose="02010609060101010101" pitchFamily="49" charset="-122"/>
              </a:rPr>
              <a:t>Ｍ</a:t>
            </a:r>
            <a:r>
              <a:rPr lang="zh-CN" altLang="en-US" sz="3200" b="1" dirty="0">
                <a:solidFill>
                  <a:srgbClr val="003399"/>
                </a:solidFill>
                <a:latin typeface="Times New Roman" panose="02020603050405020304" pitchFamily="18" charset="0"/>
                <a:ea typeface="楷体" panose="02010609060101010101" pitchFamily="49" charset="-122"/>
              </a:rPr>
              <a:t>，使得  </a:t>
            </a:r>
            <a:r>
              <a:rPr lang="en-US" altLang="zh-CN" sz="3200" b="1" dirty="0">
                <a:solidFill>
                  <a:srgbClr val="003399"/>
                </a:solidFill>
                <a:latin typeface="Times New Roman" panose="02020603050405020304" pitchFamily="18" charset="0"/>
                <a:ea typeface="楷体" panose="02010609060101010101" pitchFamily="49" charset="-122"/>
              </a:rPr>
              <a:t>L(M)=L(N)</a:t>
            </a:r>
            <a:r>
              <a:rPr lang="zh-CN" altLang="en-US" sz="3200" b="1" dirty="0">
                <a:solidFill>
                  <a:srgbClr val="003399"/>
                </a:solidFill>
                <a:latin typeface="Times New Roman" panose="02020603050405020304" pitchFamily="18" charset="0"/>
                <a:ea typeface="楷体" panose="02010609060101010101" pitchFamily="49" charset="-122"/>
              </a:rPr>
              <a:t>。</a:t>
            </a:r>
            <a:endParaRPr lang="en-US" altLang="zh-CN" sz="3200" b="1" dirty="0">
              <a:solidFill>
                <a:srgbClr val="003399"/>
              </a:solidFill>
              <a:latin typeface="Times New Roman" panose="02020603050405020304" pitchFamily="18" charset="0"/>
              <a:ea typeface="楷体" panose="02010609060101010101" pitchFamily="49" charset="-122"/>
            </a:endParaRPr>
          </a:p>
          <a:p>
            <a:pPr marL="514350" indent="-514350" fontAlgn="base">
              <a:lnSpc>
                <a:spcPct val="150000"/>
              </a:lnSpc>
              <a:spcBef>
                <a:spcPct val="0"/>
              </a:spcBef>
              <a:spcAft>
                <a:spcPct val="0"/>
              </a:spcAft>
              <a:buFont typeface="+mj-lt"/>
              <a:buAutoNum type="arabicPeriod"/>
              <a:defRPr/>
            </a:pPr>
            <a:r>
              <a:rPr lang="zh-CN" altLang="en-US" sz="3200" b="1" dirty="0">
                <a:solidFill>
                  <a:srgbClr val="003399"/>
                </a:solidFill>
                <a:latin typeface="Times New Roman" panose="02020603050405020304" pitchFamily="18" charset="0"/>
                <a:ea typeface="楷体" panose="02010609060101010101" pitchFamily="49" charset="-122"/>
              </a:rPr>
              <a:t>也就是说：对每个</a:t>
            </a:r>
            <a:r>
              <a:rPr lang="en-US" altLang="zh-CN" sz="3200" b="1" dirty="0">
                <a:solidFill>
                  <a:srgbClr val="003399"/>
                </a:solidFill>
                <a:highlight>
                  <a:srgbClr val="FFFF00"/>
                </a:highlight>
                <a:latin typeface="Times New Roman" panose="02020603050405020304" pitchFamily="18" charset="0"/>
                <a:ea typeface="楷体" panose="02010609060101010101" pitchFamily="49" charset="-122"/>
              </a:rPr>
              <a:t>NFA N</a:t>
            </a:r>
            <a:r>
              <a:rPr lang="zh-CN" altLang="en-US" sz="3200" b="1" dirty="0">
                <a:solidFill>
                  <a:srgbClr val="003399"/>
                </a:solidFill>
                <a:latin typeface="Times New Roman" panose="02020603050405020304" pitchFamily="18" charset="0"/>
                <a:ea typeface="楷体" panose="02010609060101010101" pitchFamily="49" charset="-122"/>
              </a:rPr>
              <a:t>存在着与之等价的</a:t>
            </a:r>
            <a:r>
              <a:rPr lang="en-US" altLang="zh-CN" sz="3200" b="1" dirty="0">
                <a:solidFill>
                  <a:srgbClr val="003399"/>
                </a:solidFill>
                <a:highlight>
                  <a:srgbClr val="FFFF00"/>
                </a:highlight>
                <a:latin typeface="Times New Roman" panose="02020603050405020304" pitchFamily="18" charset="0"/>
                <a:ea typeface="楷体" panose="02010609060101010101" pitchFamily="49" charset="-122"/>
              </a:rPr>
              <a:t>DFA M</a:t>
            </a:r>
            <a:r>
              <a:rPr lang="zh-CN" altLang="en-US" sz="3200" b="1" dirty="0">
                <a:solidFill>
                  <a:srgbClr val="003399"/>
                </a:solidFill>
                <a:latin typeface="Times New Roman" panose="02020603050405020304" pitchFamily="18" charset="0"/>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2F72A35-87F8-BCDB-CB08-E1BE8B9FFE14}"/>
              </a:ext>
            </a:extLst>
          </p:cNvPr>
          <p:cNvGrpSpPr>
            <a:grpSpLocks/>
          </p:cNvGrpSpPr>
          <p:nvPr/>
        </p:nvGrpSpPr>
        <p:grpSpPr bwMode="auto">
          <a:xfrm>
            <a:off x="1919289" y="692151"/>
            <a:ext cx="7343775" cy="792163"/>
            <a:chOff x="204" y="659"/>
            <a:chExt cx="5307" cy="1183"/>
          </a:xfrm>
        </p:grpSpPr>
        <p:grpSp>
          <p:nvGrpSpPr>
            <p:cNvPr id="140313" name="Group 3">
              <a:extLst>
                <a:ext uri="{FF2B5EF4-FFF2-40B4-BE49-F238E27FC236}">
                  <a16:creationId xmlns:a16="http://schemas.microsoft.com/office/drawing/2014/main" id="{6711FFDF-5D80-5348-50DB-76E16C79F3A2}"/>
                </a:ext>
              </a:extLst>
            </p:cNvPr>
            <p:cNvGrpSpPr>
              <a:grpSpLocks/>
            </p:cNvGrpSpPr>
            <p:nvPr/>
          </p:nvGrpSpPr>
          <p:grpSpPr bwMode="auto">
            <a:xfrm>
              <a:off x="204" y="662"/>
              <a:ext cx="5307" cy="1180"/>
              <a:chOff x="720" y="480"/>
              <a:chExt cx="4224" cy="1390"/>
            </a:xfrm>
          </p:grpSpPr>
          <p:graphicFrame>
            <p:nvGraphicFramePr>
              <p:cNvPr id="140315" name="Object 4">
                <a:extLst>
                  <a:ext uri="{FF2B5EF4-FFF2-40B4-BE49-F238E27FC236}">
                    <a16:creationId xmlns:a16="http://schemas.microsoft.com/office/drawing/2014/main" id="{99C6342C-6ECA-531D-3F6F-3E57A7DAA13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40315" name="Object 4">
                            <a:extLst>
                              <a:ext uri="{FF2B5EF4-FFF2-40B4-BE49-F238E27FC236}">
                                <a16:creationId xmlns:a16="http://schemas.microsoft.com/office/drawing/2014/main" id="{99C6342C-6ECA-531D-3F6F-3E57A7DAA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16" name="Object 5">
                <a:extLst>
                  <a:ext uri="{FF2B5EF4-FFF2-40B4-BE49-F238E27FC236}">
                    <a16:creationId xmlns:a16="http://schemas.microsoft.com/office/drawing/2014/main" id="{DF336809-B009-C070-D73C-D452D1437957}"/>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40316" name="Object 5">
                            <a:extLst>
                              <a:ext uri="{FF2B5EF4-FFF2-40B4-BE49-F238E27FC236}">
                                <a16:creationId xmlns:a16="http://schemas.microsoft.com/office/drawing/2014/main" id="{DF336809-B009-C070-D73C-D452D14379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0314" name="Text Box 6">
              <a:extLst>
                <a:ext uri="{FF2B5EF4-FFF2-40B4-BE49-F238E27FC236}">
                  <a16:creationId xmlns:a16="http://schemas.microsoft.com/office/drawing/2014/main" id="{CB7D3042-B784-FDCA-8A5F-D88FA0DA2427}"/>
                </a:ext>
              </a:extLst>
            </p:cNvPr>
            <p:cNvSpPr txBox="1">
              <a:spLocks noChangeArrowheads="1"/>
            </p:cNvSpPr>
            <p:nvPr/>
          </p:nvSpPr>
          <p:spPr bwMode="auto">
            <a:xfrm>
              <a:off x="249" y="659"/>
              <a:ext cx="5173" cy="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None/>
              </a:pPr>
              <a:r>
                <a:rPr lang="en-US" altLang="zh-CN" sz="2400" b="1">
                  <a:solidFill>
                    <a:srgbClr val="DC5900"/>
                  </a:solidFill>
                  <a:latin typeface="宋体" panose="02010600030101010101" pitchFamily="2" charset="-122"/>
                </a:rPr>
                <a:t>  DFA</a:t>
              </a:r>
              <a:r>
                <a:rPr lang="zh-CN" altLang="en-US" sz="2400" b="1">
                  <a:solidFill>
                    <a:srgbClr val="DC5900"/>
                  </a:solidFill>
                  <a:latin typeface="宋体" panose="02010600030101010101" pitchFamily="2" charset="-122"/>
                </a:rPr>
                <a:t>是</a:t>
              </a:r>
              <a:r>
                <a:rPr lang="en-US" altLang="zh-CN" sz="2400" b="1">
                  <a:solidFill>
                    <a:srgbClr val="DC5900"/>
                  </a:solidFill>
                  <a:latin typeface="宋体" panose="02010600030101010101" pitchFamily="2" charset="-122"/>
                </a:rPr>
                <a:t>NFA</a:t>
              </a:r>
              <a:r>
                <a:rPr lang="zh-CN" altLang="en-US" sz="2400" b="1">
                  <a:solidFill>
                    <a:srgbClr val="DC5900"/>
                  </a:solidFill>
                  <a:latin typeface="宋体" panose="02010600030101010101" pitchFamily="2" charset="-122"/>
                </a:rPr>
                <a:t>的特例</a:t>
              </a:r>
              <a:r>
                <a:rPr lang="zh-CN" altLang="en-US" sz="2400" b="1">
                  <a:solidFill>
                    <a:srgbClr val="003399"/>
                  </a:solidFill>
                  <a:latin typeface="宋体" panose="02010600030101010101" pitchFamily="2" charset="-122"/>
                </a:rPr>
                <a:t>，可以采用</a:t>
              </a:r>
              <a:r>
                <a:rPr lang="zh-CN" altLang="en-US" sz="2400" b="1">
                  <a:solidFill>
                    <a:srgbClr val="DC5900"/>
                  </a:solidFill>
                  <a:latin typeface="宋体" panose="02010600030101010101" pitchFamily="2" charset="-122"/>
                </a:rPr>
                <a:t>子集法</a:t>
              </a:r>
              <a:r>
                <a:rPr lang="zh-CN" altLang="en-US" sz="2400" b="1">
                  <a:solidFill>
                    <a:srgbClr val="003399"/>
                  </a:solidFill>
                  <a:latin typeface="宋体" panose="02010600030101010101" pitchFamily="2" charset="-122"/>
                </a:rPr>
                <a:t>将</a:t>
              </a:r>
              <a:r>
                <a:rPr lang="en-US" altLang="zh-CN" sz="2400" b="1">
                  <a:solidFill>
                    <a:srgbClr val="003399"/>
                  </a:solidFill>
                  <a:latin typeface="宋体" panose="02010600030101010101" pitchFamily="2" charset="-122"/>
                </a:rPr>
                <a:t>NFA</a:t>
              </a:r>
              <a:r>
                <a:rPr lang="zh-CN" altLang="en-US" sz="2400" b="1">
                  <a:solidFill>
                    <a:srgbClr val="003399"/>
                  </a:solidFill>
                  <a:latin typeface="宋体" panose="02010600030101010101" pitchFamily="2" charset="-122"/>
                </a:rPr>
                <a:t>确定化。</a:t>
              </a:r>
            </a:p>
          </p:txBody>
        </p:sp>
      </p:grpSp>
      <p:grpSp>
        <p:nvGrpSpPr>
          <p:cNvPr id="4" name="Group 7">
            <a:extLst>
              <a:ext uri="{FF2B5EF4-FFF2-40B4-BE49-F238E27FC236}">
                <a16:creationId xmlns:a16="http://schemas.microsoft.com/office/drawing/2014/main" id="{F62C48A4-396B-3FBF-8435-DFD813D3F919}"/>
              </a:ext>
            </a:extLst>
          </p:cNvPr>
          <p:cNvGrpSpPr>
            <a:grpSpLocks/>
          </p:cNvGrpSpPr>
          <p:nvPr/>
        </p:nvGrpSpPr>
        <p:grpSpPr bwMode="auto">
          <a:xfrm>
            <a:off x="1992314" y="1557339"/>
            <a:ext cx="5400675" cy="1402415"/>
            <a:chOff x="204" y="1797"/>
            <a:chExt cx="5307" cy="3567"/>
          </a:xfrm>
        </p:grpSpPr>
        <p:grpSp>
          <p:nvGrpSpPr>
            <p:cNvPr id="140309" name="Group 8">
              <a:extLst>
                <a:ext uri="{FF2B5EF4-FFF2-40B4-BE49-F238E27FC236}">
                  <a16:creationId xmlns:a16="http://schemas.microsoft.com/office/drawing/2014/main" id="{500334CF-A7A4-38A0-5385-5611DB47B8D1}"/>
                </a:ext>
              </a:extLst>
            </p:cNvPr>
            <p:cNvGrpSpPr>
              <a:grpSpLocks/>
            </p:cNvGrpSpPr>
            <p:nvPr/>
          </p:nvGrpSpPr>
          <p:grpSpPr bwMode="auto">
            <a:xfrm>
              <a:off x="204" y="1797"/>
              <a:ext cx="5307" cy="2268"/>
              <a:chOff x="720" y="480"/>
              <a:chExt cx="4224" cy="1390"/>
            </a:xfrm>
          </p:grpSpPr>
          <p:graphicFrame>
            <p:nvGraphicFramePr>
              <p:cNvPr id="140311" name="Object 9">
                <a:extLst>
                  <a:ext uri="{FF2B5EF4-FFF2-40B4-BE49-F238E27FC236}">
                    <a16:creationId xmlns:a16="http://schemas.microsoft.com/office/drawing/2014/main" id="{B48CB67E-9280-67E8-FA16-BEEF927BCED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6" imgW="7580952" imgH="2768254" progId="">
                      <p:embed/>
                    </p:oleObj>
                  </mc:Choice>
                  <mc:Fallback>
                    <p:oleObj name="Image" r:id="rId6" imgW="7580952" imgH="2768254" progId="">
                      <p:embed/>
                      <p:pic>
                        <p:nvPicPr>
                          <p:cNvPr id="140311" name="Object 9">
                            <a:extLst>
                              <a:ext uri="{FF2B5EF4-FFF2-40B4-BE49-F238E27FC236}">
                                <a16:creationId xmlns:a16="http://schemas.microsoft.com/office/drawing/2014/main" id="{B48CB67E-9280-67E8-FA16-BEEF927BC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12" name="Object 10">
                <a:extLst>
                  <a:ext uri="{FF2B5EF4-FFF2-40B4-BE49-F238E27FC236}">
                    <a16:creationId xmlns:a16="http://schemas.microsoft.com/office/drawing/2014/main" id="{A92EA398-F4A0-995F-20A1-55E1B21919ED}"/>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7" imgW="114151" imgH="215619" progId="Equation.3">
                      <p:embed/>
                    </p:oleObj>
                  </mc:Choice>
                  <mc:Fallback>
                    <p:oleObj name="Microsoft 公式 3.0" r:id="rId7" imgW="114151" imgH="215619" progId="Equation.3">
                      <p:embed/>
                      <p:pic>
                        <p:nvPicPr>
                          <p:cNvPr id="140312" name="Object 10">
                            <a:extLst>
                              <a:ext uri="{FF2B5EF4-FFF2-40B4-BE49-F238E27FC236}">
                                <a16:creationId xmlns:a16="http://schemas.microsoft.com/office/drawing/2014/main" id="{A92EA398-F4A0-995F-20A1-55E1B2191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0310" name="Text Box 11">
              <a:extLst>
                <a:ext uri="{FF2B5EF4-FFF2-40B4-BE49-F238E27FC236}">
                  <a16:creationId xmlns:a16="http://schemas.microsoft.com/office/drawing/2014/main" id="{57E17487-F1D8-0682-1490-200C912F6FCA}"/>
                </a:ext>
              </a:extLst>
            </p:cNvPr>
            <p:cNvSpPr txBox="1">
              <a:spLocks noChangeArrowheads="1"/>
            </p:cNvSpPr>
            <p:nvPr/>
          </p:nvSpPr>
          <p:spPr bwMode="auto">
            <a:xfrm>
              <a:off x="294" y="1841"/>
              <a:ext cx="5171" cy="3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假定</a:t>
              </a:r>
              <a:r>
                <a:rPr lang="en-US" altLang="zh-CN" sz="2400" b="1">
                  <a:solidFill>
                    <a:srgbClr val="DC5900"/>
                  </a:solidFill>
                  <a:latin typeface="宋体" panose="02010600030101010101" pitchFamily="2" charset="-122"/>
                </a:rPr>
                <a:t>I</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的状态集的一个</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  我们定义</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为：</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    </a:t>
              </a:r>
            </a:p>
          </p:txBody>
        </p:sp>
      </p:grpSp>
      <p:grpSp>
        <p:nvGrpSpPr>
          <p:cNvPr id="6" name="Group 12">
            <a:extLst>
              <a:ext uri="{FF2B5EF4-FFF2-40B4-BE49-F238E27FC236}">
                <a16:creationId xmlns:a16="http://schemas.microsoft.com/office/drawing/2014/main" id="{C0CE1736-F31B-A13F-4772-FBE851362C7C}"/>
              </a:ext>
            </a:extLst>
          </p:cNvPr>
          <p:cNvGrpSpPr>
            <a:grpSpLocks/>
          </p:cNvGrpSpPr>
          <p:nvPr/>
        </p:nvGrpSpPr>
        <p:grpSpPr bwMode="auto">
          <a:xfrm>
            <a:off x="3575050" y="2492375"/>
            <a:ext cx="5183188" cy="1028474"/>
            <a:chOff x="204" y="1797"/>
            <a:chExt cx="5307" cy="3779"/>
          </a:xfrm>
        </p:grpSpPr>
        <p:grpSp>
          <p:nvGrpSpPr>
            <p:cNvPr id="140305" name="Group 13">
              <a:extLst>
                <a:ext uri="{FF2B5EF4-FFF2-40B4-BE49-F238E27FC236}">
                  <a16:creationId xmlns:a16="http://schemas.microsoft.com/office/drawing/2014/main" id="{4BB44443-49B2-5E9D-005B-6454B97E7759}"/>
                </a:ext>
              </a:extLst>
            </p:cNvPr>
            <p:cNvGrpSpPr>
              <a:grpSpLocks/>
            </p:cNvGrpSpPr>
            <p:nvPr/>
          </p:nvGrpSpPr>
          <p:grpSpPr bwMode="auto">
            <a:xfrm>
              <a:off x="204" y="1797"/>
              <a:ext cx="5307" cy="2268"/>
              <a:chOff x="720" y="480"/>
              <a:chExt cx="4224" cy="1390"/>
            </a:xfrm>
          </p:grpSpPr>
          <p:graphicFrame>
            <p:nvGraphicFramePr>
              <p:cNvPr id="140307" name="Object 14">
                <a:extLst>
                  <a:ext uri="{FF2B5EF4-FFF2-40B4-BE49-F238E27FC236}">
                    <a16:creationId xmlns:a16="http://schemas.microsoft.com/office/drawing/2014/main" id="{6E58E19D-8F68-5D7F-7F32-2A7C75A00DF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8" imgW="7580952" imgH="2768254" progId="">
                      <p:embed/>
                    </p:oleObj>
                  </mc:Choice>
                  <mc:Fallback>
                    <p:oleObj name="Image" r:id="rId8" imgW="7580952" imgH="2768254" progId="">
                      <p:embed/>
                      <p:pic>
                        <p:nvPicPr>
                          <p:cNvPr id="140307" name="Object 14">
                            <a:extLst>
                              <a:ext uri="{FF2B5EF4-FFF2-40B4-BE49-F238E27FC236}">
                                <a16:creationId xmlns:a16="http://schemas.microsoft.com/office/drawing/2014/main" id="{6E58E19D-8F68-5D7F-7F32-2A7C75A00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8" name="Object 15">
                <a:extLst>
                  <a:ext uri="{FF2B5EF4-FFF2-40B4-BE49-F238E27FC236}">
                    <a16:creationId xmlns:a16="http://schemas.microsoft.com/office/drawing/2014/main" id="{18FDA4D8-9F95-C6E4-1404-A03C475DC90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9" imgW="114151" imgH="215619" progId="Equation.3">
                      <p:embed/>
                    </p:oleObj>
                  </mc:Choice>
                  <mc:Fallback>
                    <p:oleObj name="Microsoft 公式 3.0" r:id="rId9" imgW="114151" imgH="215619" progId="Equation.3">
                      <p:embed/>
                      <p:pic>
                        <p:nvPicPr>
                          <p:cNvPr id="140308" name="Object 15">
                            <a:extLst>
                              <a:ext uri="{FF2B5EF4-FFF2-40B4-BE49-F238E27FC236}">
                                <a16:creationId xmlns:a16="http://schemas.microsoft.com/office/drawing/2014/main" id="{18FDA4D8-9F95-C6E4-1404-A03C475DC9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0306" name="Text Box 16">
              <a:extLst>
                <a:ext uri="{FF2B5EF4-FFF2-40B4-BE49-F238E27FC236}">
                  <a16:creationId xmlns:a16="http://schemas.microsoft.com/office/drawing/2014/main" id="{D4DD5EFF-4ED6-ED56-29D8-07F7D2E0ABA0}"/>
                </a:ext>
              </a:extLst>
            </p:cNvPr>
            <p:cNvSpPr txBox="1">
              <a:spLocks noChangeArrowheads="1"/>
            </p:cNvSpPr>
            <p:nvPr/>
          </p:nvSpPr>
          <p:spPr bwMode="auto">
            <a:xfrm>
              <a:off x="295" y="1844"/>
              <a:ext cx="5170" cy="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1</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则</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 </a:t>
              </a:r>
              <a:r>
                <a:rPr lang="el-GR" altLang="zh-CN" sz="2000" b="1">
                  <a:solidFill>
                    <a:srgbClr val="003399"/>
                  </a:solidFill>
                </a:rPr>
                <a:t>ε</a:t>
              </a:r>
              <a:r>
                <a:rPr lang="en-US" altLang="zh-CN" sz="2000" b="1">
                  <a:solidFill>
                    <a:srgbClr val="003399"/>
                  </a:solidFill>
                </a:rPr>
                <a:t>_CLOSURE</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endParaRPr lang="zh-CN" altLang="en-US" sz="2400" b="1">
                <a:solidFill>
                  <a:srgbClr val="003399"/>
                </a:solidFill>
                <a:latin typeface="宋体" panose="02010600030101010101" pitchFamily="2" charset="-122"/>
              </a:endParaRPr>
            </a:p>
          </p:txBody>
        </p:sp>
      </p:grpSp>
      <p:grpSp>
        <p:nvGrpSpPr>
          <p:cNvPr id="8" name="Group 17">
            <a:extLst>
              <a:ext uri="{FF2B5EF4-FFF2-40B4-BE49-F238E27FC236}">
                <a16:creationId xmlns:a16="http://schemas.microsoft.com/office/drawing/2014/main" id="{D3BC4E77-CC86-FEDD-B8DA-E894D0A80485}"/>
              </a:ext>
            </a:extLst>
          </p:cNvPr>
          <p:cNvGrpSpPr>
            <a:grpSpLocks/>
          </p:cNvGrpSpPr>
          <p:nvPr/>
        </p:nvGrpSpPr>
        <p:grpSpPr bwMode="auto">
          <a:xfrm>
            <a:off x="3575050" y="3221038"/>
            <a:ext cx="6624638" cy="1008062"/>
            <a:chOff x="204" y="1797"/>
            <a:chExt cx="5307" cy="2268"/>
          </a:xfrm>
        </p:grpSpPr>
        <p:grpSp>
          <p:nvGrpSpPr>
            <p:cNvPr id="140301" name="Group 18">
              <a:extLst>
                <a:ext uri="{FF2B5EF4-FFF2-40B4-BE49-F238E27FC236}">
                  <a16:creationId xmlns:a16="http://schemas.microsoft.com/office/drawing/2014/main" id="{BFB956DB-6624-77FE-6DA7-AEEA0DD3204F}"/>
                </a:ext>
              </a:extLst>
            </p:cNvPr>
            <p:cNvGrpSpPr>
              <a:grpSpLocks/>
            </p:cNvGrpSpPr>
            <p:nvPr/>
          </p:nvGrpSpPr>
          <p:grpSpPr bwMode="auto">
            <a:xfrm>
              <a:off x="204" y="1797"/>
              <a:ext cx="5307" cy="2268"/>
              <a:chOff x="720" y="480"/>
              <a:chExt cx="4224" cy="1390"/>
            </a:xfrm>
          </p:grpSpPr>
          <p:graphicFrame>
            <p:nvGraphicFramePr>
              <p:cNvPr id="140303" name="Object 19">
                <a:extLst>
                  <a:ext uri="{FF2B5EF4-FFF2-40B4-BE49-F238E27FC236}">
                    <a16:creationId xmlns:a16="http://schemas.microsoft.com/office/drawing/2014/main" id="{DA78CCC8-235B-3BF2-6CAD-8B1CD622F5EC}"/>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0303" name="Object 19">
                            <a:extLst>
                              <a:ext uri="{FF2B5EF4-FFF2-40B4-BE49-F238E27FC236}">
                                <a16:creationId xmlns:a16="http://schemas.microsoft.com/office/drawing/2014/main" id="{DA78CCC8-235B-3BF2-6CAD-8B1CD622F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4" name="Object 20">
                <a:extLst>
                  <a:ext uri="{FF2B5EF4-FFF2-40B4-BE49-F238E27FC236}">
                    <a16:creationId xmlns:a16="http://schemas.microsoft.com/office/drawing/2014/main" id="{D4221E67-BD26-CAE3-AA86-D2086D50DE5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0304" name="Object 20">
                            <a:extLst>
                              <a:ext uri="{FF2B5EF4-FFF2-40B4-BE49-F238E27FC236}">
                                <a16:creationId xmlns:a16="http://schemas.microsoft.com/office/drawing/2014/main" id="{D4221E67-BD26-CAE3-AA86-D2086D50DE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0302" name="Text Box 21">
              <a:extLst>
                <a:ext uri="{FF2B5EF4-FFF2-40B4-BE49-F238E27FC236}">
                  <a16:creationId xmlns:a16="http://schemas.microsoft.com/office/drawing/2014/main" id="{098BEF22-C143-6CEE-FD83-B392581213D4}"/>
                </a:ext>
              </a:extLst>
            </p:cNvPr>
            <p:cNvSpPr txBox="1">
              <a:spLocks noChangeArrowheads="1"/>
            </p:cNvSpPr>
            <p:nvPr/>
          </p:nvSpPr>
          <p:spPr bwMode="auto">
            <a:xfrm>
              <a:off x="296" y="1840"/>
              <a:ext cx="5171" cy="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2</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s∈I</a:t>
              </a:r>
              <a:r>
                <a:rPr lang="zh-CN" altLang="en-US" sz="2400" b="1">
                  <a:solidFill>
                    <a:srgbClr val="003399"/>
                  </a:solidFill>
                  <a:latin typeface="宋体" panose="02010600030101010101" pitchFamily="2" charset="-122"/>
                </a:rPr>
                <a:t>，那么从</a:t>
              </a:r>
              <a:r>
                <a:rPr lang="en-US" altLang="zh-CN" sz="2400" b="1">
                  <a:solidFill>
                    <a:srgbClr val="003399"/>
                  </a:solidFill>
                  <a:latin typeface="宋体" panose="02010600030101010101" pitchFamily="2" charset="-122"/>
                </a:rPr>
                <a:t>s</a:t>
              </a:r>
              <a:r>
                <a:rPr lang="zh-CN" altLang="en-US" sz="2400" b="1">
                  <a:solidFill>
                    <a:srgbClr val="003399"/>
                  </a:solidFill>
                  <a:latin typeface="宋体" panose="02010600030101010101" pitchFamily="2" charset="-122"/>
                </a:rPr>
                <a:t>出发经过</a:t>
              </a:r>
              <a:r>
                <a:rPr lang="zh-CN" altLang="en-US" sz="2400" b="1">
                  <a:solidFill>
                    <a:srgbClr val="DC5900"/>
                  </a:solidFill>
                  <a:latin typeface="宋体" panose="02010600030101010101" pitchFamily="2" charset="-122"/>
                </a:rPr>
                <a:t>任意</a:t>
              </a:r>
              <a:r>
                <a:rPr lang="zh-CN" altLang="en-US" sz="2400" b="1">
                  <a:solidFill>
                    <a:srgbClr val="003399"/>
                  </a:solidFill>
                  <a:latin typeface="宋体" panose="02010600030101010101" pitchFamily="2" charset="-122"/>
                </a:rPr>
                <a:t>条</a:t>
              </a:r>
              <a:r>
                <a:rPr lang="el-GR" altLang="zh-CN" sz="2800" b="1">
                  <a:solidFill>
                    <a:srgbClr val="DC5900"/>
                  </a:solidFill>
                </a:rPr>
                <a:t>ε</a:t>
              </a:r>
              <a:r>
                <a:rPr lang="zh-CN" altLang="en-US" sz="2400" b="1">
                  <a:solidFill>
                    <a:srgbClr val="DC5900"/>
                  </a:solidFill>
                  <a:latin typeface="宋体" panose="02010600030101010101" pitchFamily="2" charset="-122"/>
                </a:rPr>
                <a:t>弧</a:t>
              </a:r>
              <a:r>
                <a:rPr lang="zh-CN" altLang="en-US" sz="2400" b="1">
                  <a:solidFill>
                    <a:srgbClr val="003399"/>
                  </a:solidFill>
                  <a:latin typeface="宋体" panose="02010600030101010101" pitchFamily="2" charset="-122"/>
                </a:rPr>
                <a:t>而能到达的</a:t>
              </a:r>
              <a:r>
                <a:rPr lang="zh-CN" altLang="en-US" sz="2400" b="1">
                  <a:solidFill>
                    <a:srgbClr val="DC5900"/>
                  </a:solidFill>
                  <a:latin typeface="宋体" panose="02010600030101010101" pitchFamily="2" charset="-122"/>
                </a:rPr>
                <a:t>任何状态</a:t>
              </a:r>
              <a:r>
                <a:rPr lang="en-US" altLang="zh-CN" sz="2400" b="1">
                  <a:solidFill>
                    <a:srgbClr val="DC5900"/>
                  </a:solidFill>
                  <a:latin typeface="宋体" panose="02010600030101010101" pitchFamily="2" charset="-122"/>
                </a:rPr>
                <a:t>s’</a:t>
              </a:r>
              <a:r>
                <a:rPr lang="zh-CN" altLang="en-US" sz="2400" b="1">
                  <a:solidFill>
                    <a:srgbClr val="003399"/>
                  </a:solidFill>
                  <a:latin typeface="宋体" panose="02010600030101010101" pitchFamily="2" charset="-122"/>
                </a:rPr>
                <a:t>都属于</a:t>
              </a:r>
              <a:r>
                <a:rPr lang="el-GR" altLang="zh-CN" sz="2000" b="1">
                  <a:solidFill>
                    <a:srgbClr val="DC5900"/>
                  </a:solidFill>
                  <a:latin typeface="宋体" panose="02010600030101010101" pitchFamily="2" charset="-122"/>
                </a:rPr>
                <a:t>ε</a:t>
              </a:r>
              <a:r>
                <a:rPr lang="en-US" altLang="zh-CN" sz="2000" b="1">
                  <a:solidFill>
                    <a:srgbClr val="DC5900"/>
                  </a:solidFill>
                  <a:latin typeface="宋体" panose="02010600030101010101" pitchFamily="2" charset="-122"/>
                </a:rPr>
                <a:t>_CLOSURE(I)</a:t>
              </a:r>
              <a:r>
                <a:rPr lang="zh-CN" altLang="en-US" sz="2000" b="1">
                  <a:solidFill>
                    <a:srgbClr val="DC5900"/>
                  </a:solidFill>
                  <a:latin typeface="宋体" panose="02010600030101010101" pitchFamily="2" charset="-122"/>
                </a:rPr>
                <a:t>。</a:t>
              </a:r>
            </a:p>
          </p:txBody>
        </p:sp>
      </p:grpSp>
      <p:grpSp>
        <p:nvGrpSpPr>
          <p:cNvPr id="10" name="Group 22">
            <a:extLst>
              <a:ext uri="{FF2B5EF4-FFF2-40B4-BE49-F238E27FC236}">
                <a16:creationId xmlns:a16="http://schemas.microsoft.com/office/drawing/2014/main" id="{76C3311E-B1AA-B4BB-41FE-30F73BBB17A6}"/>
              </a:ext>
            </a:extLst>
          </p:cNvPr>
          <p:cNvGrpSpPr>
            <a:grpSpLocks/>
          </p:cNvGrpSpPr>
          <p:nvPr/>
        </p:nvGrpSpPr>
        <p:grpSpPr bwMode="auto">
          <a:xfrm>
            <a:off x="1919289" y="4283076"/>
            <a:ext cx="5761037" cy="576263"/>
            <a:chOff x="204" y="1797"/>
            <a:chExt cx="5307" cy="2268"/>
          </a:xfrm>
        </p:grpSpPr>
        <p:grpSp>
          <p:nvGrpSpPr>
            <p:cNvPr id="140297" name="Group 23">
              <a:extLst>
                <a:ext uri="{FF2B5EF4-FFF2-40B4-BE49-F238E27FC236}">
                  <a16:creationId xmlns:a16="http://schemas.microsoft.com/office/drawing/2014/main" id="{A53EB1D3-2D8A-3BB7-3021-CE2D27E9D405}"/>
                </a:ext>
              </a:extLst>
            </p:cNvPr>
            <p:cNvGrpSpPr>
              <a:grpSpLocks/>
            </p:cNvGrpSpPr>
            <p:nvPr/>
          </p:nvGrpSpPr>
          <p:grpSpPr bwMode="auto">
            <a:xfrm>
              <a:off x="204" y="1797"/>
              <a:ext cx="5307" cy="2268"/>
              <a:chOff x="720" y="480"/>
              <a:chExt cx="4224" cy="1390"/>
            </a:xfrm>
          </p:grpSpPr>
          <p:graphicFrame>
            <p:nvGraphicFramePr>
              <p:cNvPr id="140299" name="Object 24">
                <a:extLst>
                  <a:ext uri="{FF2B5EF4-FFF2-40B4-BE49-F238E27FC236}">
                    <a16:creationId xmlns:a16="http://schemas.microsoft.com/office/drawing/2014/main" id="{01B4D153-F6A5-BDCA-BED7-4F71C239E85C}"/>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2" imgW="7580952" imgH="2768254" progId="">
                      <p:embed/>
                    </p:oleObj>
                  </mc:Choice>
                  <mc:Fallback>
                    <p:oleObj name="Image" r:id="rId12" imgW="7580952" imgH="2768254" progId="">
                      <p:embed/>
                      <p:pic>
                        <p:nvPicPr>
                          <p:cNvPr id="140299" name="Object 24">
                            <a:extLst>
                              <a:ext uri="{FF2B5EF4-FFF2-40B4-BE49-F238E27FC236}">
                                <a16:creationId xmlns:a16="http://schemas.microsoft.com/office/drawing/2014/main" id="{01B4D153-F6A5-BDCA-BED7-4F71C239E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0" name="Object 25">
                <a:extLst>
                  <a:ext uri="{FF2B5EF4-FFF2-40B4-BE49-F238E27FC236}">
                    <a16:creationId xmlns:a16="http://schemas.microsoft.com/office/drawing/2014/main" id="{155563BE-31B5-B455-C047-79182A20065A}"/>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3" imgW="114151" imgH="215619" progId="Equation.3">
                      <p:embed/>
                    </p:oleObj>
                  </mc:Choice>
                  <mc:Fallback>
                    <p:oleObj name="Microsoft 公式 3.0" r:id="rId13" imgW="114151" imgH="215619" progId="Equation.3">
                      <p:embed/>
                      <p:pic>
                        <p:nvPicPr>
                          <p:cNvPr id="140300" name="Object 25">
                            <a:extLst>
                              <a:ext uri="{FF2B5EF4-FFF2-40B4-BE49-F238E27FC236}">
                                <a16:creationId xmlns:a16="http://schemas.microsoft.com/office/drawing/2014/main" id="{155563BE-31B5-B455-C047-79182A2006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0298" name="Text Box 26">
              <a:extLst>
                <a:ext uri="{FF2B5EF4-FFF2-40B4-BE49-F238E27FC236}">
                  <a16:creationId xmlns:a16="http://schemas.microsoft.com/office/drawing/2014/main" id="{BE9448A2-C9F6-B1F5-F7B9-CDC583C29A5A}"/>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DC5900"/>
                  </a:solidFill>
                  <a:latin typeface="宋体" panose="02010600030101010101" pitchFamily="2" charset="-122"/>
                </a:rPr>
                <a:t>状态集</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称为</a:t>
              </a:r>
              <a:r>
                <a:rPr lang="en-US" altLang="zh-CN" sz="2400" b="1">
                  <a:solidFill>
                    <a:srgbClr val="003399"/>
                  </a:solidFill>
                  <a:latin typeface="宋体" panose="02010600030101010101" pitchFamily="2" charset="-122"/>
                </a:rPr>
                <a:t>I</a:t>
              </a:r>
              <a:r>
                <a:rPr lang="zh-CN" altLang="en-US" sz="2400" b="1">
                  <a:solidFill>
                    <a:srgbClr val="003399"/>
                  </a:solidFill>
                  <a:latin typeface="宋体" panose="02010600030101010101" pitchFamily="2" charset="-122"/>
                </a:rPr>
                <a:t>的</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a:t>
              </a:r>
              <a:r>
                <a:rPr lang="zh-CN" altLang="en-US" sz="2400" b="1">
                  <a:solidFill>
                    <a:srgbClr val="DC5900"/>
                  </a:solidFill>
                  <a:latin typeface="宋体" panose="02010600030101010101" pitchFamily="2" charset="-122"/>
                </a:rPr>
                <a:t>闭包</a:t>
              </a:r>
              <a:r>
                <a:rPr lang="zh-CN" altLang="en-US" sz="2400" b="1">
                  <a:solidFill>
                    <a:srgbClr val="003399"/>
                  </a:solidFill>
                  <a:latin typeface="宋体" panose="02010600030101010101" pitchFamily="2" charset="-122"/>
                </a:rPr>
                <a:t>。</a:t>
              </a:r>
            </a:p>
          </p:txBody>
        </p:sp>
      </p:grpSp>
      <p:sp>
        <p:nvSpPr>
          <p:cNvPr id="70683" name="WordArt 27">
            <a:extLst>
              <a:ext uri="{FF2B5EF4-FFF2-40B4-BE49-F238E27FC236}">
                <a16:creationId xmlns:a16="http://schemas.microsoft.com/office/drawing/2014/main" id="{42D05E45-47FA-6730-FF00-18085C23E6C7}"/>
              </a:ext>
            </a:extLst>
          </p:cNvPr>
          <p:cNvSpPr>
            <a:spLocks noChangeArrowheads="1" noChangeShapeType="1" noTextEdit="1"/>
          </p:cNvSpPr>
          <p:nvPr/>
        </p:nvSpPr>
        <p:spPr bwMode="auto">
          <a:xfrm>
            <a:off x="2063750" y="116632"/>
            <a:ext cx="409575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l-GR" sz="3600" b="1" kern="10">
                <a:ln w="9525">
                  <a:solidFill>
                    <a:srgbClr val="FF6600"/>
                  </a:solidFill>
                  <a:round/>
                  <a:headEnd/>
                  <a:tailEnd/>
                </a:ln>
                <a:solidFill>
                  <a:srgbClr val="FFFFFF"/>
                </a:solidFill>
                <a:ea typeface="宋体"/>
              </a:rPr>
              <a:t>ε_</a:t>
            </a:r>
            <a:r>
              <a:rPr lang="en-US" sz="3600" b="1" kern="10">
                <a:ln w="9525">
                  <a:solidFill>
                    <a:srgbClr val="FF6600"/>
                  </a:solidFill>
                  <a:round/>
                  <a:headEnd/>
                  <a:tailEnd/>
                </a:ln>
                <a:solidFill>
                  <a:srgbClr val="FFFFFF"/>
                </a:solidFill>
                <a:latin typeface="宋体"/>
                <a:ea typeface="宋体"/>
              </a:rPr>
              <a:t>CLOSURE(I)</a:t>
            </a:r>
            <a:r>
              <a:rPr lang="zh-CN" altLang="en-US" sz="3600" b="1" kern="10">
                <a:ln w="9525">
                  <a:solidFill>
                    <a:srgbClr val="FF6600"/>
                  </a:solidFill>
                  <a:round/>
                  <a:headEnd/>
                  <a:tailEnd/>
                </a:ln>
                <a:solidFill>
                  <a:srgbClr val="FFFFFF"/>
                </a:solidFill>
                <a:latin typeface="宋体"/>
                <a:ea typeface="宋体"/>
              </a:rPr>
              <a:t>的定义</a:t>
            </a:r>
            <a:endParaRPr lang="en-US" sz="3600" b="1" kern="10">
              <a:ln w="9525">
                <a:solidFill>
                  <a:srgbClr val="FF6600"/>
                </a:solidFill>
                <a:round/>
                <a:headEnd/>
                <a:tailEnd/>
              </a:ln>
              <a:solidFill>
                <a:srgbClr val="FFFFFF"/>
              </a:solidFill>
              <a:latin typeface="宋体"/>
              <a:ea typeface="宋体"/>
            </a:endParaRPr>
          </a:p>
        </p:txBody>
      </p:sp>
      <p:pic>
        <p:nvPicPr>
          <p:cNvPr id="5" name="图片 4">
            <a:extLst>
              <a:ext uri="{FF2B5EF4-FFF2-40B4-BE49-F238E27FC236}">
                <a16:creationId xmlns:a16="http://schemas.microsoft.com/office/drawing/2014/main" id="{0AFFA506-8CC2-9AA2-CBF5-83554FA1E80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39925" y="4797425"/>
            <a:ext cx="74691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70683"/>
                                        </p:tgtEl>
                                        <p:attrNameLst>
                                          <p:attrName>style.visibility</p:attrName>
                                        </p:attrNameLst>
                                      </p:cBhvr>
                                      <p:to>
                                        <p:strVal val="visible"/>
                                      </p:to>
                                    </p:set>
                                    <p:animEffect transition="in" filter="fade">
                                      <p:cBhvr>
                                        <p:cTn id="7" dur="2000"/>
                                        <p:tgtEl>
                                          <p:spTgt spid="70683"/>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par>
                          <p:cTn id="12" fill="hold" nodeType="afterGroup">
                            <p:stCondLst>
                              <p:cond delay="4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childTnLst>
                                </p:cTn>
                              </p:par>
                            </p:childTnLst>
                          </p:cTn>
                        </p:par>
                        <p:par>
                          <p:cTn id="16" fill="hold" nodeType="afterGroup">
                            <p:stCondLst>
                              <p:cond delay="60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0"/>
                                        <p:tgtEl>
                                          <p:spTgt spid="8"/>
                                        </p:tgtEl>
                                      </p:cBhvr>
                                    </p:animEffect>
                                  </p:childTnLst>
                                </p:cTn>
                              </p:par>
                            </p:childTnLst>
                          </p:cTn>
                        </p:par>
                        <p:par>
                          <p:cTn id="23" fill="hold" nodeType="afterGroup">
                            <p:stCondLst>
                              <p:cond delay="8000"/>
                            </p:stCondLst>
                            <p:childTnLst>
                              <p:par>
                                <p:cTn id="24" presetID="10"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14" name="Group 7">
            <a:extLst>
              <a:ext uri="{FF2B5EF4-FFF2-40B4-BE49-F238E27FC236}">
                <a16:creationId xmlns:a16="http://schemas.microsoft.com/office/drawing/2014/main" id="{78C2BEE6-A52C-FFA4-8B11-AD0B575014AE}"/>
              </a:ext>
            </a:extLst>
          </p:cNvPr>
          <p:cNvGrpSpPr>
            <a:grpSpLocks/>
          </p:cNvGrpSpPr>
          <p:nvPr/>
        </p:nvGrpSpPr>
        <p:grpSpPr bwMode="auto">
          <a:xfrm>
            <a:off x="1847851" y="44451"/>
            <a:ext cx="5400675" cy="1402415"/>
            <a:chOff x="204" y="1797"/>
            <a:chExt cx="5307" cy="3567"/>
          </a:xfrm>
        </p:grpSpPr>
        <p:grpSp>
          <p:nvGrpSpPr>
            <p:cNvPr id="141341" name="Group 8">
              <a:extLst>
                <a:ext uri="{FF2B5EF4-FFF2-40B4-BE49-F238E27FC236}">
                  <a16:creationId xmlns:a16="http://schemas.microsoft.com/office/drawing/2014/main" id="{7DC40A3E-6375-BA4F-20E1-8B6F9A6F91A3}"/>
                </a:ext>
              </a:extLst>
            </p:cNvPr>
            <p:cNvGrpSpPr>
              <a:grpSpLocks/>
            </p:cNvGrpSpPr>
            <p:nvPr/>
          </p:nvGrpSpPr>
          <p:grpSpPr bwMode="auto">
            <a:xfrm>
              <a:off x="204" y="1797"/>
              <a:ext cx="5307" cy="2268"/>
              <a:chOff x="720" y="480"/>
              <a:chExt cx="4224" cy="1390"/>
            </a:xfrm>
          </p:grpSpPr>
          <p:graphicFrame>
            <p:nvGraphicFramePr>
              <p:cNvPr id="141343" name="Object 9">
                <a:extLst>
                  <a:ext uri="{FF2B5EF4-FFF2-40B4-BE49-F238E27FC236}">
                    <a16:creationId xmlns:a16="http://schemas.microsoft.com/office/drawing/2014/main" id="{660DF5BD-DB63-9183-CF21-ADB35DED787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41343" name="Object 9">
                            <a:extLst>
                              <a:ext uri="{FF2B5EF4-FFF2-40B4-BE49-F238E27FC236}">
                                <a16:creationId xmlns:a16="http://schemas.microsoft.com/office/drawing/2014/main" id="{660DF5BD-DB63-9183-CF21-ADB35DED78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44" name="Object 10">
                <a:extLst>
                  <a:ext uri="{FF2B5EF4-FFF2-40B4-BE49-F238E27FC236}">
                    <a16:creationId xmlns:a16="http://schemas.microsoft.com/office/drawing/2014/main" id="{00CC217B-C22A-2F7B-92F5-6520AF29DD2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41344" name="Object 10">
                            <a:extLst>
                              <a:ext uri="{FF2B5EF4-FFF2-40B4-BE49-F238E27FC236}">
                                <a16:creationId xmlns:a16="http://schemas.microsoft.com/office/drawing/2014/main" id="{00CC217B-C22A-2F7B-92F5-6520AF29DD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42" name="Text Box 11">
              <a:extLst>
                <a:ext uri="{FF2B5EF4-FFF2-40B4-BE49-F238E27FC236}">
                  <a16:creationId xmlns:a16="http://schemas.microsoft.com/office/drawing/2014/main" id="{9F9815D8-784F-81F2-E85F-3BDF61A736A3}"/>
                </a:ext>
              </a:extLst>
            </p:cNvPr>
            <p:cNvSpPr txBox="1">
              <a:spLocks noChangeArrowheads="1"/>
            </p:cNvSpPr>
            <p:nvPr/>
          </p:nvSpPr>
          <p:spPr bwMode="auto">
            <a:xfrm>
              <a:off x="294" y="1841"/>
              <a:ext cx="5171" cy="3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假定</a:t>
              </a:r>
              <a:r>
                <a:rPr lang="en-US" altLang="zh-CN" sz="2400" b="1">
                  <a:solidFill>
                    <a:srgbClr val="DC5900"/>
                  </a:solidFill>
                  <a:latin typeface="宋体" panose="02010600030101010101" pitchFamily="2" charset="-122"/>
                </a:rPr>
                <a:t>I</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的状态集的一个</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  我们定义</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为：</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    </a:t>
              </a:r>
            </a:p>
          </p:txBody>
        </p:sp>
      </p:grpSp>
      <p:grpSp>
        <p:nvGrpSpPr>
          <p:cNvPr id="141315" name="Group 12">
            <a:extLst>
              <a:ext uri="{FF2B5EF4-FFF2-40B4-BE49-F238E27FC236}">
                <a16:creationId xmlns:a16="http://schemas.microsoft.com/office/drawing/2014/main" id="{01A0D015-D70E-A1BD-8371-BC99BCD3B431}"/>
              </a:ext>
            </a:extLst>
          </p:cNvPr>
          <p:cNvGrpSpPr>
            <a:grpSpLocks/>
          </p:cNvGrpSpPr>
          <p:nvPr/>
        </p:nvGrpSpPr>
        <p:grpSpPr bwMode="auto">
          <a:xfrm>
            <a:off x="3430589" y="981075"/>
            <a:ext cx="5183187" cy="1028474"/>
            <a:chOff x="204" y="1797"/>
            <a:chExt cx="5307" cy="3779"/>
          </a:xfrm>
        </p:grpSpPr>
        <p:grpSp>
          <p:nvGrpSpPr>
            <p:cNvPr id="141337" name="Group 13">
              <a:extLst>
                <a:ext uri="{FF2B5EF4-FFF2-40B4-BE49-F238E27FC236}">
                  <a16:creationId xmlns:a16="http://schemas.microsoft.com/office/drawing/2014/main" id="{E9D01CF1-B7F3-54FD-AA8F-21B6B6E2A403}"/>
                </a:ext>
              </a:extLst>
            </p:cNvPr>
            <p:cNvGrpSpPr>
              <a:grpSpLocks/>
            </p:cNvGrpSpPr>
            <p:nvPr/>
          </p:nvGrpSpPr>
          <p:grpSpPr bwMode="auto">
            <a:xfrm>
              <a:off x="204" y="1797"/>
              <a:ext cx="5307" cy="2268"/>
              <a:chOff x="720" y="480"/>
              <a:chExt cx="4224" cy="1390"/>
            </a:xfrm>
          </p:grpSpPr>
          <p:graphicFrame>
            <p:nvGraphicFramePr>
              <p:cNvPr id="141339" name="Object 14">
                <a:extLst>
                  <a:ext uri="{FF2B5EF4-FFF2-40B4-BE49-F238E27FC236}">
                    <a16:creationId xmlns:a16="http://schemas.microsoft.com/office/drawing/2014/main" id="{044B2CCD-94BD-9841-113C-0E2BD0A1C65C}"/>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6" imgW="7580952" imgH="2768254" progId="">
                      <p:embed/>
                    </p:oleObj>
                  </mc:Choice>
                  <mc:Fallback>
                    <p:oleObj name="Image" r:id="rId6" imgW="7580952" imgH="2768254" progId="">
                      <p:embed/>
                      <p:pic>
                        <p:nvPicPr>
                          <p:cNvPr id="141339" name="Object 14">
                            <a:extLst>
                              <a:ext uri="{FF2B5EF4-FFF2-40B4-BE49-F238E27FC236}">
                                <a16:creationId xmlns:a16="http://schemas.microsoft.com/office/drawing/2014/main" id="{044B2CCD-94BD-9841-113C-0E2BD0A1C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40" name="Object 15">
                <a:extLst>
                  <a:ext uri="{FF2B5EF4-FFF2-40B4-BE49-F238E27FC236}">
                    <a16:creationId xmlns:a16="http://schemas.microsoft.com/office/drawing/2014/main" id="{58D41343-3312-B0FA-F5BB-F534913A174E}"/>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7" imgW="114151" imgH="215619" progId="Equation.3">
                      <p:embed/>
                    </p:oleObj>
                  </mc:Choice>
                  <mc:Fallback>
                    <p:oleObj name="Microsoft 公式 3.0" r:id="rId7" imgW="114151" imgH="215619" progId="Equation.3">
                      <p:embed/>
                      <p:pic>
                        <p:nvPicPr>
                          <p:cNvPr id="141340" name="Object 15">
                            <a:extLst>
                              <a:ext uri="{FF2B5EF4-FFF2-40B4-BE49-F238E27FC236}">
                                <a16:creationId xmlns:a16="http://schemas.microsoft.com/office/drawing/2014/main" id="{58D41343-3312-B0FA-F5BB-F534913A17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38" name="Text Box 16">
              <a:extLst>
                <a:ext uri="{FF2B5EF4-FFF2-40B4-BE49-F238E27FC236}">
                  <a16:creationId xmlns:a16="http://schemas.microsoft.com/office/drawing/2014/main" id="{1EC02832-048E-47A1-19FE-8683EF50308D}"/>
                </a:ext>
              </a:extLst>
            </p:cNvPr>
            <p:cNvSpPr txBox="1">
              <a:spLocks noChangeArrowheads="1"/>
            </p:cNvSpPr>
            <p:nvPr/>
          </p:nvSpPr>
          <p:spPr bwMode="auto">
            <a:xfrm>
              <a:off x="295" y="1844"/>
              <a:ext cx="5170" cy="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1</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则</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 </a:t>
              </a:r>
              <a:r>
                <a:rPr lang="el-GR" altLang="zh-CN" sz="2000" b="1">
                  <a:solidFill>
                    <a:srgbClr val="003399"/>
                  </a:solidFill>
                </a:rPr>
                <a:t>ε</a:t>
              </a:r>
              <a:r>
                <a:rPr lang="en-US" altLang="zh-CN" sz="2000" b="1">
                  <a:solidFill>
                    <a:srgbClr val="003399"/>
                  </a:solidFill>
                </a:rPr>
                <a:t>_CLOSURE</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endParaRPr lang="zh-CN" altLang="en-US" sz="2400" b="1">
                <a:solidFill>
                  <a:srgbClr val="003399"/>
                </a:solidFill>
                <a:latin typeface="宋体" panose="02010600030101010101" pitchFamily="2" charset="-122"/>
              </a:endParaRPr>
            </a:p>
          </p:txBody>
        </p:sp>
      </p:grpSp>
      <p:grpSp>
        <p:nvGrpSpPr>
          <p:cNvPr id="141316" name="Group 17">
            <a:extLst>
              <a:ext uri="{FF2B5EF4-FFF2-40B4-BE49-F238E27FC236}">
                <a16:creationId xmlns:a16="http://schemas.microsoft.com/office/drawing/2014/main" id="{ED47D6D5-C572-6CEE-6976-B5EA043DE870}"/>
              </a:ext>
            </a:extLst>
          </p:cNvPr>
          <p:cNvGrpSpPr>
            <a:grpSpLocks/>
          </p:cNvGrpSpPr>
          <p:nvPr/>
        </p:nvGrpSpPr>
        <p:grpSpPr bwMode="auto">
          <a:xfrm>
            <a:off x="3430589" y="1709738"/>
            <a:ext cx="6624637" cy="1008062"/>
            <a:chOff x="204" y="1797"/>
            <a:chExt cx="5307" cy="2268"/>
          </a:xfrm>
        </p:grpSpPr>
        <p:grpSp>
          <p:nvGrpSpPr>
            <p:cNvPr id="141333" name="Group 18">
              <a:extLst>
                <a:ext uri="{FF2B5EF4-FFF2-40B4-BE49-F238E27FC236}">
                  <a16:creationId xmlns:a16="http://schemas.microsoft.com/office/drawing/2014/main" id="{E54DAF4F-DB17-133F-6816-0F90470256E1}"/>
                </a:ext>
              </a:extLst>
            </p:cNvPr>
            <p:cNvGrpSpPr>
              <a:grpSpLocks/>
            </p:cNvGrpSpPr>
            <p:nvPr/>
          </p:nvGrpSpPr>
          <p:grpSpPr bwMode="auto">
            <a:xfrm>
              <a:off x="204" y="1797"/>
              <a:ext cx="5307" cy="2268"/>
              <a:chOff x="720" y="480"/>
              <a:chExt cx="4224" cy="1390"/>
            </a:xfrm>
          </p:grpSpPr>
          <p:graphicFrame>
            <p:nvGraphicFramePr>
              <p:cNvPr id="141335" name="Object 19">
                <a:extLst>
                  <a:ext uri="{FF2B5EF4-FFF2-40B4-BE49-F238E27FC236}">
                    <a16:creationId xmlns:a16="http://schemas.microsoft.com/office/drawing/2014/main" id="{0664D084-10F3-FA5A-7089-EE44310B0E1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8" imgW="7580952" imgH="2768254" progId="">
                      <p:embed/>
                    </p:oleObj>
                  </mc:Choice>
                  <mc:Fallback>
                    <p:oleObj name="Image" r:id="rId8" imgW="7580952" imgH="2768254" progId="">
                      <p:embed/>
                      <p:pic>
                        <p:nvPicPr>
                          <p:cNvPr id="141335" name="Object 19">
                            <a:extLst>
                              <a:ext uri="{FF2B5EF4-FFF2-40B4-BE49-F238E27FC236}">
                                <a16:creationId xmlns:a16="http://schemas.microsoft.com/office/drawing/2014/main" id="{0664D084-10F3-FA5A-7089-EE44310B0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36" name="Object 20">
                <a:extLst>
                  <a:ext uri="{FF2B5EF4-FFF2-40B4-BE49-F238E27FC236}">
                    <a16:creationId xmlns:a16="http://schemas.microsoft.com/office/drawing/2014/main" id="{4425D6F1-C812-EEDF-C7A2-5296785A35AE}"/>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9" imgW="114151" imgH="215619" progId="Equation.3">
                      <p:embed/>
                    </p:oleObj>
                  </mc:Choice>
                  <mc:Fallback>
                    <p:oleObj name="Microsoft 公式 3.0" r:id="rId9" imgW="114151" imgH="215619" progId="Equation.3">
                      <p:embed/>
                      <p:pic>
                        <p:nvPicPr>
                          <p:cNvPr id="141336" name="Object 20">
                            <a:extLst>
                              <a:ext uri="{FF2B5EF4-FFF2-40B4-BE49-F238E27FC236}">
                                <a16:creationId xmlns:a16="http://schemas.microsoft.com/office/drawing/2014/main" id="{4425D6F1-C812-EEDF-C7A2-5296785A35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34" name="Text Box 21">
              <a:extLst>
                <a:ext uri="{FF2B5EF4-FFF2-40B4-BE49-F238E27FC236}">
                  <a16:creationId xmlns:a16="http://schemas.microsoft.com/office/drawing/2014/main" id="{D352F8E2-9C7E-0D23-A93E-D36897A0C9C0}"/>
                </a:ext>
              </a:extLst>
            </p:cNvPr>
            <p:cNvSpPr txBox="1">
              <a:spLocks noChangeArrowheads="1"/>
            </p:cNvSpPr>
            <p:nvPr/>
          </p:nvSpPr>
          <p:spPr bwMode="auto">
            <a:xfrm>
              <a:off x="296" y="1840"/>
              <a:ext cx="5171" cy="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2</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s∈I</a:t>
              </a:r>
              <a:r>
                <a:rPr lang="zh-CN" altLang="en-US" sz="2400" b="1">
                  <a:solidFill>
                    <a:srgbClr val="003399"/>
                  </a:solidFill>
                  <a:latin typeface="宋体" panose="02010600030101010101" pitchFamily="2" charset="-122"/>
                </a:rPr>
                <a:t>，那么从</a:t>
              </a:r>
              <a:r>
                <a:rPr lang="en-US" altLang="zh-CN" sz="2400" b="1">
                  <a:solidFill>
                    <a:srgbClr val="003399"/>
                  </a:solidFill>
                  <a:latin typeface="宋体" panose="02010600030101010101" pitchFamily="2" charset="-122"/>
                </a:rPr>
                <a:t>s</a:t>
              </a:r>
              <a:r>
                <a:rPr lang="zh-CN" altLang="en-US" sz="2400" b="1">
                  <a:solidFill>
                    <a:srgbClr val="003399"/>
                  </a:solidFill>
                  <a:latin typeface="宋体" panose="02010600030101010101" pitchFamily="2" charset="-122"/>
                </a:rPr>
                <a:t>出发经过</a:t>
              </a:r>
              <a:r>
                <a:rPr lang="zh-CN" altLang="en-US" sz="2400" b="1">
                  <a:solidFill>
                    <a:srgbClr val="DC5900"/>
                  </a:solidFill>
                  <a:latin typeface="宋体" panose="02010600030101010101" pitchFamily="2" charset="-122"/>
                </a:rPr>
                <a:t>任意</a:t>
              </a:r>
              <a:r>
                <a:rPr lang="zh-CN" altLang="en-US" sz="2400" b="1">
                  <a:solidFill>
                    <a:srgbClr val="003399"/>
                  </a:solidFill>
                  <a:latin typeface="宋体" panose="02010600030101010101" pitchFamily="2" charset="-122"/>
                </a:rPr>
                <a:t>条</a:t>
              </a:r>
              <a:r>
                <a:rPr lang="el-GR" altLang="zh-CN" sz="2800" b="1">
                  <a:solidFill>
                    <a:srgbClr val="DC5900"/>
                  </a:solidFill>
                </a:rPr>
                <a:t>ε</a:t>
              </a:r>
              <a:r>
                <a:rPr lang="zh-CN" altLang="en-US" sz="2400" b="1">
                  <a:solidFill>
                    <a:srgbClr val="DC5900"/>
                  </a:solidFill>
                  <a:latin typeface="宋体" panose="02010600030101010101" pitchFamily="2" charset="-122"/>
                </a:rPr>
                <a:t>弧</a:t>
              </a:r>
              <a:r>
                <a:rPr lang="zh-CN" altLang="en-US" sz="2400" b="1">
                  <a:solidFill>
                    <a:srgbClr val="003399"/>
                  </a:solidFill>
                  <a:latin typeface="宋体" panose="02010600030101010101" pitchFamily="2" charset="-122"/>
                </a:rPr>
                <a:t>而能到达的</a:t>
              </a:r>
              <a:r>
                <a:rPr lang="zh-CN" altLang="en-US" sz="2400" b="1">
                  <a:solidFill>
                    <a:srgbClr val="DC5900"/>
                  </a:solidFill>
                  <a:latin typeface="宋体" panose="02010600030101010101" pitchFamily="2" charset="-122"/>
                </a:rPr>
                <a:t>任何状态</a:t>
              </a:r>
              <a:r>
                <a:rPr lang="en-US" altLang="zh-CN" sz="2400" b="1">
                  <a:solidFill>
                    <a:srgbClr val="DC5900"/>
                  </a:solidFill>
                  <a:latin typeface="宋体" panose="02010600030101010101" pitchFamily="2" charset="-122"/>
                </a:rPr>
                <a:t>s’</a:t>
              </a:r>
              <a:r>
                <a:rPr lang="zh-CN" altLang="en-US" sz="2400" b="1">
                  <a:solidFill>
                    <a:srgbClr val="003399"/>
                  </a:solidFill>
                  <a:latin typeface="宋体" panose="02010600030101010101" pitchFamily="2" charset="-122"/>
                </a:rPr>
                <a:t>都属于</a:t>
              </a:r>
              <a:r>
                <a:rPr lang="el-GR" altLang="zh-CN" sz="2000" b="1">
                  <a:solidFill>
                    <a:srgbClr val="DC5900"/>
                  </a:solidFill>
                  <a:latin typeface="宋体" panose="02010600030101010101" pitchFamily="2" charset="-122"/>
                </a:rPr>
                <a:t>ε</a:t>
              </a:r>
              <a:r>
                <a:rPr lang="en-US" altLang="zh-CN" sz="2000" b="1">
                  <a:solidFill>
                    <a:srgbClr val="DC5900"/>
                  </a:solidFill>
                  <a:latin typeface="宋体" panose="02010600030101010101" pitchFamily="2" charset="-122"/>
                </a:rPr>
                <a:t>_CLOSURE(I)</a:t>
              </a:r>
              <a:r>
                <a:rPr lang="zh-CN" altLang="en-US" sz="2000" b="1">
                  <a:solidFill>
                    <a:srgbClr val="DC5900"/>
                  </a:solidFill>
                  <a:latin typeface="宋体" panose="02010600030101010101" pitchFamily="2" charset="-122"/>
                </a:rPr>
                <a:t>。</a:t>
              </a:r>
            </a:p>
          </p:txBody>
        </p:sp>
      </p:grpSp>
      <p:grpSp>
        <p:nvGrpSpPr>
          <p:cNvPr id="141317" name="Group 22">
            <a:extLst>
              <a:ext uri="{FF2B5EF4-FFF2-40B4-BE49-F238E27FC236}">
                <a16:creationId xmlns:a16="http://schemas.microsoft.com/office/drawing/2014/main" id="{3E88D845-4772-9480-E6D5-C552DFEBE921}"/>
              </a:ext>
            </a:extLst>
          </p:cNvPr>
          <p:cNvGrpSpPr>
            <a:grpSpLocks/>
          </p:cNvGrpSpPr>
          <p:nvPr/>
        </p:nvGrpSpPr>
        <p:grpSpPr bwMode="auto">
          <a:xfrm>
            <a:off x="1774825" y="2771776"/>
            <a:ext cx="5761038" cy="576263"/>
            <a:chOff x="204" y="1797"/>
            <a:chExt cx="5307" cy="2268"/>
          </a:xfrm>
        </p:grpSpPr>
        <p:grpSp>
          <p:nvGrpSpPr>
            <p:cNvPr id="141329" name="Group 23">
              <a:extLst>
                <a:ext uri="{FF2B5EF4-FFF2-40B4-BE49-F238E27FC236}">
                  <a16:creationId xmlns:a16="http://schemas.microsoft.com/office/drawing/2014/main" id="{607431DB-BE31-B915-83E6-22C853F1D0A6}"/>
                </a:ext>
              </a:extLst>
            </p:cNvPr>
            <p:cNvGrpSpPr>
              <a:grpSpLocks/>
            </p:cNvGrpSpPr>
            <p:nvPr/>
          </p:nvGrpSpPr>
          <p:grpSpPr bwMode="auto">
            <a:xfrm>
              <a:off x="204" y="1797"/>
              <a:ext cx="5307" cy="2268"/>
              <a:chOff x="720" y="480"/>
              <a:chExt cx="4224" cy="1390"/>
            </a:xfrm>
          </p:grpSpPr>
          <p:graphicFrame>
            <p:nvGraphicFramePr>
              <p:cNvPr id="141331" name="Object 24">
                <a:extLst>
                  <a:ext uri="{FF2B5EF4-FFF2-40B4-BE49-F238E27FC236}">
                    <a16:creationId xmlns:a16="http://schemas.microsoft.com/office/drawing/2014/main" id="{238FDF42-4E0B-8488-DAA0-CD08C80C4BAD}"/>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1331" name="Object 24">
                            <a:extLst>
                              <a:ext uri="{FF2B5EF4-FFF2-40B4-BE49-F238E27FC236}">
                                <a16:creationId xmlns:a16="http://schemas.microsoft.com/office/drawing/2014/main" id="{238FDF42-4E0B-8488-DAA0-CD08C80C4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32" name="Object 25">
                <a:extLst>
                  <a:ext uri="{FF2B5EF4-FFF2-40B4-BE49-F238E27FC236}">
                    <a16:creationId xmlns:a16="http://schemas.microsoft.com/office/drawing/2014/main" id="{42DCC2FC-10C2-9B0F-0782-AACFE3275C3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1332" name="Object 25">
                            <a:extLst>
                              <a:ext uri="{FF2B5EF4-FFF2-40B4-BE49-F238E27FC236}">
                                <a16:creationId xmlns:a16="http://schemas.microsoft.com/office/drawing/2014/main" id="{42DCC2FC-10C2-9B0F-0782-AACFE3275C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30" name="Text Box 26">
              <a:extLst>
                <a:ext uri="{FF2B5EF4-FFF2-40B4-BE49-F238E27FC236}">
                  <a16:creationId xmlns:a16="http://schemas.microsoft.com/office/drawing/2014/main" id="{B7B57EFD-EB2D-5D0D-41FB-007FCE69C57E}"/>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DC5900"/>
                  </a:solidFill>
                  <a:latin typeface="宋体" panose="02010600030101010101" pitchFamily="2" charset="-122"/>
                </a:rPr>
                <a:t>状态集</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称为</a:t>
              </a:r>
              <a:r>
                <a:rPr lang="en-US" altLang="zh-CN" sz="2400" b="1">
                  <a:solidFill>
                    <a:srgbClr val="003399"/>
                  </a:solidFill>
                  <a:latin typeface="宋体" panose="02010600030101010101" pitchFamily="2" charset="-122"/>
                </a:rPr>
                <a:t>I</a:t>
              </a:r>
              <a:r>
                <a:rPr lang="zh-CN" altLang="en-US" sz="2400" b="1">
                  <a:solidFill>
                    <a:srgbClr val="003399"/>
                  </a:solidFill>
                  <a:latin typeface="宋体" panose="02010600030101010101" pitchFamily="2" charset="-122"/>
                </a:rPr>
                <a:t>的</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a:t>
              </a:r>
              <a:r>
                <a:rPr lang="zh-CN" altLang="en-US" sz="2400" b="1">
                  <a:solidFill>
                    <a:srgbClr val="DC5900"/>
                  </a:solidFill>
                  <a:latin typeface="宋体" panose="02010600030101010101" pitchFamily="2" charset="-122"/>
                </a:rPr>
                <a:t>闭包</a:t>
              </a:r>
              <a:r>
                <a:rPr lang="zh-CN" altLang="en-US" sz="2400" b="1">
                  <a:solidFill>
                    <a:srgbClr val="003399"/>
                  </a:solidFill>
                  <a:latin typeface="宋体" panose="02010600030101010101" pitchFamily="2" charset="-122"/>
                </a:rPr>
                <a:t>。</a:t>
              </a:r>
            </a:p>
          </p:txBody>
        </p:sp>
      </p:grpSp>
      <p:pic>
        <p:nvPicPr>
          <p:cNvPr id="141318" name="图片 22">
            <a:extLst>
              <a:ext uri="{FF2B5EF4-FFF2-40B4-BE49-F238E27FC236}">
                <a16:creationId xmlns:a16="http://schemas.microsoft.com/office/drawing/2014/main" id="{8670F454-BC88-403C-A6AA-76DF097870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5463" y="3284539"/>
            <a:ext cx="7467600"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22">
            <a:extLst>
              <a:ext uri="{FF2B5EF4-FFF2-40B4-BE49-F238E27FC236}">
                <a16:creationId xmlns:a16="http://schemas.microsoft.com/office/drawing/2014/main" id="{663E18C1-5E49-4771-B1D2-3B81F5BF981B}"/>
              </a:ext>
            </a:extLst>
          </p:cNvPr>
          <p:cNvGrpSpPr>
            <a:grpSpLocks/>
          </p:cNvGrpSpPr>
          <p:nvPr/>
        </p:nvGrpSpPr>
        <p:grpSpPr bwMode="auto">
          <a:xfrm>
            <a:off x="1719264" y="5346701"/>
            <a:ext cx="5761037" cy="576263"/>
            <a:chOff x="204" y="1797"/>
            <a:chExt cx="5307" cy="2268"/>
          </a:xfrm>
        </p:grpSpPr>
        <p:grpSp>
          <p:nvGrpSpPr>
            <p:cNvPr id="141325" name="Group 23">
              <a:extLst>
                <a:ext uri="{FF2B5EF4-FFF2-40B4-BE49-F238E27FC236}">
                  <a16:creationId xmlns:a16="http://schemas.microsoft.com/office/drawing/2014/main" id="{F8AA1436-B4EA-BCC7-D842-9FF65D1501C6}"/>
                </a:ext>
              </a:extLst>
            </p:cNvPr>
            <p:cNvGrpSpPr>
              <a:grpSpLocks/>
            </p:cNvGrpSpPr>
            <p:nvPr/>
          </p:nvGrpSpPr>
          <p:grpSpPr bwMode="auto">
            <a:xfrm>
              <a:off x="204" y="1797"/>
              <a:ext cx="5307" cy="2268"/>
              <a:chOff x="720" y="480"/>
              <a:chExt cx="4224" cy="1390"/>
            </a:xfrm>
          </p:grpSpPr>
          <p:graphicFrame>
            <p:nvGraphicFramePr>
              <p:cNvPr id="141327" name="Object 24">
                <a:extLst>
                  <a:ext uri="{FF2B5EF4-FFF2-40B4-BE49-F238E27FC236}">
                    <a16:creationId xmlns:a16="http://schemas.microsoft.com/office/drawing/2014/main" id="{3A745A0E-AAE3-C531-3BF2-B043920F290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1327" name="Object 24">
                            <a:extLst>
                              <a:ext uri="{FF2B5EF4-FFF2-40B4-BE49-F238E27FC236}">
                                <a16:creationId xmlns:a16="http://schemas.microsoft.com/office/drawing/2014/main" id="{3A745A0E-AAE3-C531-3BF2-B043920F2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28" name="Object 25">
                <a:extLst>
                  <a:ext uri="{FF2B5EF4-FFF2-40B4-BE49-F238E27FC236}">
                    <a16:creationId xmlns:a16="http://schemas.microsoft.com/office/drawing/2014/main" id="{32050C80-CC1F-30F8-DF66-607194E3EC5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1328" name="Object 25">
                            <a:extLst>
                              <a:ext uri="{FF2B5EF4-FFF2-40B4-BE49-F238E27FC236}">
                                <a16:creationId xmlns:a16="http://schemas.microsoft.com/office/drawing/2014/main" id="{32050C80-CC1F-30F8-DF66-607194E3EC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26" name="Text Box 26">
              <a:extLst>
                <a:ext uri="{FF2B5EF4-FFF2-40B4-BE49-F238E27FC236}">
                  <a16:creationId xmlns:a16="http://schemas.microsoft.com/office/drawing/2014/main" id="{664162C0-6A19-599E-FBC9-1AAC6907C61D}"/>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I={x}  </a:t>
              </a:r>
              <a:r>
                <a:rPr lang="zh-CN" altLang="en-US" sz="2400" b="1">
                  <a:solidFill>
                    <a:srgbClr val="000808"/>
                  </a:solidFill>
                  <a:latin typeface="宋体" panose="02010600030101010101" pitchFamily="2" charset="-122"/>
                </a:rPr>
                <a:t>则</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_CLOSURE(I)={x,5,1}</a:t>
              </a:r>
              <a:endParaRPr lang="zh-CN" altLang="en-US" sz="2400" b="1">
                <a:solidFill>
                  <a:srgbClr val="000808"/>
                </a:solidFill>
                <a:latin typeface="宋体" panose="02010600030101010101" pitchFamily="2" charset="-122"/>
              </a:endParaRPr>
            </a:p>
          </p:txBody>
        </p:sp>
      </p:grpSp>
      <p:grpSp>
        <p:nvGrpSpPr>
          <p:cNvPr id="29" name="Group 22">
            <a:extLst>
              <a:ext uri="{FF2B5EF4-FFF2-40B4-BE49-F238E27FC236}">
                <a16:creationId xmlns:a16="http://schemas.microsoft.com/office/drawing/2014/main" id="{70ED31F8-3B07-F15A-F4E0-2FA771868724}"/>
              </a:ext>
            </a:extLst>
          </p:cNvPr>
          <p:cNvGrpSpPr>
            <a:grpSpLocks/>
          </p:cNvGrpSpPr>
          <p:nvPr/>
        </p:nvGrpSpPr>
        <p:grpSpPr bwMode="auto">
          <a:xfrm>
            <a:off x="1697038" y="6138863"/>
            <a:ext cx="6559550" cy="576262"/>
            <a:chOff x="204" y="1797"/>
            <a:chExt cx="6042" cy="2268"/>
          </a:xfrm>
        </p:grpSpPr>
        <p:grpSp>
          <p:nvGrpSpPr>
            <p:cNvPr id="141321" name="Group 23">
              <a:extLst>
                <a:ext uri="{FF2B5EF4-FFF2-40B4-BE49-F238E27FC236}">
                  <a16:creationId xmlns:a16="http://schemas.microsoft.com/office/drawing/2014/main" id="{24E034EB-72CD-C934-F293-E1E0A8979242}"/>
                </a:ext>
              </a:extLst>
            </p:cNvPr>
            <p:cNvGrpSpPr>
              <a:grpSpLocks/>
            </p:cNvGrpSpPr>
            <p:nvPr/>
          </p:nvGrpSpPr>
          <p:grpSpPr bwMode="auto">
            <a:xfrm>
              <a:off x="204" y="1797"/>
              <a:ext cx="6042" cy="2268"/>
              <a:chOff x="720" y="480"/>
              <a:chExt cx="4809" cy="1390"/>
            </a:xfrm>
          </p:grpSpPr>
          <p:graphicFrame>
            <p:nvGraphicFramePr>
              <p:cNvPr id="141323" name="Object 24">
                <a:extLst>
                  <a:ext uri="{FF2B5EF4-FFF2-40B4-BE49-F238E27FC236}">
                    <a16:creationId xmlns:a16="http://schemas.microsoft.com/office/drawing/2014/main" id="{F4C473A3-BC14-ECF6-8684-3EFED262D99B}"/>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1323" name="Object 24">
                            <a:extLst>
                              <a:ext uri="{FF2B5EF4-FFF2-40B4-BE49-F238E27FC236}">
                                <a16:creationId xmlns:a16="http://schemas.microsoft.com/office/drawing/2014/main" id="{F4C473A3-BC14-ECF6-8684-3EFED262D9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24" name="Object 25">
                <a:extLst>
                  <a:ext uri="{FF2B5EF4-FFF2-40B4-BE49-F238E27FC236}">
                    <a16:creationId xmlns:a16="http://schemas.microsoft.com/office/drawing/2014/main" id="{95CE0168-CDCA-E5C5-5D5B-214F86DCB27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1324" name="Object 25">
                            <a:extLst>
                              <a:ext uri="{FF2B5EF4-FFF2-40B4-BE49-F238E27FC236}">
                                <a16:creationId xmlns:a16="http://schemas.microsoft.com/office/drawing/2014/main" id="{95CE0168-CDCA-E5C5-5D5B-214F86DCB2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1322" name="Text Box 26">
              <a:extLst>
                <a:ext uri="{FF2B5EF4-FFF2-40B4-BE49-F238E27FC236}">
                  <a16:creationId xmlns:a16="http://schemas.microsoft.com/office/drawing/2014/main" id="{FEB5A031-9DCA-FC56-E343-D525C1AFFBB9}"/>
                </a:ext>
              </a:extLst>
            </p:cNvPr>
            <p:cNvSpPr txBox="1">
              <a:spLocks noChangeArrowheads="1"/>
            </p:cNvSpPr>
            <p:nvPr/>
          </p:nvSpPr>
          <p:spPr bwMode="auto">
            <a:xfrm>
              <a:off x="295" y="1841"/>
              <a:ext cx="5819"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I={x,2}  </a:t>
              </a:r>
              <a:r>
                <a:rPr lang="zh-CN" altLang="en-US" sz="2400" b="1">
                  <a:solidFill>
                    <a:srgbClr val="000808"/>
                  </a:solidFill>
                  <a:latin typeface="宋体" panose="02010600030101010101" pitchFamily="2" charset="-122"/>
                </a:rPr>
                <a:t>则</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_CLOSURE(I)={x,2,5,1,6,y}</a:t>
              </a:r>
              <a:endParaRPr lang="zh-CN" altLang="en-US" sz="2400" b="1">
                <a:solidFill>
                  <a:srgbClr val="000808"/>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2338" name="Group 7">
            <a:extLst>
              <a:ext uri="{FF2B5EF4-FFF2-40B4-BE49-F238E27FC236}">
                <a16:creationId xmlns:a16="http://schemas.microsoft.com/office/drawing/2014/main" id="{19E1C8E9-C756-E1BC-666C-33FFF827AD97}"/>
              </a:ext>
            </a:extLst>
          </p:cNvPr>
          <p:cNvGrpSpPr>
            <a:grpSpLocks/>
          </p:cNvGrpSpPr>
          <p:nvPr/>
        </p:nvGrpSpPr>
        <p:grpSpPr bwMode="auto">
          <a:xfrm>
            <a:off x="1847851" y="44451"/>
            <a:ext cx="5400675" cy="1402415"/>
            <a:chOff x="204" y="1797"/>
            <a:chExt cx="5307" cy="3567"/>
          </a:xfrm>
        </p:grpSpPr>
        <p:grpSp>
          <p:nvGrpSpPr>
            <p:cNvPr id="142365" name="Group 8">
              <a:extLst>
                <a:ext uri="{FF2B5EF4-FFF2-40B4-BE49-F238E27FC236}">
                  <a16:creationId xmlns:a16="http://schemas.microsoft.com/office/drawing/2014/main" id="{68BC99EC-ADE2-22F5-9D45-8EA6B6FD7475}"/>
                </a:ext>
              </a:extLst>
            </p:cNvPr>
            <p:cNvGrpSpPr>
              <a:grpSpLocks/>
            </p:cNvGrpSpPr>
            <p:nvPr/>
          </p:nvGrpSpPr>
          <p:grpSpPr bwMode="auto">
            <a:xfrm>
              <a:off x="204" y="1797"/>
              <a:ext cx="5307" cy="2268"/>
              <a:chOff x="720" y="480"/>
              <a:chExt cx="4224" cy="1390"/>
            </a:xfrm>
          </p:grpSpPr>
          <p:graphicFrame>
            <p:nvGraphicFramePr>
              <p:cNvPr id="142367" name="Object 9">
                <a:extLst>
                  <a:ext uri="{FF2B5EF4-FFF2-40B4-BE49-F238E27FC236}">
                    <a16:creationId xmlns:a16="http://schemas.microsoft.com/office/drawing/2014/main" id="{42E70E35-019C-FC89-03F1-B7F5251C6A86}"/>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42367" name="Object 9">
                            <a:extLst>
                              <a:ext uri="{FF2B5EF4-FFF2-40B4-BE49-F238E27FC236}">
                                <a16:creationId xmlns:a16="http://schemas.microsoft.com/office/drawing/2014/main" id="{42E70E35-019C-FC89-03F1-B7F5251C6A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68" name="Object 10">
                <a:extLst>
                  <a:ext uri="{FF2B5EF4-FFF2-40B4-BE49-F238E27FC236}">
                    <a16:creationId xmlns:a16="http://schemas.microsoft.com/office/drawing/2014/main" id="{A8EED577-34F0-2CA5-2817-21EE0C4589D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42368" name="Object 10">
                            <a:extLst>
                              <a:ext uri="{FF2B5EF4-FFF2-40B4-BE49-F238E27FC236}">
                                <a16:creationId xmlns:a16="http://schemas.microsoft.com/office/drawing/2014/main" id="{A8EED577-34F0-2CA5-2817-21EE0C4589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66" name="Text Box 11">
              <a:extLst>
                <a:ext uri="{FF2B5EF4-FFF2-40B4-BE49-F238E27FC236}">
                  <a16:creationId xmlns:a16="http://schemas.microsoft.com/office/drawing/2014/main" id="{D0F458A7-DD72-A557-7A5E-CF2A46D54929}"/>
                </a:ext>
              </a:extLst>
            </p:cNvPr>
            <p:cNvSpPr txBox="1">
              <a:spLocks noChangeArrowheads="1"/>
            </p:cNvSpPr>
            <p:nvPr/>
          </p:nvSpPr>
          <p:spPr bwMode="auto">
            <a:xfrm>
              <a:off x="294" y="1841"/>
              <a:ext cx="5171" cy="3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假定</a:t>
              </a:r>
              <a:r>
                <a:rPr lang="en-US" altLang="zh-CN" sz="2400" b="1">
                  <a:solidFill>
                    <a:srgbClr val="DC5900"/>
                  </a:solidFill>
                  <a:latin typeface="宋体" panose="02010600030101010101" pitchFamily="2" charset="-122"/>
                </a:rPr>
                <a:t>I</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的状态集的一个</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  我们定义</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为：</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    </a:t>
              </a:r>
            </a:p>
          </p:txBody>
        </p:sp>
      </p:grpSp>
      <p:grpSp>
        <p:nvGrpSpPr>
          <p:cNvPr id="142339" name="Group 12">
            <a:extLst>
              <a:ext uri="{FF2B5EF4-FFF2-40B4-BE49-F238E27FC236}">
                <a16:creationId xmlns:a16="http://schemas.microsoft.com/office/drawing/2014/main" id="{EB1B69FA-34B7-9F84-7200-95C9BCF1E748}"/>
              </a:ext>
            </a:extLst>
          </p:cNvPr>
          <p:cNvGrpSpPr>
            <a:grpSpLocks/>
          </p:cNvGrpSpPr>
          <p:nvPr/>
        </p:nvGrpSpPr>
        <p:grpSpPr bwMode="auto">
          <a:xfrm>
            <a:off x="3430589" y="981075"/>
            <a:ext cx="5183187" cy="1028474"/>
            <a:chOff x="204" y="1797"/>
            <a:chExt cx="5307" cy="3779"/>
          </a:xfrm>
        </p:grpSpPr>
        <p:grpSp>
          <p:nvGrpSpPr>
            <p:cNvPr id="142361" name="Group 13">
              <a:extLst>
                <a:ext uri="{FF2B5EF4-FFF2-40B4-BE49-F238E27FC236}">
                  <a16:creationId xmlns:a16="http://schemas.microsoft.com/office/drawing/2014/main" id="{8D5EBF1B-770D-BC0D-495F-A39410965D80}"/>
                </a:ext>
              </a:extLst>
            </p:cNvPr>
            <p:cNvGrpSpPr>
              <a:grpSpLocks/>
            </p:cNvGrpSpPr>
            <p:nvPr/>
          </p:nvGrpSpPr>
          <p:grpSpPr bwMode="auto">
            <a:xfrm>
              <a:off x="204" y="1797"/>
              <a:ext cx="5307" cy="2268"/>
              <a:chOff x="720" y="480"/>
              <a:chExt cx="4224" cy="1390"/>
            </a:xfrm>
          </p:grpSpPr>
          <p:graphicFrame>
            <p:nvGraphicFramePr>
              <p:cNvPr id="142363" name="Object 14">
                <a:extLst>
                  <a:ext uri="{FF2B5EF4-FFF2-40B4-BE49-F238E27FC236}">
                    <a16:creationId xmlns:a16="http://schemas.microsoft.com/office/drawing/2014/main" id="{DF9C3C7B-0824-8BDF-C822-A108CCDB1504}"/>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6" imgW="7580952" imgH="2768254" progId="">
                      <p:embed/>
                    </p:oleObj>
                  </mc:Choice>
                  <mc:Fallback>
                    <p:oleObj name="Image" r:id="rId6" imgW="7580952" imgH="2768254" progId="">
                      <p:embed/>
                      <p:pic>
                        <p:nvPicPr>
                          <p:cNvPr id="142363" name="Object 14">
                            <a:extLst>
                              <a:ext uri="{FF2B5EF4-FFF2-40B4-BE49-F238E27FC236}">
                                <a16:creationId xmlns:a16="http://schemas.microsoft.com/office/drawing/2014/main" id="{DF9C3C7B-0824-8BDF-C822-A108CCDB1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64" name="Object 15">
                <a:extLst>
                  <a:ext uri="{FF2B5EF4-FFF2-40B4-BE49-F238E27FC236}">
                    <a16:creationId xmlns:a16="http://schemas.microsoft.com/office/drawing/2014/main" id="{61775F76-200F-CDFF-DF2C-8FE3158C28F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7" imgW="114151" imgH="215619" progId="Equation.3">
                      <p:embed/>
                    </p:oleObj>
                  </mc:Choice>
                  <mc:Fallback>
                    <p:oleObj name="Microsoft 公式 3.0" r:id="rId7" imgW="114151" imgH="215619" progId="Equation.3">
                      <p:embed/>
                      <p:pic>
                        <p:nvPicPr>
                          <p:cNvPr id="142364" name="Object 15">
                            <a:extLst>
                              <a:ext uri="{FF2B5EF4-FFF2-40B4-BE49-F238E27FC236}">
                                <a16:creationId xmlns:a16="http://schemas.microsoft.com/office/drawing/2014/main" id="{61775F76-200F-CDFF-DF2C-8FE3158C28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62" name="Text Box 16">
              <a:extLst>
                <a:ext uri="{FF2B5EF4-FFF2-40B4-BE49-F238E27FC236}">
                  <a16:creationId xmlns:a16="http://schemas.microsoft.com/office/drawing/2014/main" id="{40B03275-16CE-246E-D72D-F12610849C18}"/>
                </a:ext>
              </a:extLst>
            </p:cNvPr>
            <p:cNvSpPr txBox="1">
              <a:spLocks noChangeArrowheads="1"/>
            </p:cNvSpPr>
            <p:nvPr/>
          </p:nvSpPr>
          <p:spPr bwMode="auto">
            <a:xfrm>
              <a:off x="295" y="1844"/>
              <a:ext cx="5170" cy="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1</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则</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 </a:t>
              </a:r>
              <a:r>
                <a:rPr lang="el-GR" altLang="zh-CN" sz="2000" b="1">
                  <a:solidFill>
                    <a:srgbClr val="003399"/>
                  </a:solidFill>
                </a:rPr>
                <a:t>ε</a:t>
              </a:r>
              <a:r>
                <a:rPr lang="en-US" altLang="zh-CN" sz="2000" b="1">
                  <a:solidFill>
                    <a:srgbClr val="003399"/>
                  </a:solidFill>
                </a:rPr>
                <a:t>_CLOSURE</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endParaRPr lang="zh-CN" altLang="en-US" sz="2400" b="1">
                <a:solidFill>
                  <a:srgbClr val="003399"/>
                </a:solidFill>
                <a:latin typeface="宋体" panose="02010600030101010101" pitchFamily="2" charset="-122"/>
              </a:endParaRPr>
            </a:p>
          </p:txBody>
        </p:sp>
      </p:grpSp>
      <p:grpSp>
        <p:nvGrpSpPr>
          <p:cNvPr id="142340" name="Group 17">
            <a:extLst>
              <a:ext uri="{FF2B5EF4-FFF2-40B4-BE49-F238E27FC236}">
                <a16:creationId xmlns:a16="http://schemas.microsoft.com/office/drawing/2014/main" id="{A95BF658-F3A6-6474-F2B0-653F0109B2E2}"/>
              </a:ext>
            </a:extLst>
          </p:cNvPr>
          <p:cNvGrpSpPr>
            <a:grpSpLocks/>
          </p:cNvGrpSpPr>
          <p:nvPr/>
        </p:nvGrpSpPr>
        <p:grpSpPr bwMode="auto">
          <a:xfrm>
            <a:off x="3430589" y="1709738"/>
            <a:ext cx="6624637" cy="1008062"/>
            <a:chOff x="204" y="1797"/>
            <a:chExt cx="5307" cy="2268"/>
          </a:xfrm>
        </p:grpSpPr>
        <p:grpSp>
          <p:nvGrpSpPr>
            <p:cNvPr id="142357" name="Group 18">
              <a:extLst>
                <a:ext uri="{FF2B5EF4-FFF2-40B4-BE49-F238E27FC236}">
                  <a16:creationId xmlns:a16="http://schemas.microsoft.com/office/drawing/2014/main" id="{B756FE66-E37E-D3C8-C8CE-1DBA47FF5450}"/>
                </a:ext>
              </a:extLst>
            </p:cNvPr>
            <p:cNvGrpSpPr>
              <a:grpSpLocks/>
            </p:cNvGrpSpPr>
            <p:nvPr/>
          </p:nvGrpSpPr>
          <p:grpSpPr bwMode="auto">
            <a:xfrm>
              <a:off x="204" y="1797"/>
              <a:ext cx="5307" cy="2268"/>
              <a:chOff x="720" y="480"/>
              <a:chExt cx="4224" cy="1390"/>
            </a:xfrm>
          </p:grpSpPr>
          <p:graphicFrame>
            <p:nvGraphicFramePr>
              <p:cNvPr id="142359" name="Object 19">
                <a:extLst>
                  <a:ext uri="{FF2B5EF4-FFF2-40B4-BE49-F238E27FC236}">
                    <a16:creationId xmlns:a16="http://schemas.microsoft.com/office/drawing/2014/main" id="{D4E55267-21A6-03EF-A106-EA69FFD6F443}"/>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8" imgW="7580952" imgH="2768254" progId="">
                      <p:embed/>
                    </p:oleObj>
                  </mc:Choice>
                  <mc:Fallback>
                    <p:oleObj name="Image" r:id="rId8" imgW="7580952" imgH="2768254" progId="">
                      <p:embed/>
                      <p:pic>
                        <p:nvPicPr>
                          <p:cNvPr id="142359" name="Object 19">
                            <a:extLst>
                              <a:ext uri="{FF2B5EF4-FFF2-40B4-BE49-F238E27FC236}">
                                <a16:creationId xmlns:a16="http://schemas.microsoft.com/office/drawing/2014/main" id="{D4E55267-21A6-03EF-A106-EA69FFD6F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60" name="Object 20">
                <a:extLst>
                  <a:ext uri="{FF2B5EF4-FFF2-40B4-BE49-F238E27FC236}">
                    <a16:creationId xmlns:a16="http://schemas.microsoft.com/office/drawing/2014/main" id="{33040FCF-6F2A-B7CD-A0E8-5F2066BD78A7}"/>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9" imgW="114151" imgH="215619" progId="Equation.3">
                      <p:embed/>
                    </p:oleObj>
                  </mc:Choice>
                  <mc:Fallback>
                    <p:oleObj name="Microsoft 公式 3.0" r:id="rId9" imgW="114151" imgH="215619" progId="Equation.3">
                      <p:embed/>
                      <p:pic>
                        <p:nvPicPr>
                          <p:cNvPr id="142360" name="Object 20">
                            <a:extLst>
                              <a:ext uri="{FF2B5EF4-FFF2-40B4-BE49-F238E27FC236}">
                                <a16:creationId xmlns:a16="http://schemas.microsoft.com/office/drawing/2014/main" id="{33040FCF-6F2A-B7CD-A0E8-5F2066BD7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58" name="Text Box 21">
              <a:extLst>
                <a:ext uri="{FF2B5EF4-FFF2-40B4-BE49-F238E27FC236}">
                  <a16:creationId xmlns:a16="http://schemas.microsoft.com/office/drawing/2014/main" id="{06B0C3A9-8438-E17A-DAE4-47372C6FE56D}"/>
                </a:ext>
              </a:extLst>
            </p:cNvPr>
            <p:cNvSpPr txBox="1">
              <a:spLocks noChangeArrowheads="1"/>
            </p:cNvSpPr>
            <p:nvPr/>
          </p:nvSpPr>
          <p:spPr bwMode="auto">
            <a:xfrm>
              <a:off x="296" y="1840"/>
              <a:ext cx="5171" cy="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2</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s∈I</a:t>
              </a:r>
              <a:r>
                <a:rPr lang="zh-CN" altLang="en-US" sz="2400" b="1">
                  <a:solidFill>
                    <a:srgbClr val="003399"/>
                  </a:solidFill>
                  <a:latin typeface="宋体" panose="02010600030101010101" pitchFamily="2" charset="-122"/>
                </a:rPr>
                <a:t>，那么从</a:t>
              </a:r>
              <a:r>
                <a:rPr lang="en-US" altLang="zh-CN" sz="2400" b="1">
                  <a:solidFill>
                    <a:srgbClr val="003399"/>
                  </a:solidFill>
                  <a:latin typeface="宋体" panose="02010600030101010101" pitchFamily="2" charset="-122"/>
                </a:rPr>
                <a:t>s</a:t>
              </a:r>
              <a:r>
                <a:rPr lang="zh-CN" altLang="en-US" sz="2400" b="1">
                  <a:solidFill>
                    <a:srgbClr val="003399"/>
                  </a:solidFill>
                  <a:latin typeface="宋体" panose="02010600030101010101" pitchFamily="2" charset="-122"/>
                </a:rPr>
                <a:t>出发经过</a:t>
              </a:r>
              <a:r>
                <a:rPr lang="zh-CN" altLang="en-US" sz="2400" b="1">
                  <a:solidFill>
                    <a:srgbClr val="DC5900"/>
                  </a:solidFill>
                  <a:latin typeface="宋体" panose="02010600030101010101" pitchFamily="2" charset="-122"/>
                </a:rPr>
                <a:t>任意</a:t>
              </a:r>
              <a:r>
                <a:rPr lang="zh-CN" altLang="en-US" sz="2400" b="1">
                  <a:solidFill>
                    <a:srgbClr val="003399"/>
                  </a:solidFill>
                  <a:latin typeface="宋体" panose="02010600030101010101" pitchFamily="2" charset="-122"/>
                </a:rPr>
                <a:t>条</a:t>
              </a:r>
              <a:r>
                <a:rPr lang="el-GR" altLang="zh-CN" sz="2800" b="1">
                  <a:solidFill>
                    <a:srgbClr val="DC5900"/>
                  </a:solidFill>
                </a:rPr>
                <a:t>ε</a:t>
              </a:r>
              <a:r>
                <a:rPr lang="zh-CN" altLang="en-US" sz="2400" b="1">
                  <a:solidFill>
                    <a:srgbClr val="DC5900"/>
                  </a:solidFill>
                  <a:latin typeface="宋体" panose="02010600030101010101" pitchFamily="2" charset="-122"/>
                </a:rPr>
                <a:t>弧</a:t>
              </a:r>
              <a:r>
                <a:rPr lang="zh-CN" altLang="en-US" sz="2400" b="1">
                  <a:solidFill>
                    <a:srgbClr val="003399"/>
                  </a:solidFill>
                  <a:latin typeface="宋体" panose="02010600030101010101" pitchFamily="2" charset="-122"/>
                </a:rPr>
                <a:t>而能到达的</a:t>
              </a:r>
              <a:r>
                <a:rPr lang="zh-CN" altLang="en-US" sz="2400" b="1">
                  <a:solidFill>
                    <a:srgbClr val="DC5900"/>
                  </a:solidFill>
                  <a:latin typeface="宋体" panose="02010600030101010101" pitchFamily="2" charset="-122"/>
                </a:rPr>
                <a:t>任何状态</a:t>
              </a:r>
              <a:r>
                <a:rPr lang="en-US" altLang="zh-CN" sz="2400" b="1">
                  <a:solidFill>
                    <a:srgbClr val="DC5900"/>
                  </a:solidFill>
                  <a:latin typeface="宋体" panose="02010600030101010101" pitchFamily="2" charset="-122"/>
                </a:rPr>
                <a:t>s’</a:t>
              </a:r>
              <a:r>
                <a:rPr lang="zh-CN" altLang="en-US" sz="2400" b="1">
                  <a:solidFill>
                    <a:srgbClr val="003399"/>
                  </a:solidFill>
                  <a:latin typeface="宋体" panose="02010600030101010101" pitchFamily="2" charset="-122"/>
                </a:rPr>
                <a:t>都属于</a:t>
              </a:r>
              <a:r>
                <a:rPr lang="el-GR" altLang="zh-CN" sz="2000" b="1">
                  <a:solidFill>
                    <a:srgbClr val="DC5900"/>
                  </a:solidFill>
                  <a:latin typeface="宋体" panose="02010600030101010101" pitchFamily="2" charset="-122"/>
                </a:rPr>
                <a:t>ε</a:t>
              </a:r>
              <a:r>
                <a:rPr lang="en-US" altLang="zh-CN" sz="2000" b="1">
                  <a:solidFill>
                    <a:srgbClr val="DC5900"/>
                  </a:solidFill>
                  <a:latin typeface="宋体" panose="02010600030101010101" pitchFamily="2" charset="-122"/>
                </a:rPr>
                <a:t>_CLOSURE(I)</a:t>
              </a:r>
              <a:r>
                <a:rPr lang="zh-CN" altLang="en-US" sz="2000" b="1">
                  <a:solidFill>
                    <a:srgbClr val="DC5900"/>
                  </a:solidFill>
                  <a:latin typeface="宋体" panose="02010600030101010101" pitchFamily="2" charset="-122"/>
                </a:rPr>
                <a:t>。</a:t>
              </a:r>
            </a:p>
          </p:txBody>
        </p:sp>
      </p:grpSp>
      <p:grpSp>
        <p:nvGrpSpPr>
          <p:cNvPr id="142341" name="Group 22">
            <a:extLst>
              <a:ext uri="{FF2B5EF4-FFF2-40B4-BE49-F238E27FC236}">
                <a16:creationId xmlns:a16="http://schemas.microsoft.com/office/drawing/2014/main" id="{588F52A1-3B31-5AF5-4013-8D450A15BE44}"/>
              </a:ext>
            </a:extLst>
          </p:cNvPr>
          <p:cNvGrpSpPr>
            <a:grpSpLocks/>
          </p:cNvGrpSpPr>
          <p:nvPr/>
        </p:nvGrpSpPr>
        <p:grpSpPr bwMode="auto">
          <a:xfrm>
            <a:off x="1774825" y="2771776"/>
            <a:ext cx="5761038" cy="576263"/>
            <a:chOff x="204" y="1797"/>
            <a:chExt cx="5307" cy="2268"/>
          </a:xfrm>
        </p:grpSpPr>
        <p:grpSp>
          <p:nvGrpSpPr>
            <p:cNvPr id="142353" name="Group 23">
              <a:extLst>
                <a:ext uri="{FF2B5EF4-FFF2-40B4-BE49-F238E27FC236}">
                  <a16:creationId xmlns:a16="http://schemas.microsoft.com/office/drawing/2014/main" id="{93C50607-C3E3-6805-1493-CD3A81E97620}"/>
                </a:ext>
              </a:extLst>
            </p:cNvPr>
            <p:cNvGrpSpPr>
              <a:grpSpLocks/>
            </p:cNvGrpSpPr>
            <p:nvPr/>
          </p:nvGrpSpPr>
          <p:grpSpPr bwMode="auto">
            <a:xfrm>
              <a:off x="204" y="1797"/>
              <a:ext cx="5307" cy="2268"/>
              <a:chOff x="720" y="480"/>
              <a:chExt cx="4224" cy="1390"/>
            </a:xfrm>
          </p:grpSpPr>
          <p:graphicFrame>
            <p:nvGraphicFramePr>
              <p:cNvPr id="142355" name="Object 24">
                <a:extLst>
                  <a:ext uri="{FF2B5EF4-FFF2-40B4-BE49-F238E27FC236}">
                    <a16:creationId xmlns:a16="http://schemas.microsoft.com/office/drawing/2014/main" id="{DEF54519-B0AD-AC2A-BFA5-38F1768D7BD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2355" name="Object 24">
                            <a:extLst>
                              <a:ext uri="{FF2B5EF4-FFF2-40B4-BE49-F238E27FC236}">
                                <a16:creationId xmlns:a16="http://schemas.microsoft.com/office/drawing/2014/main" id="{DEF54519-B0AD-AC2A-BFA5-38F1768D7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56" name="Object 25">
                <a:extLst>
                  <a:ext uri="{FF2B5EF4-FFF2-40B4-BE49-F238E27FC236}">
                    <a16:creationId xmlns:a16="http://schemas.microsoft.com/office/drawing/2014/main" id="{A297057D-541A-969F-090B-FB3C0B96D88F}"/>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2356" name="Object 25">
                            <a:extLst>
                              <a:ext uri="{FF2B5EF4-FFF2-40B4-BE49-F238E27FC236}">
                                <a16:creationId xmlns:a16="http://schemas.microsoft.com/office/drawing/2014/main" id="{A297057D-541A-969F-090B-FB3C0B96D8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54" name="Text Box 26">
              <a:extLst>
                <a:ext uri="{FF2B5EF4-FFF2-40B4-BE49-F238E27FC236}">
                  <a16:creationId xmlns:a16="http://schemas.microsoft.com/office/drawing/2014/main" id="{7D0E884F-DE92-2850-238F-A45C2D24E537}"/>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DC5900"/>
                  </a:solidFill>
                  <a:latin typeface="宋体" panose="02010600030101010101" pitchFamily="2" charset="-122"/>
                </a:rPr>
                <a:t>状态集</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称为</a:t>
              </a:r>
              <a:r>
                <a:rPr lang="en-US" altLang="zh-CN" sz="2400" b="1">
                  <a:solidFill>
                    <a:srgbClr val="003399"/>
                  </a:solidFill>
                  <a:latin typeface="宋体" panose="02010600030101010101" pitchFamily="2" charset="-122"/>
                </a:rPr>
                <a:t>I</a:t>
              </a:r>
              <a:r>
                <a:rPr lang="zh-CN" altLang="en-US" sz="2400" b="1">
                  <a:solidFill>
                    <a:srgbClr val="003399"/>
                  </a:solidFill>
                  <a:latin typeface="宋体" panose="02010600030101010101" pitchFamily="2" charset="-122"/>
                </a:rPr>
                <a:t>的</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a:t>
              </a:r>
              <a:r>
                <a:rPr lang="zh-CN" altLang="en-US" sz="2400" b="1">
                  <a:solidFill>
                    <a:srgbClr val="DC5900"/>
                  </a:solidFill>
                  <a:latin typeface="宋体" panose="02010600030101010101" pitchFamily="2" charset="-122"/>
                </a:rPr>
                <a:t>闭包</a:t>
              </a:r>
              <a:r>
                <a:rPr lang="zh-CN" altLang="en-US" sz="2400" b="1">
                  <a:solidFill>
                    <a:srgbClr val="003399"/>
                  </a:solidFill>
                  <a:latin typeface="宋体" panose="02010600030101010101" pitchFamily="2" charset="-122"/>
                </a:rPr>
                <a:t>。</a:t>
              </a:r>
            </a:p>
          </p:txBody>
        </p:sp>
      </p:grpSp>
      <p:pic>
        <p:nvPicPr>
          <p:cNvPr id="142342" name="图片 22">
            <a:extLst>
              <a:ext uri="{FF2B5EF4-FFF2-40B4-BE49-F238E27FC236}">
                <a16:creationId xmlns:a16="http://schemas.microsoft.com/office/drawing/2014/main" id="{01B9156B-9137-DBAC-A4FF-AAA6F21270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5463" y="3284539"/>
            <a:ext cx="7467600"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22">
            <a:extLst>
              <a:ext uri="{FF2B5EF4-FFF2-40B4-BE49-F238E27FC236}">
                <a16:creationId xmlns:a16="http://schemas.microsoft.com/office/drawing/2014/main" id="{3BB3AD44-B6F9-C925-9014-CAF86CEB3C9F}"/>
              </a:ext>
            </a:extLst>
          </p:cNvPr>
          <p:cNvGrpSpPr>
            <a:grpSpLocks/>
          </p:cNvGrpSpPr>
          <p:nvPr/>
        </p:nvGrpSpPr>
        <p:grpSpPr bwMode="auto">
          <a:xfrm>
            <a:off x="1719264" y="5346701"/>
            <a:ext cx="2073275" cy="576263"/>
            <a:chOff x="204" y="1797"/>
            <a:chExt cx="5307" cy="2268"/>
          </a:xfrm>
        </p:grpSpPr>
        <p:grpSp>
          <p:nvGrpSpPr>
            <p:cNvPr id="142349" name="Group 23">
              <a:extLst>
                <a:ext uri="{FF2B5EF4-FFF2-40B4-BE49-F238E27FC236}">
                  <a16:creationId xmlns:a16="http://schemas.microsoft.com/office/drawing/2014/main" id="{10FF9A28-D430-3B41-9ABD-18952904C16F}"/>
                </a:ext>
              </a:extLst>
            </p:cNvPr>
            <p:cNvGrpSpPr>
              <a:grpSpLocks/>
            </p:cNvGrpSpPr>
            <p:nvPr/>
          </p:nvGrpSpPr>
          <p:grpSpPr bwMode="auto">
            <a:xfrm>
              <a:off x="204" y="1797"/>
              <a:ext cx="5307" cy="2268"/>
              <a:chOff x="720" y="480"/>
              <a:chExt cx="4224" cy="1390"/>
            </a:xfrm>
          </p:grpSpPr>
          <p:graphicFrame>
            <p:nvGraphicFramePr>
              <p:cNvPr id="142351" name="Object 24">
                <a:extLst>
                  <a:ext uri="{FF2B5EF4-FFF2-40B4-BE49-F238E27FC236}">
                    <a16:creationId xmlns:a16="http://schemas.microsoft.com/office/drawing/2014/main" id="{D7988075-26C1-5AFF-9C7A-F3F1D9A4079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2351" name="Object 24">
                            <a:extLst>
                              <a:ext uri="{FF2B5EF4-FFF2-40B4-BE49-F238E27FC236}">
                                <a16:creationId xmlns:a16="http://schemas.microsoft.com/office/drawing/2014/main" id="{D7988075-26C1-5AFF-9C7A-F3F1D9A40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52" name="Object 25">
                <a:extLst>
                  <a:ext uri="{FF2B5EF4-FFF2-40B4-BE49-F238E27FC236}">
                    <a16:creationId xmlns:a16="http://schemas.microsoft.com/office/drawing/2014/main" id="{4502C7D4-F07A-2C34-3BBB-A674F4D375DF}"/>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2352" name="Object 25">
                            <a:extLst>
                              <a:ext uri="{FF2B5EF4-FFF2-40B4-BE49-F238E27FC236}">
                                <a16:creationId xmlns:a16="http://schemas.microsoft.com/office/drawing/2014/main" id="{4502C7D4-F07A-2C34-3BBB-A674F4D375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50" name="Text Box 26">
              <a:extLst>
                <a:ext uri="{FF2B5EF4-FFF2-40B4-BE49-F238E27FC236}">
                  <a16:creationId xmlns:a16="http://schemas.microsoft.com/office/drawing/2014/main" id="{E6FE14B9-A484-A6F4-E56D-228FCE753252}"/>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I={5,1,2} </a:t>
              </a:r>
              <a:endParaRPr lang="zh-CN" altLang="en-US" sz="2400" b="1">
                <a:solidFill>
                  <a:srgbClr val="000808"/>
                </a:solidFill>
                <a:latin typeface="宋体" panose="02010600030101010101" pitchFamily="2" charset="-122"/>
              </a:endParaRPr>
            </a:p>
          </p:txBody>
        </p:sp>
      </p:grpSp>
      <p:grpSp>
        <p:nvGrpSpPr>
          <p:cNvPr id="29" name="Group 22">
            <a:extLst>
              <a:ext uri="{FF2B5EF4-FFF2-40B4-BE49-F238E27FC236}">
                <a16:creationId xmlns:a16="http://schemas.microsoft.com/office/drawing/2014/main" id="{C21E900E-CF55-B92D-8C98-AADE8125EDF4}"/>
              </a:ext>
            </a:extLst>
          </p:cNvPr>
          <p:cNvGrpSpPr>
            <a:grpSpLocks/>
          </p:cNvGrpSpPr>
          <p:nvPr/>
        </p:nvGrpSpPr>
        <p:grpSpPr bwMode="auto">
          <a:xfrm>
            <a:off x="1697038" y="6138863"/>
            <a:ext cx="6559550" cy="576262"/>
            <a:chOff x="204" y="1797"/>
            <a:chExt cx="6042" cy="2268"/>
          </a:xfrm>
        </p:grpSpPr>
        <p:grpSp>
          <p:nvGrpSpPr>
            <p:cNvPr id="142345" name="Group 23">
              <a:extLst>
                <a:ext uri="{FF2B5EF4-FFF2-40B4-BE49-F238E27FC236}">
                  <a16:creationId xmlns:a16="http://schemas.microsoft.com/office/drawing/2014/main" id="{11217F80-D7CE-2BFD-F205-559D0A4A8885}"/>
                </a:ext>
              </a:extLst>
            </p:cNvPr>
            <p:cNvGrpSpPr>
              <a:grpSpLocks/>
            </p:cNvGrpSpPr>
            <p:nvPr/>
          </p:nvGrpSpPr>
          <p:grpSpPr bwMode="auto">
            <a:xfrm>
              <a:off x="204" y="1797"/>
              <a:ext cx="6042" cy="2268"/>
              <a:chOff x="720" y="480"/>
              <a:chExt cx="4809" cy="1390"/>
            </a:xfrm>
          </p:grpSpPr>
          <p:graphicFrame>
            <p:nvGraphicFramePr>
              <p:cNvPr id="142347" name="Object 24">
                <a:extLst>
                  <a:ext uri="{FF2B5EF4-FFF2-40B4-BE49-F238E27FC236}">
                    <a16:creationId xmlns:a16="http://schemas.microsoft.com/office/drawing/2014/main" id="{9BB5F3FA-FE33-8574-DA11-675B8B45B8F9}"/>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42347" name="Object 24">
                            <a:extLst>
                              <a:ext uri="{FF2B5EF4-FFF2-40B4-BE49-F238E27FC236}">
                                <a16:creationId xmlns:a16="http://schemas.microsoft.com/office/drawing/2014/main" id="{9BB5F3FA-FE33-8574-DA11-675B8B45B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8" name="Object 25">
                <a:extLst>
                  <a:ext uri="{FF2B5EF4-FFF2-40B4-BE49-F238E27FC236}">
                    <a16:creationId xmlns:a16="http://schemas.microsoft.com/office/drawing/2014/main" id="{B0EA88A5-62A6-77ED-B16E-F5AA5D95E2E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42348" name="Object 25">
                            <a:extLst>
                              <a:ext uri="{FF2B5EF4-FFF2-40B4-BE49-F238E27FC236}">
                                <a16:creationId xmlns:a16="http://schemas.microsoft.com/office/drawing/2014/main" id="{B0EA88A5-62A6-77ED-B16E-F5AA5D95E2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2346" name="Text Box 26">
              <a:extLst>
                <a:ext uri="{FF2B5EF4-FFF2-40B4-BE49-F238E27FC236}">
                  <a16:creationId xmlns:a16="http://schemas.microsoft.com/office/drawing/2014/main" id="{FCBBAC26-245E-0B28-0C92-5159F82BB678}"/>
                </a:ext>
              </a:extLst>
            </p:cNvPr>
            <p:cNvSpPr txBox="1">
              <a:spLocks noChangeArrowheads="1"/>
            </p:cNvSpPr>
            <p:nvPr/>
          </p:nvSpPr>
          <p:spPr bwMode="auto">
            <a:xfrm>
              <a:off x="295" y="1841"/>
              <a:ext cx="5819"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则</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_CLOSURE(I)={5,1,2,6,y}</a:t>
              </a:r>
              <a:endParaRPr lang="zh-CN" altLang="en-US" sz="2400" b="1">
                <a:solidFill>
                  <a:srgbClr val="000808"/>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58" name="Rectangle 42">
            <a:extLst>
              <a:ext uri="{FF2B5EF4-FFF2-40B4-BE49-F238E27FC236}">
                <a16:creationId xmlns:a16="http://schemas.microsoft.com/office/drawing/2014/main" id="{CC6FC6F4-2BCC-4C25-8BC2-E1F85D153CF2}"/>
              </a:ext>
            </a:extLst>
          </p:cNvPr>
          <p:cNvSpPr>
            <a:spLocks noChangeArrowheads="1"/>
          </p:cNvSpPr>
          <p:nvPr/>
        </p:nvSpPr>
        <p:spPr bwMode="auto">
          <a:xfrm>
            <a:off x="2033589" y="5724526"/>
            <a:ext cx="4283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b="1">
                <a:solidFill>
                  <a:srgbClr val="0000CC"/>
                </a:solidFill>
                <a:sym typeface="Symbol" panose="05050102010706020507" pitchFamily="18" charset="2"/>
              </a:rPr>
              <a:t>-closure(I)={5,4,6,2,7}</a:t>
            </a:r>
          </a:p>
        </p:txBody>
      </p:sp>
      <p:grpSp>
        <p:nvGrpSpPr>
          <p:cNvPr id="2" name="Group 5">
            <a:extLst>
              <a:ext uri="{FF2B5EF4-FFF2-40B4-BE49-F238E27FC236}">
                <a16:creationId xmlns:a16="http://schemas.microsoft.com/office/drawing/2014/main" id="{6BCC33CC-EFBF-7E1D-FE36-ACC70A4D0732}"/>
              </a:ext>
            </a:extLst>
          </p:cNvPr>
          <p:cNvGrpSpPr>
            <a:grpSpLocks/>
          </p:cNvGrpSpPr>
          <p:nvPr/>
        </p:nvGrpSpPr>
        <p:grpSpPr bwMode="auto">
          <a:xfrm>
            <a:off x="6705600" y="4246564"/>
            <a:ext cx="3962400" cy="2611437"/>
            <a:chOff x="1008" y="1333"/>
            <a:chExt cx="3408" cy="2330"/>
          </a:xfrm>
        </p:grpSpPr>
        <p:sp>
          <p:nvSpPr>
            <p:cNvPr id="143386" name="Oval 6">
              <a:extLst>
                <a:ext uri="{FF2B5EF4-FFF2-40B4-BE49-F238E27FC236}">
                  <a16:creationId xmlns:a16="http://schemas.microsoft.com/office/drawing/2014/main" id="{3138E96B-2D81-249B-753E-B8A5E0C9B3D8}"/>
                </a:ext>
              </a:extLst>
            </p:cNvPr>
            <p:cNvSpPr>
              <a:spLocks noChangeArrowheads="1"/>
            </p:cNvSpPr>
            <p:nvPr/>
          </p:nvSpPr>
          <p:spPr bwMode="auto">
            <a:xfrm>
              <a:off x="1008"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1</a:t>
              </a:r>
            </a:p>
          </p:txBody>
        </p:sp>
        <p:sp>
          <p:nvSpPr>
            <p:cNvPr id="143387" name="Oval 7">
              <a:extLst>
                <a:ext uri="{FF2B5EF4-FFF2-40B4-BE49-F238E27FC236}">
                  <a16:creationId xmlns:a16="http://schemas.microsoft.com/office/drawing/2014/main" id="{C21B517F-BDB6-EF66-D057-7BBA237C22F0}"/>
                </a:ext>
              </a:extLst>
            </p:cNvPr>
            <p:cNvSpPr>
              <a:spLocks noChangeArrowheads="1"/>
            </p:cNvSpPr>
            <p:nvPr/>
          </p:nvSpPr>
          <p:spPr bwMode="auto">
            <a:xfrm>
              <a:off x="1872"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2</a:t>
              </a:r>
            </a:p>
          </p:txBody>
        </p:sp>
        <p:sp>
          <p:nvSpPr>
            <p:cNvPr id="143388" name="Oval 8">
              <a:extLst>
                <a:ext uri="{FF2B5EF4-FFF2-40B4-BE49-F238E27FC236}">
                  <a16:creationId xmlns:a16="http://schemas.microsoft.com/office/drawing/2014/main" id="{8B03E3BC-6C6B-FE7A-322F-3F90A392DBBF}"/>
                </a:ext>
              </a:extLst>
            </p:cNvPr>
            <p:cNvSpPr>
              <a:spLocks noChangeArrowheads="1"/>
            </p:cNvSpPr>
            <p:nvPr/>
          </p:nvSpPr>
          <p:spPr bwMode="auto">
            <a:xfrm>
              <a:off x="1872"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5</a:t>
              </a:r>
            </a:p>
          </p:txBody>
        </p:sp>
        <p:sp>
          <p:nvSpPr>
            <p:cNvPr id="143389" name="Oval 9">
              <a:extLst>
                <a:ext uri="{FF2B5EF4-FFF2-40B4-BE49-F238E27FC236}">
                  <a16:creationId xmlns:a16="http://schemas.microsoft.com/office/drawing/2014/main" id="{8EC8D7C2-8FE2-9937-FE22-A3794626DBE4}"/>
                </a:ext>
              </a:extLst>
            </p:cNvPr>
            <p:cNvSpPr>
              <a:spLocks noChangeArrowheads="1"/>
            </p:cNvSpPr>
            <p:nvPr/>
          </p:nvSpPr>
          <p:spPr bwMode="auto">
            <a:xfrm>
              <a:off x="2940"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3</a:t>
              </a:r>
            </a:p>
          </p:txBody>
        </p:sp>
        <p:sp>
          <p:nvSpPr>
            <p:cNvPr id="143390" name="Oval 10">
              <a:extLst>
                <a:ext uri="{FF2B5EF4-FFF2-40B4-BE49-F238E27FC236}">
                  <a16:creationId xmlns:a16="http://schemas.microsoft.com/office/drawing/2014/main" id="{1C3EC835-3460-5B2C-8858-4265A3005138}"/>
                </a:ext>
              </a:extLst>
            </p:cNvPr>
            <p:cNvSpPr>
              <a:spLocks noChangeArrowheads="1"/>
            </p:cNvSpPr>
            <p:nvPr/>
          </p:nvSpPr>
          <p:spPr bwMode="auto">
            <a:xfrm>
              <a:off x="1872" y="326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4</a:t>
              </a:r>
            </a:p>
          </p:txBody>
        </p:sp>
        <p:grpSp>
          <p:nvGrpSpPr>
            <p:cNvPr id="143391" name="Group 11">
              <a:extLst>
                <a:ext uri="{FF2B5EF4-FFF2-40B4-BE49-F238E27FC236}">
                  <a16:creationId xmlns:a16="http://schemas.microsoft.com/office/drawing/2014/main" id="{AAE269D4-B51E-EE48-922C-2EEF1AAB14EF}"/>
                </a:ext>
              </a:extLst>
            </p:cNvPr>
            <p:cNvGrpSpPr>
              <a:grpSpLocks/>
            </p:cNvGrpSpPr>
            <p:nvPr/>
          </p:nvGrpSpPr>
          <p:grpSpPr bwMode="auto">
            <a:xfrm>
              <a:off x="2940" y="1431"/>
              <a:ext cx="384" cy="408"/>
              <a:chOff x="2940" y="1431"/>
              <a:chExt cx="384" cy="408"/>
            </a:xfrm>
          </p:grpSpPr>
          <p:grpSp>
            <p:nvGrpSpPr>
              <p:cNvPr id="143418" name="Group 12">
                <a:extLst>
                  <a:ext uri="{FF2B5EF4-FFF2-40B4-BE49-F238E27FC236}">
                    <a16:creationId xmlns:a16="http://schemas.microsoft.com/office/drawing/2014/main" id="{D9DA724B-8E82-5C63-1186-314A7D488EE2}"/>
                  </a:ext>
                </a:extLst>
              </p:cNvPr>
              <p:cNvGrpSpPr>
                <a:grpSpLocks/>
              </p:cNvGrpSpPr>
              <p:nvPr/>
            </p:nvGrpSpPr>
            <p:grpSpPr bwMode="auto">
              <a:xfrm>
                <a:off x="2940" y="1440"/>
                <a:ext cx="384" cy="384"/>
                <a:chOff x="2928" y="1440"/>
                <a:chExt cx="384" cy="384"/>
              </a:xfrm>
            </p:grpSpPr>
            <p:sp>
              <p:nvSpPr>
                <p:cNvPr id="143420" name="Oval 13">
                  <a:extLst>
                    <a:ext uri="{FF2B5EF4-FFF2-40B4-BE49-F238E27FC236}">
                      <a16:creationId xmlns:a16="http://schemas.microsoft.com/office/drawing/2014/main" id="{EA507F0E-49E5-1598-95C0-C9DCA952818E}"/>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43421" name="Oval 14">
                  <a:extLst>
                    <a:ext uri="{FF2B5EF4-FFF2-40B4-BE49-F238E27FC236}">
                      <a16:creationId xmlns:a16="http://schemas.microsoft.com/office/drawing/2014/main" id="{0A2BBAC1-2CBB-8DAB-48E1-779160DBCDFC}"/>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43419" name="Text Box 15">
                <a:extLst>
                  <a:ext uri="{FF2B5EF4-FFF2-40B4-BE49-F238E27FC236}">
                    <a16:creationId xmlns:a16="http://schemas.microsoft.com/office/drawing/2014/main" id="{BC82F3FE-563B-DEB8-208E-C65D5F4DB93C}"/>
                  </a:ext>
                </a:extLst>
              </p:cNvPr>
              <p:cNvSpPr txBox="1">
                <a:spLocks noChangeArrowheads="1"/>
              </p:cNvSpPr>
              <p:nvPr/>
            </p:nvSpPr>
            <p:spPr bwMode="auto">
              <a:xfrm>
                <a:off x="2988" y="1431"/>
                <a:ext cx="289"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6</a:t>
                </a:r>
              </a:p>
            </p:txBody>
          </p:sp>
        </p:grpSp>
        <p:grpSp>
          <p:nvGrpSpPr>
            <p:cNvPr id="143392" name="Group 16">
              <a:extLst>
                <a:ext uri="{FF2B5EF4-FFF2-40B4-BE49-F238E27FC236}">
                  <a16:creationId xmlns:a16="http://schemas.microsoft.com/office/drawing/2014/main" id="{3F6AFF6E-0147-7A1B-7E6C-248F0DA6F267}"/>
                </a:ext>
              </a:extLst>
            </p:cNvPr>
            <p:cNvGrpSpPr>
              <a:grpSpLocks/>
            </p:cNvGrpSpPr>
            <p:nvPr/>
          </p:nvGrpSpPr>
          <p:grpSpPr bwMode="auto">
            <a:xfrm>
              <a:off x="4032" y="2387"/>
              <a:ext cx="384" cy="408"/>
              <a:chOff x="4032" y="2387"/>
              <a:chExt cx="384" cy="408"/>
            </a:xfrm>
          </p:grpSpPr>
          <p:grpSp>
            <p:nvGrpSpPr>
              <p:cNvPr id="143414" name="Group 17">
                <a:extLst>
                  <a:ext uri="{FF2B5EF4-FFF2-40B4-BE49-F238E27FC236}">
                    <a16:creationId xmlns:a16="http://schemas.microsoft.com/office/drawing/2014/main" id="{B2606F58-B55B-9BD3-703C-2AA3C157B81E}"/>
                  </a:ext>
                </a:extLst>
              </p:cNvPr>
              <p:cNvGrpSpPr>
                <a:grpSpLocks/>
              </p:cNvGrpSpPr>
              <p:nvPr/>
            </p:nvGrpSpPr>
            <p:grpSpPr bwMode="auto">
              <a:xfrm>
                <a:off x="4032" y="2400"/>
                <a:ext cx="384" cy="384"/>
                <a:chOff x="2928" y="1440"/>
                <a:chExt cx="384" cy="384"/>
              </a:xfrm>
            </p:grpSpPr>
            <p:sp>
              <p:nvSpPr>
                <p:cNvPr id="143416" name="Oval 18">
                  <a:extLst>
                    <a:ext uri="{FF2B5EF4-FFF2-40B4-BE49-F238E27FC236}">
                      <a16:creationId xmlns:a16="http://schemas.microsoft.com/office/drawing/2014/main" id="{FCFE5609-68FB-4AD9-F630-9D96F1C0E4A5}"/>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43417" name="Oval 19">
                  <a:extLst>
                    <a:ext uri="{FF2B5EF4-FFF2-40B4-BE49-F238E27FC236}">
                      <a16:creationId xmlns:a16="http://schemas.microsoft.com/office/drawing/2014/main" id="{FE3F0E45-22CD-677A-4F7F-3D76B427D6B6}"/>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43415" name="Text Box 20">
                <a:extLst>
                  <a:ext uri="{FF2B5EF4-FFF2-40B4-BE49-F238E27FC236}">
                    <a16:creationId xmlns:a16="http://schemas.microsoft.com/office/drawing/2014/main" id="{C0BF9343-39BA-EDFC-58EF-0A2D1268C5F0}"/>
                  </a:ext>
                </a:extLst>
              </p:cNvPr>
              <p:cNvSpPr txBox="1">
                <a:spLocks noChangeArrowheads="1"/>
              </p:cNvSpPr>
              <p:nvPr/>
            </p:nvSpPr>
            <p:spPr bwMode="auto">
              <a:xfrm>
                <a:off x="4088" y="2387"/>
                <a:ext cx="290"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8</a:t>
                </a:r>
              </a:p>
            </p:txBody>
          </p:sp>
        </p:grpSp>
        <p:grpSp>
          <p:nvGrpSpPr>
            <p:cNvPr id="143393" name="Group 21">
              <a:extLst>
                <a:ext uri="{FF2B5EF4-FFF2-40B4-BE49-F238E27FC236}">
                  <a16:creationId xmlns:a16="http://schemas.microsoft.com/office/drawing/2014/main" id="{BD5F6F07-2F02-4ED5-69CD-11FB5F7CD48B}"/>
                </a:ext>
              </a:extLst>
            </p:cNvPr>
            <p:cNvGrpSpPr>
              <a:grpSpLocks/>
            </p:cNvGrpSpPr>
            <p:nvPr/>
          </p:nvGrpSpPr>
          <p:grpSpPr bwMode="auto">
            <a:xfrm>
              <a:off x="2940" y="3255"/>
              <a:ext cx="384" cy="408"/>
              <a:chOff x="2940" y="3255"/>
              <a:chExt cx="384" cy="408"/>
            </a:xfrm>
          </p:grpSpPr>
          <p:grpSp>
            <p:nvGrpSpPr>
              <p:cNvPr id="143410" name="Group 22">
                <a:extLst>
                  <a:ext uri="{FF2B5EF4-FFF2-40B4-BE49-F238E27FC236}">
                    <a16:creationId xmlns:a16="http://schemas.microsoft.com/office/drawing/2014/main" id="{1DD0BB4B-10B4-D00D-40CF-E14B857D6FBD}"/>
                  </a:ext>
                </a:extLst>
              </p:cNvPr>
              <p:cNvGrpSpPr>
                <a:grpSpLocks/>
              </p:cNvGrpSpPr>
              <p:nvPr/>
            </p:nvGrpSpPr>
            <p:grpSpPr bwMode="auto">
              <a:xfrm>
                <a:off x="2940" y="3264"/>
                <a:ext cx="384" cy="384"/>
                <a:chOff x="2928" y="1440"/>
                <a:chExt cx="384" cy="384"/>
              </a:xfrm>
            </p:grpSpPr>
            <p:sp>
              <p:nvSpPr>
                <p:cNvPr id="143412" name="Oval 23">
                  <a:extLst>
                    <a:ext uri="{FF2B5EF4-FFF2-40B4-BE49-F238E27FC236}">
                      <a16:creationId xmlns:a16="http://schemas.microsoft.com/office/drawing/2014/main" id="{037F0CF2-035D-380E-FF96-490C51E8C6D9}"/>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43413" name="Oval 24">
                  <a:extLst>
                    <a:ext uri="{FF2B5EF4-FFF2-40B4-BE49-F238E27FC236}">
                      <a16:creationId xmlns:a16="http://schemas.microsoft.com/office/drawing/2014/main" id="{589EAAAE-6A0B-F400-0031-CF183CBB58EC}"/>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43411" name="Text Box 25">
                <a:extLst>
                  <a:ext uri="{FF2B5EF4-FFF2-40B4-BE49-F238E27FC236}">
                    <a16:creationId xmlns:a16="http://schemas.microsoft.com/office/drawing/2014/main" id="{668105AD-AA54-6CF7-72DC-B569B9EBCD9F}"/>
                  </a:ext>
                </a:extLst>
              </p:cNvPr>
              <p:cNvSpPr txBox="1">
                <a:spLocks noChangeArrowheads="1"/>
              </p:cNvSpPr>
              <p:nvPr/>
            </p:nvSpPr>
            <p:spPr bwMode="auto">
              <a:xfrm>
                <a:off x="2988" y="3255"/>
                <a:ext cx="289"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7</a:t>
                </a:r>
              </a:p>
            </p:txBody>
          </p:sp>
        </p:grpSp>
        <p:cxnSp>
          <p:nvCxnSpPr>
            <p:cNvPr id="143394" name="AutoShape 26">
              <a:extLst>
                <a:ext uri="{FF2B5EF4-FFF2-40B4-BE49-F238E27FC236}">
                  <a16:creationId xmlns:a16="http://schemas.microsoft.com/office/drawing/2014/main" id="{3C5FC102-9BBA-3F61-0DE9-91F981EDE062}"/>
                </a:ext>
              </a:extLst>
            </p:cNvPr>
            <p:cNvCxnSpPr>
              <a:cxnSpLocks noChangeShapeType="1"/>
              <a:stCxn id="143390" idx="6"/>
              <a:endCxn id="143412" idx="2"/>
            </p:cNvCxnSpPr>
            <p:nvPr/>
          </p:nvCxnSpPr>
          <p:spPr bwMode="auto">
            <a:xfrm>
              <a:off x="2256" y="3456"/>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395" name="AutoShape 27">
              <a:extLst>
                <a:ext uri="{FF2B5EF4-FFF2-40B4-BE49-F238E27FC236}">
                  <a16:creationId xmlns:a16="http://schemas.microsoft.com/office/drawing/2014/main" id="{B04C22F6-ACF0-86C4-8658-B909D656DA62}"/>
                </a:ext>
              </a:extLst>
            </p:cNvPr>
            <p:cNvCxnSpPr>
              <a:cxnSpLocks noChangeShapeType="1"/>
              <a:stCxn id="143387" idx="6"/>
              <a:endCxn id="143389" idx="2"/>
            </p:cNvCxnSpPr>
            <p:nvPr/>
          </p:nvCxnSpPr>
          <p:spPr bwMode="auto">
            <a:xfrm>
              <a:off x="2256" y="259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396" name="AutoShape 28">
              <a:extLst>
                <a:ext uri="{FF2B5EF4-FFF2-40B4-BE49-F238E27FC236}">
                  <a16:creationId xmlns:a16="http://schemas.microsoft.com/office/drawing/2014/main" id="{1AEC5DA1-A75E-B3FE-CEF6-4A3F4A7A0E75}"/>
                </a:ext>
              </a:extLst>
            </p:cNvPr>
            <p:cNvCxnSpPr>
              <a:cxnSpLocks noChangeShapeType="1"/>
              <a:stCxn id="143420" idx="3"/>
              <a:endCxn id="143387" idx="7"/>
            </p:cNvCxnSpPr>
            <p:nvPr/>
          </p:nvCxnSpPr>
          <p:spPr bwMode="auto">
            <a:xfrm rot="5400000">
              <a:off x="2254" y="1714"/>
              <a:ext cx="688" cy="796"/>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397" name="AutoShape 29">
              <a:extLst>
                <a:ext uri="{FF2B5EF4-FFF2-40B4-BE49-F238E27FC236}">
                  <a16:creationId xmlns:a16="http://schemas.microsoft.com/office/drawing/2014/main" id="{B7EDDF96-A410-006D-2C59-064D410CCD10}"/>
                </a:ext>
              </a:extLst>
            </p:cNvPr>
            <p:cNvCxnSpPr>
              <a:cxnSpLocks noChangeShapeType="1"/>
              <a:stCxn id="143388" idx="6"/>
              <a:endCxn id="143420" idx="2"/>
            </p:cNvCxnSpPr>
            <p:nvPr/>
          </p:nvCxnSpPr>
          <p:spPr bwMode="auto">
            <a:xfrm>
              <a:off x="2256" y="163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398" name="AutoShape 30">
              <a:extLst>
                <a:ext uri="{FF2B5EF4-FFF2-40B4-BE49-F238E27FC236}">
                  <a16:creationId xmlns:a16="http://schemas.microsoft.com/office/drawing/2014/main" id="{786EE730-A796-0E30-1236-057E9574EAE8}"/>
                </a:ext>
              </a:extLst>
            </p:cNvPr>
            <p:cNvCxnSpPr>
              <a:cxnSpLocks noChangeShapeType="1"/>
              <a:stCxn id="143386" idx="6"/>
              <a:endCxn id="143387" idx="2"/>
            </p:cNvCxnSpPr>
            <p:nvPr/>
          </p:nvCxnSpPr>
          <p:spPr bwMode="auto">
            <a:xfrm>
              <a:off x="1392" y="2592"/>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399" name="AutoShape 31">
              <a:extLst>
                <a:ext uri="{FF2B5EF4-FFF2-40B4-BE49-F238E27FC236}">
                  <a16:creationId xmlns:a16="http://schemas.microsoft.com/office/drawing/2014/main" id="{007736F5-A887-0257-4C38-56C1FF8C8C2E}"/>
                </a:ext>
              </a:extLst>
            </p:cNvPr>
            <p:cNvCxnSpPr>
              <a:cxnSpLocks noChangeShapeType="1"/>
              <a:stCxn id="143386" idx="0"/>
              <a:endCxn id="143388" idx="2"/>
            </p:cNvCxnSpPr>
            <p:nvPr/>
          </p:nvCxnSpPr>
          <p:spPr bwMode="auto">
            <a:xfrm rot="-5400000">
              <a:off x="1152" y="1680"/>
              <a:ext cx="768"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400" name="AutoShape 32">
              <a:extLst>
                <a:ext uri="{FF2B5EF4-FFF2-40B4-BE49-F238E27FC236}">
                  <a16:creationId xmlns:a16="http://schemas.microsoft.com/office/drawing/2014/main" id="{7AE055D8-621A-B475-BE7A-FA0CCB576DDF}"/>
                </a:ext>
              </a:extLst>
            </p:cNvPr>
            <p:cNvCxnSpPr>
              <a:cxnSpLocks noChangeShapeType="1"/>
              <a:stCxn id="143386" idx="4"/>
              <a:endCxn id="143390" idx="2"/>
            </p:cNvCxnSpPr>
            <p:nvPr/>
          </p:nvCxnSpPr>
          <p:spPr bwMode="auto">
            <a:xfrm rot="16200000" flipH="1">
              <a:off x="1200" y="2784"/>
              <a:ext cx="672"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401" name="AutoShape 33">
              <a:extLst>
                <a:ext uri="{FF2B5EF4-FFF2-40B4-BE49-F238E27FC236}">
                  <a16:creationId xmlns:a16="http://schemas.microsoft.com/office/drawing/2014/main" id="{3A7A7773-28CC-0136-0EBA-AB20329C1775}"/>
                </a:ext>
              </a:extLst>
            </p:cNvPr>
            <p:cNvCxnSpPr>
              <a:cxnSpLocks noChangeShapeType="1"/>
              <a:stCxn id="143389" idx="6"/>
              <a:endCxn id="143416" idx="2"/>
            </p:cNvCxnSpPr>
            <p:nvPr/>
          </p:nvCxnSpPr>
          <p:spPr bwMode="auto">
            <a:xfrm>
              <a:off x="3324" y="2592"/>
              <a:ext cx="70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3402" name="Text Box 34">
              <a:extLst>
                <a:ext uri="{FF2B5EF4-FFF2-40B4-BE49-F238E27FC236}">
                  <a16:creationId xmlns:a16="http://schemas.microsoft.com/office/drawing/2014/main" id="{EE0024C1-2974-BFFB-43E3-39550D488CDB}"/>
                </a:ext>
              </a:extLst>
            </p:cNvPr>
            <p:cNvSpPr txBox="1">
              <a:spLocks noChangeArrowheads="1"/>
            </p:cNvSpPr>
            <p:nvPr/>
          </p:nvSpPr>
          <p:spPr bwMode="auto">
            <a:xfrm>
              <a:off x="1202" y="1572"/>
              <a:ext cx="291"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43403" name="Text Box 35">
              <a:extLst>
                <a:ext uri="{FF2B5EF4-FFF2-40B4-BE49-F238E27FC236}">
                  <a16:creationId xmlns:a16="http://schemas.microsoft.com/office/drawing/2014/main" id="{96939F63-7CBC-B0A0-7E57-15A63BAF6713}"/>
                </a:ext>
              </a:extLst>
            </p:cNvPr>
            <p:cNvSpPr txBox="1">
              <a:spLocks noChangeArrowheads="1"/>
            </p:cNvSpPr>
            <p:nvPr/>
          </p:nvSpPr>
          <p:spPr bwMode="auto">
            <a:xfrm>
              <a:off x="1247" y="3107"/>
              <a:ext cx="291"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43404" name="Text Box 36">
              <a:extLst>
                <a:ext uri="{FF2B5EF4-FFF2-40B4-BE49-F238E27FC236}">
                  <a16:creationId xmlns:a16="http://schemas.microsoft.com/office/drawing/2014/main" id="{6E2A56BE-D353-5AA8-6527-00EAA71980BD}"/>
                </a:ext>
              </a:extLst>
            </p:cNvPr>
            <p:cNvSpPr txBox="1">
              <a:spLocks noChangeArrowheads="1"/>
            </p:cNvSpPr>
            <p:nvPr/>
          </p:nvSpPr>
          <p:spPr bwMode="auto">
            <a:xfrm>
              <a:off x="1446" y="2293"/>
              <a:ext cx="27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43405" name="Text Box 37">
              <a:extLst>
                <a:ext uri="{FF2B5EF4-FFF2-40B4-BE49-F238E27FC236}">
                  <a16:creationId xmlns:a16="http://schemas.microsoft.com/office/drawing/2014/main" id="{CD6BDC92-FA3A-F71F-411C-8EC344128794}"/>
                </a:ext>
              </a:extLst>
            </p:cNvPr>
            <p:cNvSpPr txBox="1">
              <a:spLocks noChangeArrowheads="1"/>
            </p:cNvSpPr>
            <p:nvPr/>
          </p:nvSpPr>
          <p:spPr bwMode="auto">
            <a:xfrm>
              <a:off x="2362" y="1815"/>
              <a:ext cx="274"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43406" name="Text Box 38">
              <a:extLst>
                <a:ext uri="{FF2B5EF4-FFF2-40B4-BE49-F238E27FC236}">
                  <a16:creationId xmlns:a16="http://schemas.microsoft.com/office/drawing/2014/main" id="{22A1BED5-CFDF-261B-D741-83AB46744CC6}"/>
                </a:ext>
              </a:extLst>
            </p:cNvPr>
            <p:cNvSpPr txBox="1">
              <a:spLocks noChangeArrowheads="1"/>
            </p:cNvSpPr>
            <p:nvPr/>
          </p:nvSpPr>
          <p:spPr bwMode="auto">
            <a:xfrm>
              <a:off x="2402" y="1333"/>
              <a:ext cx="27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43407" name="Text Box 39">
              <a:extLst>
                <a:ext uri="{FF2B5EF4-FFF2-40B4-BE49-F238E27FC236}">
                  <a16:creationId xmlns:a16="http://schemas.microsoft.com/office/drawing/2014/main" id="{3A57CFF6-8108-CDC4-45F7-9F326196C296}"/>
                </a:ext>
              </a:extLst>
            </p:cNvPr>
            <p:cNvSpPr txBox="1">
              <a:spLocks noChangeArrowheads="1"/>
            </p:cNvSpPr>
            <p:nvPr/>
          </p:nvSpPr>
          <p:spPr bwMode="auto">
            <a:xfrm>
              <a:off x="3467" y="2292"/>
              <a:ext cx="27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43408" name="Text Box 40">
              <a:extLst>
                <a:ext uri="{FF2B5EF4-FFF2-40B4-BE49-F238E27FC236}">
                  <a16:creationId xmlns:a16="http://schemas.microsoft.com/office/drawing/2014/main" id="{45456DBF-28B0-798B-AB58-2147282F9112}"/>
                </a:ext>
              </a:extLst>
            </p:cNvPr>
            <p:cNvSpPr txBox="1">
              <a:spLocks noChangeArrowheads="1"/>
            </p:cNvSpPr>
            <p:nvPr/>
          </p:nvSpPr>
          <p:spPr bwMode="auto">
            <a:xfrm>
              <a:off x="2412" y="3157"/>
              <a:ext cx="27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43409" name="Text Box 41">
              <a:extLst>
                <a:ext uri="{FF2B5EF4-FFF2-40B4-BE49-F238E27FC236}">
                  <a16:creationId xmlns:a16="http://schemas.microsoft.com/office/drawing/2014/main" id="{F4B4896C-D1C4-82DA-14D5-F33B93C7152F}"/>
                </a:ext>
              </a:extLst>
            </p:cNvPr>
            <p:cNvSpPr txBox="1">
              <a:spLocks noChangeArrowheads="1"/>
            </p:cNvSpPr>
            <p:nvPr/>
          </p:nvSpPr>
          <p:spPr bwMode="auto">
            <a:xfrm>
              <a:off x="2451" y="2290"/>
              <a:ext cx="291"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grpSp>
      <p:sp>
        <p:nvSpPr>
          <p:cNvPr id="34859" name="Rectangle 43">
            <a:extLst>
              <a:ext uri="{FF2B5EF4-FFF2-40B4-BE49-F238E27FC236}">
                <a16:creationId xmlns:a16="http://schemas.microsoft.com/office/drawing/2014/main" id="{59166EEB-B7DC-CD6B-E3F5-2130C19235B4}"/>
              </a:ext>
            </a:extLst>
          </p:cNvPr>
          <p:cNvSpPr>
            <a:spLocks noChangeArrowheads="1"/>
          </p:cNvSpPr>
          <p:nvPr/>
        </p:nvSpPr>
        <p:spPr bwMode="auto">
          <a:xfrm>
            <a:off x="1524000" y="3763963"/>
            <a:ext cx="62309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lvl="1" fontAlgn="base">
              <a:spcBef>
                <a:spcPct val="0"/>
              </a:spcBef>
              <a:spcAft>
                <a:spcPct val="0"/>
              </a:spcAft>
              <a:buClrTx/>
              <a:buSzTx/>
              <a:buNone/>
            </a:pPr>
            <a:r>
              <a:rPr kumimoji="1" lang="zh-CN" altLang="en-US" b="1">
                <a:solidFill>
                  <a:srgbClr val="007A77"/>
                </a:solidFill>
              </a:rPr>
              <a:t>例： </a:t>
            </a:r>
            <a:r>
              <a:rPr kumimoji="1" lang="en-US" altLang="zh-CN" b="1">
                <a:solidFill>
                  <a:srgbClr val="007A77"/>
                </a:solidFill>
              </a:rPr>
              <a:t>I={1},  </a:t>
            </a:r>
            <a:r>
              <a:rPr kumimoji="1" lang="en-US" altLang="zh-CN" b="1">
                <a:solidFill>
                  <a:srgbClr val="007A77"/>
                </a:solidFill>
                <a:sym typeface="Symbol" panose="05050102010706020507" pitchFamily="18" charset="2"/>
              </a:rPr>
              <a:t>-closure(I)={1,2}</a:t>
            </a:r>
            <a:r>
              <a:rPr kumimoji="1" lang="zh-CN" altLang="en-US" b="1">
                <a:solidFill>
                  <a:srgbClr val="007A77"/>
                </a:solidFill>
                <a:sym typeface="Symbol" panose="05050102010706020507" pitchFamily="18" charset="2"/>
              </a:rPr>
              <a:t>； </a:t>
            </a:r>
          </a:p>
          <a:p>
            <a:pPr lvl="1" fontAlgn="base">
              <a:spcBef>
                <a:spcPct val="0"/>
              </a:spcBef>
              <a:spcAft>
                <a:spcPct val="0"/>
              </a:spcAft>
              <a:buClrTx/>
              <a:buSzTx/>
              <a:buNone/>
            </a:pPr>
            <a:r>
              <a:rPr kumimoji="1" lang="zh-CN" altLang="en-US" b="1">
                <a:solidFill>
                  <a:srgbClr val="007A77"/>
                </a:solidFill>
                <a:sym typeface="Symbol" panose="05050102010706020507" pitchFamily="18" charset="2"/>
              </a:rPr>
              <a:t>        </a:t>
            </a:r>
            <a:r>
              <a:rPr kumimoji="1" lang="en-US" altLang="zh-CN" b="1">
                <a:solidFill>
                  <a:srgbClr val="007A77"/>
                </a:solidFill>
                <a:sym typeface="Symbol" panose="05050102010706020507" pitchFamily="18" charset="2"/>
              </a:rPr>
              <a:t>I={5}, -closure(I)={5,6,2}</a:t>
            </a:r>
            <a:r>
              <a:rPr kumimoji="1" lang="zh-CN" altLang="en-US" b="1">
                <a:solidFill>
                  <a:srgbClr val="007A77"/>
                </a:solidFill>
                <a:sym typeface="Symbol" panose="05050102010706020507" pitchFamily="18" charset="2"/>
              </a:rPr>
              <a:t>；</a:t>
            </a:r>
          </a:p>
        </p:txBody>
      </p:sp>
      <p:sp>
        <p:nvSpPr>
          <p:cNvPr id="34860" name="Rectangle 44">
            <a:extLst>
              <a:ext uri="{FF2B5EF4-FFF2-40B4-BE49-F238E27FC236}">
                <a16:creationId xmlns:a16="http://schemas.microsoft.com/office/drawing/2014/main" id="{93D59F8F-7924-DD56-109E-9F247769D29F}"/>
              </a:ext>
            </a:extLst>
          </p:cNvPr>
          <p:cNvSpPr>
            <a:spLocks noChangeArrowheads="1"/>
          </p:cNvSpPr>
          <p:nvPr/>
        </p:nvSpPr>
        <p:spPr bwMode="auto">
          <a:xfrm>
            <a:off x="2016913" y="4930775"/>
            <a:ext cx="44005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lvl="1" algn="ctr" fontAlgn="base">
              <a:spcBef>
                <a:spcPct val="0"/>
              </a:spcBef>
              <a:spcAft>
                <a:spcPct val="0"/>
              </a:spcAft>
              <a:buClrTx/>
              <a:buSzTx/>
              <a:buNone/>
            </a:pPr>
            <a:r>
              <a:rPr kumimoji="1" lang="en-US" altLang="zh-CN" b="1">
                <a:solidFill>
                  <a:srgbClr val="007A77"/>
                </a:solidFill>
                <a:sym typeface="Symbol" panose="05050102010706020507" pitchFamily="18" charset="2"/>
              </a:rPr>
              <a:t>I={5,4}, -closure(I)=</a:t>
            </a:r>
            <a:r>
              <a:rPr kumimoji="1" lang="zh-CN" altLang="en-US" b="1">
                <a:solidFill>
                  <a:srgbClr val="007A77"/>
                </a:solidFill>
                <a:sym typeface="Symbol" panose="05050102010706020507" pitchFamily="18" charset="2"/>
              </a:rPr>
              <a:t>？</a:t>
            </a:r>
          </a:p>
        </p:txBody>
      </p:sp>
      <p:grpSp>
        <p:nvGrpSpPr>
          <p:cNvPr id="143366" name="Group 7">
            <a:extLst>
              <a:ext uri="{FF2B5EF4-FFF2-40B4-BE49-F238E27FC236}">
                <a16:creationId xmlns:a16="http://schemas.microsoft.com/office/drawing/2014/main" id="{DF6E36D4-B95A-F3F7-83F6-5D09600721DF}"/>
              </a:ext>
            </a:extLst>
          </p:cNvPr>
          <p:cNvGrpSpPr>
            <a:grpSpLocks/>
          </p:cNvGrpSpPr>
          <p:nvPr/>
        </p:nvGrpSpPr>
        <p:grpSpPr bwMode="auto">
          <a:xfrm>
            <a:off x="1847851" y="44451"/>
            <a:ext cx="5400675" cy="1402415"/>
            <a:chOff x="204" y="1797"/>
            <a:chExt cx="5307" cy="3567"/>
          </a:xfrm>
        </p:grpSpPr>
        <p:grpSp>
          <p:nvGrpSpPr>
            <p:cNvPr id="143382" name="Group 8">
              <a:extLst>
                <a:ext uri="{FF2B5EF4-FFF2-40B4-BE49-F238E27FC236}">
                  <a16:creationId xmlns:a16="http://schemas.microsoft.com/office/drawing/2014/main" id="{BDA03A4A-4C2E-2DA7-6508-BDF732DA85A6}"/>
                </a:ext>
              </a:extLst>
            </p:cNvPr>
            <p:cNvGrpSpPr>
              <a:grpSpLocks/>
            </p:cNvGrpSpPr>
            <p:nvPr/>
          </p:nvGrpSpPr>
          <p:grpSpPr bwMode="auto">
            <a:xfrm>
              <a:off x="204" y="1797"/>
              <a:ext cx="5307" cy="2268"/>
              <a:chOff x="720" y="480"/>
              <a:chExt cx="4224" cy="1390"/>
            </a:xfrm>
          </p:grpSpPr>
          <p:graphicFrame>
            <p:nvGraphicFramePr>
              <p:cNvPr id="143384" name="Object 9">
                <a:extLst>
                  <a:ext uri="{FF2B5EF4-FFF2-40B4-BE49-F238E27FC236}">
                    <a16:creationId xmlns:a16="http://schemas.microsoft.com/office/drawing/2014/main" id="{C6B7B737-12E5-7AC5-485D-14B09798234C}"/>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43384" name="Object 9">
                            <a:extLst>
                              <a:ext uri="{FF2B5EF4-FFF2-40B4-BE49-F238E27FC236}">
                                <a16:creationId xmlns:a16="http://schemas.microsoft.com/office/drawing/2014/main" id="{C6B7B737-12E5-7AC5-485D-14B0979823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5" name="Object 10">
                <a:extLst>
                  <a:ext uri="{FF2B5EF4-FFF2-40B4-BE49-F238E27FC236}">
                    <a16:creationId xmlns:a16="http://schemas.microsoft.com/office/drawing/2014/main" id="{5180CC74-BA10-67C5-B6EF-78C7300F1F0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43385" name="Object 10">
                            <a:extLst>
                              <a:ext uri="{FF2B5EF4-FFF2-40B4-BE49-F238E27FC236}">
                                <a16:creationId xmlns:a16="http://schemas.microsoft.com/office/drawing/2014/main" id="{5180CC74-BA10-67C5-B6EF-78C7300F1F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3383" name="Text Box 11">
              <a:extLst>
                <a:ext uri="{FF2B5EF4-FFF2-40B4-BE49-F238E27FC236}">
                  <a16:creationId xmlns:a16="http://schemas.microsoft.com/office/drawing/2014/main" id="{0F588D21-E72D-198F-CC10-32E4EDF09EAB}"/>
                </a:ext>
              </a:extLst>
            </p:cNvPr>
            <p:cNvSpPr txBox="1">
              <a:spLocks noChangeArrowheads="1"/>
            </p:cNvSpPr>
            <p:nvPr/>
          </p:nvSpPr>
          <p:spPr bwMode="auto">
            <a:xfrm>
              <a:off x="294" y="1841"/>
              <a:ext cx="5171" cy="3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假定</a:t>
              </a:r>
              <a:r>
                <a:rPr lang="en-US" altLang="zh-CN" sz="2400" b="1">
                  <a:solidFill>
                    <a:srgbClr val="DC5900"/>
                  </a:solidFill>
                  <a:latin typeface="宋体" panose="02010600030101010101" pitchFamily="2" charset="-122"/>
                </a:rPr>
                <a:t>I</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的状态集的一个</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  我们定义</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为：</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    </a:t>
              </a:r>
            </a:p>
          </p:txBody>
        </p:sp>
      </p:grpSp>
      <p:grpSp>
        <p:nvGrpSpPr>
          <p:cNvPr id="143367" name="Group 12">
            <a:extLst>
              <a:ext uri="{FF2B5EF4-FFF2-40B4-BE49-F238E27FC236}">
                <a16:creationId xmlns:a16="http://schemas.microsoft.com/office/drawing/2014/main" id="{E4A2F0CD-53FA-0A0F-7310-49584E58ACDD}"/>
              </a:ext>
            </a:extLst>
          </p:cNvPr>
          <p:cNvGrpSpPr>
            <a:grpSpLocks/>
          </p:cNvGrpSpPr>
          <p:nvPr/>
        </p:nvGrpSpPr>
        <p:grpSpPr bwMode="auto">
          <a:xfrm>
            <a:off x="3430589" y="981075"/>
            <a:ext cx="5183187" cy="1028474"/>
            <a:chOff x="204" y="1797"/>
            <a:chExt cx="5307" cy="3779"/>
          </a:xfrm>
        </p:grpSpPr>
        <p:grpSp>
          <p:nvGrpSpPr>
            <p:cNvPr id="143378" name="Group 13">
              <a:extLst>
                <a:ext uri="{FF2B5EF4-FFF2-40B4-BE49-F238E27FC236}">
                  <a16:creationId xmlns:a16="http://schemas.microsoft.com/office/drawing/2014/main" id="{D644520D-D4BE-EDC9-F5B5-8CEDC0D29D78}"/>
                </a:ext>
              </a:extLst>
            </p:cNvPr>
            <p:cNvGrpSpPr>
              <a:grpSpLocks/>
            </p:cNvGrpSpPr>
            <p:nvPr/>
          </p:nvGrpSpPr>
          <p:grpSpPr bwMode="auto">
            <a:xfrm>
              <a:off x="204" y="1797"/>
              <a:ext cx="5307" cy="2268"/>
              <a:chOff x="720" y="480"/>
              <a:chExt cx="4224" cy="1390"/>
            </a:xfrm>
          </p:grpSpPr>
          <p:graphicFrame>
            <p:nvGraphicFramePr>
              <p:cNvPr id="143380" name="Object 14">
                <a:extLst>
                  <a:ext uri="{FF2B5EF4-FFF2-40B4-BE49-F238E27FC236}">
                    <a16:creationId xmlns:a16="http://schemas.microsoft.com/office/drawing/2014/main" id="{E792EFF8-70FE-0699-EEA4-626920978491}"/>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43380" name="Object 14">
                            <a:extLst>
                              <a:ext uri="{FF2B5EF4-FFF2-40B4-BE49-F238E27FC236}">
                                <a16:creationId xmlns:a16="http://schemas.microsoft.com/office/drawing/2014/main" id="{E792EFF8-70FE-0699-EEA4-626920978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1" name="Object 15">
                <a:extLst>
                  <a:ext uri="{FF2B5EF4-FFF2-40B4-BE49-F238E27FC236}">
                    <a16:creationId xmlns:a16="http://schemas.microsoft.com/office/drawing/2014/main" id="{BBB75142-793D-71D0-FE90-07A37B68093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43381" name="Object 15">
                            <a:extLst>
                              <a:ext uri="{FF2B5EF4-FFF2-40B4-BE49-F238E27FC236}">
                                <a16:creationId xmlns:a16="http://schemas.microsoft.com/office/drawing/2014/main" id="{BBB75142-793D-71D0-FE90-07A37B6809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3379" name="Text Box 16">
              <a:extLst>
                <a:ext uri="{FF2B5EF4-FFF2-40B4-BE49-F238E27FC236}">
                  <a16:creationId xmlns:a16="http://schemas.microsoft.com/office/drawing/2014/main" id="{428D5B73-241F-4651-1443-D8A09595C1BE}"/>
                </a:ext>
              </a:extLst>
            </p:cNvPr>
            <p:cNvSpPr txBox="1">
              <a:spLocks noChangeArrowheads="1"/>
            </p:cNvSpPr>
            <p:nvPr/>
          </p:nvSpPr>
          <p:spPr bwMode="auto">
            <a:xfrm>
              <a:off x="295" y="1844"/>
              <a:ext cx="5170" cy="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1</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则</a:t>
              </a:r>
              <a:r>
                <a:rPr lang="en-US" altLang="zh-CN" sz="2400" b="1">
                  <a:solidFill>
                    <a:srgbClr val="003399"/>
                  </a:solidFill>
                  <a:latin typeface="宋体" panose="02010600030101010101" pitchFamily="2" charset="-122"/>
                </a:rPr>
                <a:t>s</a:t>
              </a:r>
              <a:r>
                <a:rPr lang="en-US" altLang="zh-CN" sz="2000" b="1">
                  <a:solidFill>
                    <a:srgbClr val="003399"/>
                  </a:solidFill>
                  <a:latin typeface="宋体" panose="02010600030101010101" pitchFamily="2" charset="-122"/>
                </a:rPr>
                <a:t>∈ </a:t>
              </a:r>
              <a:r>
                <a:rPr lang="el-GR" altLang="zh-CN" sz="2000" b="1">
                  <a:solidFill>
                    <a:srgbClr val="003399"/>
                  </a:solidFill>
                </a:rPr>
                <a:t>ε</a:t>
              </a:r>
              <a:r>
                <a:rPr lang="en-US" altLang="zh-CN" sz="2000" b="1">
                  <a:solidFill>
                    <a:srgbClr val="003399"/>
                  </a:solidFill>
                </a:rPr>
                <a:t>_CLOSURE</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a:t>
              </a:r>
            </a:p>
            <a:p>
              <a:pPr fontAlgn="base">
                <a:spcBef>
                  <a:spcPct val="50000"/>
                </a:spcBef>
                <a:spcAft>
                  <a:spcPct val="0"/>
                </a:spcAft>
                <a:buClrTx/>
                <a:buSzTx/>
                <a:buNone/>
              </a:pPr>
              <a:endParaRPr lang="zh-CN" altLang="en-US" sz="2400" b="1">
                <a:solidFill>
                  <a:srgbClr val="003399"/>
                </a:solidFill>
                <a:latin typeface="宋体" panose="02010600030101010101" pitchFamily="2" charset="-122"/>
              </a:endParaRPr>
            </a:p>
          </p:txBody>
        </p:sp>
      </p:grpSp>
      <p:grpSp>
        <p:nvGrpSpPr>
          <p:cNvPr id="143368" name="Group 17">
            <a:extLst>
              <a:ext uri="{FF2B5EF4-FFF2-40B4-BE49-F238E27FC236}">
                <a16:creationId xmlns:a16="http://schemas.microsoft.com/office/drawing/2014/main" id="{A9B83A41-1C29-989A-3BB9-AEA5FEC24849}"/>
              </a:ext>
            </a:extLst>
          </p:cNvPr>
          <p:cNvGrpSpPr>
            <a:grpSpLocks/>
          </p:cNvGrpSpPr>
          <p:nvPr/>
        </p:nvGrpSpPr>
        <p:grpSpPr bwMode="auto">
          <a:xfrm>
            <a:off x="3430589" y="1709738"/>
            <a:ext cx="6624637" cy="1008062"/>
            <a:chOff x="204" y="1797"/>
            <a:chExt cx="5307" cy="2268"/>
          </a:xfrm>
        </p:grpSpPr>
        <p:grpSp>
          <p:nvGrpSpPr>
            <p:cNvPr id="143374" name="Group 18">
              <a:extLst>
                <a:ext uri="{FF2B5EF4-FFF2-40B4-BE49-F238E27FC236}">
                  <a16:creationId xmlns:a16="http://schemas.microsoft.com/office/drawing/2014/main" id="{E126055A-3EC4-A73E-2592-FEA24A199A17}"/>
                </a:ext>
              </a:extLst>
            </p:cNvPr>
            <p:cNvGrpSpPr>
              <a:grpSpLocks/>
            </p:cNvGrpSpPr>
            <p:nvPr/>
          </p:nvGrpSpPr>
          <p:grpSpPr bwMode="auto">
            <a:xfrm>
              <a:off x="204" y="1797"/>
              <a:ext cx="5307" cy="2268"/>
              <a:chOff x="720" y="480"/>
              <a:chExt cx="4224" cy="1390"/>
            </a:xfrm>
          </p:grpSpPr>
          <p:graphicFrame>
            <p:nvGraphicFramePr>
              <p:cNvPr id="143376" name="Object 19">
                <a:extLst>
                  <a:ext uri="{FF2B5EF4-FFF2-40B4-BE49-F238E27FC236}">
                    <a16:creationId xmlns:a16="http://schemas.microsoft.com/office/drawing/2014/main" id="{E1234093-E089-0BA5-28EA-DA1AB02069D9}"/>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43376" name="Object 19">
                            <a:extLst>
                              <a:ext uri="{FF2B5EF4-FFF2-40B4-BE49-F238E27FC236}">
                                <a16:creationId xmlns:a16="http://schemas.microsoft.com/office/drawing/2014/main" id="{E1234093-E089-0BA5-28EA-DA1AB02069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7" name="Object 20">
                <a:extLst>
                  <a:ext uri="{FF2B5EF4-FFF2-40B4-BE49-F238E27FC236}">
                    <a16:creationId xmlns:a16="http://schemas.microsoft.com/office/drawing/2014/main" id="{F93D001F-C5AC-2574-F917-3457E57CAA7A}"/>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43377" name="Object 20">
                            <a:extLst>
                              <a:ext uri="{FF2B5EF4-FFF2-40B4-BE49-F238E27FC236}">
                                <a16:creationId xmlns:a16="http://schemas.microsoft.com/office/drawing/2014/main" id="{F93D001F-C5AC-2574-F917-3457E57CAA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3375" name="Text Box 21">
              <a:extLst>
                <a:ext uri="{FF2B5EF4-FFF2-40B4-BE49-F238E27FC236}">
                  <a16:creationId xmlns:a16="http://schemas.microsoft.com/office/drawing/2014/main" id="{1E558A4C-41A8-BA7B-C2FE-274CFC4558FF}"/>
                </a:ext>
              </a:extLst>
            </p:cNvPr>
            <p:cNvSpPr txBox="1">
              <a:spLocks noChangeArrowheads="1"/>
            </p:cNvSpPr>
            <p:nvPr/>
          </p:nvSpPr>
          <p:spPr bwMode="auto">
            <a:xfrm>
              <a:off x="296" y="1840"/>
              <a:ext cx="5171" cy="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2</a:t>
              </a:r>
              <a:r>
                <a:rPr lang="zh-CN" altLang="en-US" sz="2400" b="1">
                  <a:solidFill>
                    <a:srgbClr val="003399"/>
                  </a:solidFill>
                  <a:latin typeface="宋体" panose="02010600030101010101" pitchFamily="2" charset="-122"/>
                </a:rPr>
                <a:t>、若</a:t>
              </a:r>
              <a:r>
                <a:rPr lang="en-US" altLang="zh-CN" sz="2400" b="1">
                  <a:solidFill>
                    <a:srgbClr val="003399"/>
                  </a:solidFill>
                  <a:latin typeface="宋体" panose="02010600030101010101" pitchFamily="2" charset="-122"/>
                </a:rPr>
                <a:t>s∈I</a:t>
              </a:r>
              <a:r>
                <a:rPr lang="zh-CN" altLang="en-US" sz="2400" b="1">
                  <a:solidFill>
                    <a:srgbClr val="003399"/>
                  </a:solidFill>
                  <a:latin typeface="宋体" panose="02010600030101010101" pitchFamily="2" charset="-122"/>
                </a:rPr>
                <a:t>，那么从</a:t>
              </a:r>
              <a:r>
                <a:rPr lang="en-US" altLang="zh-CN" sz="2400" b="1">
                  <a:solidFill>
                    <a:srgbClr val="003399"/>
                  </a:solidFill>
                  <a:latin typeface="宋体" panose="02010600030101010101" pitchFamily="2" charset="-122"/>
                </a:rPr>
                <a:t>s</a:t>
              </a:r>
              <a:r>
                <a:rPr lang="zh-CN" altLang="en-US" sz="2400" b="1">
                  <a:solidFill>
                    <a:srgbClr val="003399"/>
                  </a:solidFill>
                  <a:latin typeface="宋体" panose="02010600030101010101" pitchFamily="2" charset="-122"/>
                </a:rPr>
                <a:t>出发经过</a:t>
              </a:r>
              <a:r>
                <a:rPr lang="zh-CN" altLang="en-US" sz="2400" b="1">
                  <a:solidFill>
                    <a:srgbClr val="DC5900"/>
                  </a:solidFill>
                  <a:latin typeface="宋体" panose="02010600030101010101" pitchFamily="2" charset="-122"/>
                </a:rPr>
                <a:t>任意</a:t>
              </a:r>
              <a:r>
                <a:rPr lang="zh-CN" altLang="en-US" sz="2400" b="1">
                  <a:solidFill>
                    <a:srgbClr val="003399"/>
                  </a:solidFill>
                  <a:latin typeface="宋体" panose="02010600030101010101" pitchFamily="2" charset="-122"/>
                </a:rPr>
                <a:t>条</a:t>
              </a:r>
              <a:r>
                <a:rPr lang="el-GR" altLang="zh-CN" sz="2800" b="1">
                  <a:solidFill>
                    <a:srgbClr val="DC5900"/>
                  </a:solidFill>
                </a:rPr>
                <a:t>ε</a:t>
              </a:r>
              <a:r>
                <a:rPr lang="zh-CN" altLang="en-US" sz="2400" b="1">
                  <a:solidFill>
                    <a:srgbClr val="DC5900"/>
                  </a:solidFill>
                  <a:latin typeface="宋体" panose="02010600030101010101" pitchFamily="2" charset="-122"/>
                </a:rPr>
                <a:t>弧</a:t>
              </a:r>
              <a:r>
                <a:rPr lang="zh-CN" altLang="en-US" sz="2400" b="1">
                  <a:solidFill>
                    <a:srgbClr val="003399"/>
                  </a:solidFill>
                  <a:latin typeface="宋体" panose="02010600030101010101" pitchFamily="2" charset="-122"/>
                </a:rPr>
                <a:t>而能到达的</a:t>
              </a:r>
              <a:r>
                <a:rPr lang="zh-CN" altLang="en-US" sz="2400" b="1">
                  <a:solidFill>
                    <a:srgbClr val="DC5900"/>
                  </a:solidFill>
                  <a:latin typeface="宋体" panose="02010600030101010101" pitchFamily="2" charset="-122"/>
                </a:rPr>
                <a:t>任何状态</a:t>
              </a:r>
              <a:r>
                <a:rPr lang="en-US" altLang="zh-CN" sz="2400" b="1">
                  <a:solidFill>
                    <a:srgbClr val="DC5900"/>
                  </a:solidFill>
                  <a:latin typeface="宋体" panose="02010600030101010101" pitchFamily="2" charset="-122"/>
                </a:rPr>
                <a:t>s’</a:t>
              </a:r>
              <a:r>
                <a:rPr lang="zh-CN" altLang="en-US" sz="2400" b="1">
                  <a:solidFill>
                    <a:srgbClr val="003399"/>
                  </a:solidFill>
                  <a:latin typeface="宋体" panose="02010600030101010101" pitchFamily="2" charset="-122"/>
                </a:rPr>
                <a:t>都属于</a:t>
              </a:r>
              <a:r>
                <a:rPr lang="el-GR" altLang="zh-CN" sz="2000" b="1">
                  <a:solidFill>
                    <a:srgbClr val="DC5900"/>
                  </a:solidFill>
                  <a:latin typeface="宋体" panose="02010600030101010101" pitchFamily="2" charset="-122"/>
                </a:rPr>
                <a:t>ε</a:t>
              </a:r>
              <a:r>
                <a:rPr lang="en-US" altLang="zh-CN" sz="2000" b="1">
                  <a:solidFill>
                    <a:srgbClr val="DC5900"/>
                  </a:solidFill>
                  <a:latin typeface="宋体" panose="02010600030101010101" pitchFamily="2" charset="-122"/>
                </a:rPr>
                <a:t>_CLOSURE(I)</a:t>
              </a:r>
              <a:r>
                <a:rPr lang="zh-CN" altLang="en-US" sz="2000" b="1">
                  <a:solidFill>
                    <a:srgbClr val="DC5900"/>
                  </a:solidFill>
                  <a:latin typeface="宋体" panose="02010600030101010101" pitchFamily="2" charset="-122"/>
                </a:rPr>
                <a:t>。</a:t>
              </a:r>
            </a:p>
          </p:txBody>
        </p:sp>
      </p:grpSp>
      <p:grpSp>
        <p:nvGrpSpPr>
          <p:cNvPr id="143369" name="Group 22">
            <a:extLst>
              <a:ext uri="{FF2B5EF4-FFF2-40B4-BE49-F238E27FC236}">
                <a16:creationId xmlns:a16="http://schemas.microsoft.com/office/drawing/2014/main" id="{D001ED7F-B495-9A27-011E-A90551A9F4D8}"/>
              </a:ext>
            </a:extLst>
          </p:cNvPr>
          <p:cNvGrpSpPr>
            <a:grpSpLocks/>
          </p:cNvGrpSpPr>
          <p:nvPr/>
        </p:nvGrpSpPr>
        <p:grpSpPr bwMode="auto">
          <a:xfrm>
            <a:off x="1774825" y="2771776"/>
            <a:ext cx="5761038" cy="576263"/>
            <a:chOff x="204" y="1797"/>
            <a:chExt cx="5307" cy="2268"/>
          </a:xfrm>
        </p:grpSpPr>
        <p:grpSp>
          <p:nvGrpSpPr>
            <p:cNvPr id="143370" name="Group 23">
              <a:extLst>
                <a:ext uri="{FF2B5EF4-FFF2-40B4-BE49-F238E27FC236}">
                  <a16:creationId xmlns:a16="http://schemas.microsoft.com/office/drawing/2014/main" id="{65F57474-8E3F-ECDB-36D2-24F916273BF1}"/>
                </a:ext>
              </a:extLst>
            </p:cNvPr>
            <p:cNvGrpSpPr>
              <a:grpSpLocks/>
            </p:cNvGrpSpPr>
            <p:nvPr/>
          </p:nvGrpSpPr>
          <p:grpSpPr bwMode="auto">
            <a:xfrm>
              <a:off x="204" y="1797"/>
              <a:ext cx="5307" cy="2268"/>
              <a:chOff x="720" y="480"/>
              <a:chExt cx="4224" cy="1390"/>
            </a:xfrm>
          </p:grpSpPr>
          <p:graphicFrame>
            <p:nvGraphicFramePr>
              <p:cNvPr id="143372" name="Object 24">
                <a:extLst>
                  <a:ext uri="{FF2B5EF4-FFF2-40B4-BE49-F238E27FC236}">
                    <a16:creationId xmlns:a16="http://schemas.microsoft.com/office/drawing/2014/main" id="{2A822706-6BA4-C024-6DF5-E04A7E9C217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43372" name="Object 24">
                            <a:extLst>
                              <a:ext uri="{FF2B5EF4-FFF2-40B4-BE49-F238E27FC236}">
                                <a16:creationId xmlns:a16="http://schemas.microsoft.com/office/drawing/2014/main" id="{2A822706-6BA4-C024-6DF5-E04A7E9C21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3" name="Object 25">
                <a:extLst>
                  <a:ext uri="{FF2B5EF4-FFF2-40B4-BE49-F238E27FC236}">
                    <a16:creationId xmlns:a16="http://schemas.microsoft.com/office/drawing/2014/main" id="{A789C2FB-BB36-0650-7A1C-92D450EE6DA0}"/>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43373" name="Object 25">
                            <a:extLst>
                              <a:ext uri="{FF2B5EF4-FFF2-40B4-BE49-F238E27FC236}">
                                <a16:creationId xmlns:a16="http://schemas.microsoft.com/office/drawing/2014/main" id="{A789C2FB-BB36-0650-7A1C-92D450EE6D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3371" name="Text Box 26">
              <a:extLst>
                <a:ext uri="{FF2B5EF4-FFF2-40B4-BE49-F238E27FC236}">
                  <a16:creationId xmlns:a16="http://schemas.microsoft.com/office/drawing/2014/main" id="{E9324C5C-E289-361B-DE27-77B5DF136CE2}"/>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DC5900"/>
                  </a:solidFill>
                  <a:latin typeface="宋体" panose="02010600030101010101" pitchFamily="2" charset="-122"/>
                </a:rPr>
                <a:t>状态集</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_CLOSURE(I)</a:t>
              </a:r>
              <a:r>
                <a:rPr lang="zh-CN" altLang="en-US" sz="2400" b="1">
                  <a:solidFill>
                    <a:srgbClr val="003399"/>
                  </a:solidFill>
                  <a:latin typeface="宋体" panose="02010600030101010101" pitchFamily="2" charset="-122"/>
                </a:rPr>
                <a:t>称为</a:t>
              </a:r>
              <a:r>
                <a:rPr lang="en-US" altLang="zh-CN" sz="2400" b="1">
                  <a:solidFill>
                    <a:srgbClr val="003399"/>
                  </a:solidFill>
                  <a:latin typeface="宋体" panose="02010600030101010101" pitchFamily="2" charset="-122"/>
                </a:rPr>
                <a:t>I</a:t>
              </a:r>
              <a:r>
                <a:rPr lang="zh-CN" altLang="en-US" sz="2400" b="1">
                  <a:solidFill>
                    <a:srgbClr val="003399"/>
                  </a:solidFill>
                  <a:latin typeface="宋体" panose="02010600030101010101" pitchFamily="2" charset="-122"/>
                </a:rPr>
                <a:t>的</a:t>
              </a:r>
              <a:r>
                <a:rPr lang="el-GR" altLang="zh-CN" sz="2400" b="1">
                  <a:solidFill>
                    <a:srgbClr val="DC5900"/>
                  </a:solidFill>
                  <a:latin typeface="宋体" panose="02010600030101010101" pitchFamily="2" charset="-122"/>
                </a:rPr>
                <a:t>ε</a:t>
              </a:r>
              <a:r>
                <a:rPr lang="en-US" altLang="zh-CN" sz="2400" b="1">
                  <a:solidFill>
                    <a:srgbClr val="DC5900"/>
                  </a:solidFill>
                  <a:latin typeface="宋体" panose="02010600030101010101" pitchFamily="2" charset="-122"/>
                </a:rPr>
                <a:t>_</a:t>
              </a:r>
              <a:r>
                <a:rPr lang="zh-CN" altLang="en-US" sz="2400" b="1">
                  <a:solidFill>
                    <a:srgbClr val="DC5900"/>
                  </a:solidFill>
                  <a:latin typeface="宋体" panose="02010600030101010101" pitchFamily="2" charset="-122"/>
                </a:rPr>
                <a:t>闭包</a:t>
              </a:r>
              <a:r>
                <a:rPr lang="zh-CN" altLang="en-US" sz="2400" b="1">
                  <a:solidFill>
                    <a:srgbClr val="003399"/>
                  </a:solidFill>
                  <a:latin typeface="宋体" panose="02010600030101010101" pitchFamily="2" charset="-122"/>
                </a:rPr>
                <a:t>。</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4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58" grpId="0"/>
      <p:bldP spid="34859" grpId="0"/>
      <p:bldP spid="3486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DBD2ECA-3D51-281B-EC80-B6DB51F565AD}"/>
              </a:ext>
            </a:extLst>
          </p:cNvPr>
          <p:cNvGrpSpPr>
            <a:grpSpLocks/>
          </p:cNvGrpSpPr>
          <p:nvPr/>
        </p:nvGrpSpPr>
        <p:grpSpPr bwMode="auto">
          <a:xfrm>
            <a:off x="1992314" y="1557338"/>
            <a:ext cx="7127875" cy="576262"/>
            <a:chOff x="-68" y="210"/>
            <a:chExt cx="5738" cy="3946"/>
          </a:xfrm>
        </p:grpSpPr>
        <p:grpSp>
          <p:nvGrpSpPr>
            <p:cNvPr id="145422" name="Group 3">
              <a:extLst>
                <a:ext uri="{FF2B5EF4-FFF2-40B4-BE49-F238E27FC236}">
                  <a16:creationId xmlns:a16="http://schemas.microsoft.com/office/drawing/2014/main" id="{5F8518AE-9246-3310-DEB5-2D2C26631CF2}"/>
                </a:ext>
              </a:extLst>
            </p:cNvPr>
            <p:cNvGrpSpPr>
              <a:grpSpLocks/>
            </p:cNvGrpSpPr>
            <p:nvPr/>
          </p:nvGrpSpPr>
          <p:grpSpPr bwMode="auto">
            <a:xfrm>
              <a:off x="204" y="210"/>
              <a:ext cx="5443" cy="3946"/>
              <a:chOff x="720" y="480"/>
              <a:chExt cx="4224" cy="1390"/>
            </a:xfrm>
          </p:grpSpPr>
          <p:graphicFrame>
            <p:nvGraphicFramePr>
              <p:cNvPr id="145424" name="Object 4">
                <a:extLst>
                  <a:ext uri="{FF2B5EF4-FFF2-40B4-BE49-F238E27FC236}">
                    <a16:creationId xmlns:a16="http://schemas.microsoft.com/office/drawing/2014/main" id="{9DEB53DE-0705-D038-CD50-F0FD6AAFFB7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45424" name="Object 4">
                            <a:extLst>
                              <a:ext uri="{FF2B5EF4-FFF2-40B4-BE49-F238E27FC236}">
                                <a16:creationId xmlns:a16="http://schemas.microsoft.com/office/drawing/2014/main" id="{9DEB53DE-0705-D038-CD50-F0FD6AAFFB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5425" name="Object 5">
                <a:extLst>
                  <a:ext uri="{FF2B5EF4-FFF2-40B4-BE49-F238E27FC236}">
                    <a16:creationId xmlns:a16="http://schemas.microsoft.com/office/drawing/2014/main" id="{1FDB039C-C5A4-FF96-964A-DB433A5C347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45425" name="Object 5">
                            <a:extLst>
                              <a:ext uri="{FF2B5EF4-FFF2-40B4-BE49-F238E27FC236}">
                                <a16:creationId xmlns:a16="http://schemas.microsoft.com/office/drawing/2014/main" id="{1FDB039C-C5A4-FF96-964A-DB433A5C34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5423" name="Text Box 6">
              <a:extLst>
                <a:ext uri="{FF2B5EF4-FFF2-40B4-BE49-F238E27FC236}">
                  <a16:creationId xmlns:a16="http://schemas.microsoft.com/office/drawing/2014/main" id="{71095367-9584-43BF-7188-3DBF2D4BFA14}"/>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4" name="Group 7">
            <a:extLst>
              <a:ext uri="{FF2B5EF4-FFF2-40B4-BE49-F238E27FC236}">
                <a16:creationId xmlns:a16="http://schemas.microsoft.com/office/drawing/2014/main" id="{D33C7A26-1249-F4A2-1BA6-77E68F28E4BB}"/>
              </a:ext>
            </a:extLst>
          </p:cNvPr>
          <p:cNvGrpSpPr>
            <a:grpSpLocks/>
          </p:cNvGrpSpPr>
          <p:nvPr/>
        </p:nvGrpSpPr>
        <p:grpSpPr bwMode="auto">
          <a:xfrm>
            <a:off x="3287714" y="2924176"/>
            <a:ext cx="4968875" cy="906463"/>
            <a:chOff x="-68" y="210"/>
            <a:chExt cx="5738" cy="3946"/>
          </a:xfrm>
        </p:grpSpPr>
        <p:grpSp>
          <p:nvGrpSpPr>
            <p:cNvPr id="145418" name="Group 8">
              <a:extLst>
                <a:ext uri="{FF2B5EF4-FFF2-40B4-BE49-F238E27FC236}">
                  <a16:creationId xmlns:a16="http://schemas.microsoft.com/office/drawing/2014/main" id="{DFDB0E8D-E4D0-424B-9C64-B20507FE4137}"/>
                </a:ext>
              </a:extLst>
            </p:cNvPr>
            <p:cNvGrpSpPr>
              <a:grpSpLocks/>
            </p:cNvGrpSpPr>
            <p:nvPr/>
          </p:nvGrpSpPr>
          <p:grpSpPr bwMode="auto">
            <a:xfrm>
              <a:off x="204" y="210"/>
              <a:ext cx="5443" cy="3946"/>
              <a:chOff x="720" y="480"/>
              <a:chExt cx="4224" cy="1390"/>
            </a:xfrm>
          </p:grpSpPr>
          <p:graphicFrame>
            <p:nvGraphicFramePr>
              <p:cNvPr id="145420" name="Object 9">
                <a:extLst>
                  <a:ext uri="{FF2B5EF4-FFF2-40B4-BE49-F238E27FC236}">
                    <a16:creationId xmlns:a16="http://schemas.microsoft.com/office/drawing/2014/main" id="{97CBE9BF-1E9B-02B2-1408-16AC68E01DC0}"/>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45420" name="Object 9">
                            <a:extLst>
                              <a:ext uri="{FF2B5EF4-FFF2-40B4-BE49-F238E27FC236}">
                                <a16:creationId xmlns:a16="http://schemas.microsoft.com/office/drawing/2014/main" id="{97CBE9BF-1E9B-02B2-1408-16AC68E01D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5421" name="Object 10">
                <a:extLst>
                  <a:ext uri="{FF2B5EF4-FFF2-40B4-BE49-F238E27FC236}">
                    <a16:creationId xmlns:a16="http://schemas.microsoft.com/office/drawing/2014/main" id="{75AD5B00-6D72-D2C0-9B4F-A0BCE370242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45421" name="Object 10">
                            <a:extLst>
                              <a:ext uri="{FF2B5EF4-FFF2-40B4-BE49-F238E27FC236}">
                                <a16:creationId xmlns:a16="http://schemas.microsoft.com/office/drawing/2014/main" id="{75AD5B00-6D72-D2C0-9B4F-A0BCE37024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5419" name="Text Box 11">
              <a:extLst>
                <a:ext uri="{FF2B5EF4-FFF2-40B4-BE49-F238E27FC236}">
                  <a16:creationId xmlns:a16="http://schemas.microsoft.com/office/drawing/2014/main" id="{5557F990-A17A-ACF7-D9FF-7BBE763901A2}"/>
                </a:ext>
              </a:extLst>
            </p:cNvPr>
            <p:cNvSpPr txBox="1">
              <a:spLocks noChangeArrowheads="1"/>
            </p:cNvSpPr>
            <p:nvPr/>
          </p:nvSpPr>
          <p:spPr bwMode="auto">
            <a:xfrm>
              <a:off x="-68" y="251"/>
              <a:ext cx="5738" cy="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4000" b="1">
                  <a:solidFill>
                    <a:srgbClr val="FF0000"/>
                  </a:solidFill>
                  <a:latin typeface="宋体" panose="02010600030101010101" pitchFamily="2" charset="-122"/>
                </a:rPr>
                <a:t>  Ia=</a:t>
              </a:r>
              <a:r>
                <a:rPr lang="el-GR" altLang="zh-CN" sz="4000" b="1">
                  <a:solidFill>
                    <a:srgbClr val="FF0000"/>
                  </a:solidFill>
                  <a:latin typeface="宋体" panose="02010600030101010101" pitchFamily="2" charset="-122"/>
                </a:rPr>
                <a:t>ε</a:t>
              </a:r>
              <a:r>
                <a:rPr lang="en-US" altLang="zh-CN" sz="4000" b="1">
                  <a:solidFill>
                    <a:srgbClr val="FF0000"/>
                  </a:solidFill>
                  <a:latin typeface="宋体" panose="02010600030101010101" pitchFamily="2" charset="-122"/>
                </a:rPr>
                <a:t>_CLOSURE(J)</a:t>
              </a:r>
            </a:p>
          </p:txBody>
        </p:sp>
      </p:grpSp>
      <p:grpSp>
        <p:nvGrpSpPr>
          <p:cNvPr id="6" name="Group 12">
            <a:extLst>
              <a:ext uri="{FF2B5EF4-FFF2-40B4-BE49-F238E27FC236}">
                <a16:creationId xmlns:a16="http://schemas.microsoft.com/office/drawing/2014/main" id="{2D78C8F4-8E3A-33A7-06AE-69C43FF1D919}"/>
              </a:ext>
            </a:extLst>
          </p:cNvPr>
          <p:cNvGrpSpPr>
            <a:grpSpLocks/>
          </p:cNvGrpSpPr>
          <p:nvPr/>
        </p:nvGrpSpPr>
        <p:grpSpPr bwMode="auto">
          <a:xfrm>
            <a:off x="1524000" y="4292601"/>
            <a:ext cx="9144000" cy="1223963"/>
            <a:chOff x="-68" y="210"/>
            <a:chExt cx="5738" cy="3946"/>
          </a:xfrm>
        </p:grpSpPr>
        <p:grpSp>
          <p:nvGrpSpPr>
            <p:cNvPr id="145414" name="Group 13">
              <a:extLst>
                <a:ext uri="{FF2B5EF4-FFF2-40B4-BE49-F238E27FC236}">
                  <a16:creationId xmlns:a16="http://schemas.microsoft.com/office/drawing/2014/main" id="{DAAB77D4-8A74-C23F-CDD4-AAB3FA3BDF78}"/>
                </a:ext>
              </a:extLst>
            </p:cNvPr>
            <p:cNvGrpSpPr>
              <a:grpSpLocks/>
            </p:cNvGrpSpPr>
            <p:nvPr/>
          </p:nvGrpSpPr>
          <p:grpSpPr bwMode="auto">
            <a:xfrm>
              <a:off x="204" y="210"/>
              <a:ext cx="5443" cy="3946"/>
              <a:chOff x="720" y="480"/>
              <a:chExt cx="4224" cy="1390"/>
            </a:xfrm>
          </p:grpSpPr>
          <p:graphicFrame>
            <p:nvGraphicFramePr>
              <p:cNvPr id="145416" name="Object 14">
                <a:extLst>
                  <a:ext uri="{FF2B5EF4-FFF2-40B4-BE49-F238E27FC236}">
                    <a16:creationId xmlns:a16="http://schemas.microsoft.com/office/drawing/2014/main" id="{83D29464-0003-C3D7-A48E-99B8BE1B151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45416" name="Object 14">
                            <a:extLst>
                              <a:ext uri="{FF2B5EF4-FFF2-40B4-BE49-F238E27FC236}">
                                <a16:creationId xmlns:a16="http://schemas.microsoft.com/office/drawing/2014/main" id="{83D29464-0003-C3D7-A48E-99B8BE1B1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5417" name="Object 15">
                <a:extLst>
                  <a:ext uri="{FF2B5EF4-FFF2-40B4-BE49-F238E27FC236}">
                    <a16:creationId xmlns:a16="http://schemas.microsoft.com/office/drawing/2014/main" id="{0363A9AD-7E0C-38AA-B132-A72F1D96042A}"/>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45417" name="Object 15">
                            <a:extLst>
                              <a:ext uri="{FF2B5EF4-FFF2-40B4-BE49-F238E27FC236}">
                                <a16:creationId xmlns:a16="http://schemas.microsoft.com/office/drawing/2014/main" id="{0363A9AD-7E0C-38AA-B132-A72F1D9604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5415" name="Text Box 16">
              <a:extLst>
                <a:ext uri="{FF2B5EF4-FFF2-40B4-BE49-F238E27FC236}">
                  <a16:creationId xmlns:a16="http://schemas.microsoft.com/office/drawing/2014/main" id="{E8F7B217-4457-AA08-174F-8200B2BFB444}"/>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71702" name="WordArt 22">
            <a:extLst>
              <a:ext uri="{FF2B5EF4-FFF2-40B4-BE49-F238E27FC236}">
                <a16:creationId xmlns:a16="http://schemas.microsoft.com/office/drawing/2014/main" id="{20540BC4-F80C-AA95-FD11-2A1019C55F26}"/>
              </a:ext>
            </a:extLst>
          </p:cNvPr>
          <p:cNvSpPr>
            <a:spLocks noChangeArrowheads="1" noChangeShapeType="1" noTextEdit="1"/>
          </p:cNvSpPr>
          <p:nvPr/>
        </p:nvSpPr>
        <p:spPr bwMode="auto">
          <a:xfrm>
            <a:off x="2347913" y="668338"/>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71702"/>
                                        </p:tgtEl>
                                        <p:attrNameLst>
                                          <p:attrName>style.visibility</p:attrName>
                                        </p:attrNameLst>
                                      </p:cBhvr>
                                      <p:to>
                                        <p:strVal val="visible"/>
                                      </p:to>
                                    </p:set>
                                    <p:animEffect transition="in" filter="fade">
                                      <p:cBhvr>
                                        <p:cTn id="7" dur="2000"/>
                                        <p:tgtEl>
                                          <p:spTgt spid="7170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000"/>
                                        <p:tgtEl>
                                          <p:spTgt spid="4"/>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0"/>
                                        <p:tgtEl>
                                          <p:spTgt spid="6"/>
                                        </p:tgtEl>
                                      </p:cBhvr>
                                    </p:animEffect>
                                  </p:childTnLst>
                                </p:cTn>
                              </p:par>
                            </p:childTnLst>
                          </p:cTn>
                        </p:par>
                        <p:par>
                          <p:cTn id="18" fill="hold" nodeType="afterGroup">
                            <p:stCondLst>
                              <p:cond delay="4000"/>
                            </p:stCondLst>
                            <p:childTnLst>
                              <p:par>
                                <p:cTn id="19" presetID="6" presetClass="emph" presetSubtype="0" fill="hold" nodeType="afterEffect">
                                  <p:stCondLst>
                                    <p:cond delay="0"/>
                                  </p:stCondLst>
                                  <p:childTnLst>
                                    <p:animScale>
                                      <p:cBhvr>
                                        <p:cTn id="20"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458" name="Group 2">
            <a:extLst>
              <a:ext uri="{FF2B5EF4-FFF2-40B4-BE49-F238E27FC236}">
                <a16:creationId xmlns:a16="http://schemas.microsoft.com/office/drawing/2014/main" id="{1CE5D1D1-FB4D-923E-FB2C-4EE1A4DA5344}"/>
              </a:ext>
            </a:extLst>
          </p:cNvPr>
          <p:cNvGrpSpPr>
            <a:grpSpLocks/>
          </p:cNvGrpSpPr>
          <p:nvPr/>
        </p:nvGrpSpPr>
        <p:grpSpPr bwMode="auto">
          <a:xfrm>
            <a:off x="3179764" y="134938"/>
            <a:ext cx="7127875" cy="576262"/>
            <a:chOff x="-68" y="210"/>
            <a:chExt cx="5738" cy="3946"/>
          </a:xfrm>
        </p:grpSpPr>
        <p:grpSp>
          <p:nvGrpSpPr>
            <p:cNvPr id="147481" name="Group 3">
              <a:extLst>
                <a:ext uri="{FF2B5EF4-FFF2-40B4-BE49-F238E27FC236}">
                  <a16:creationId xmlns:a16="http://schemas.microsoft.com/office/drawing/2014/main" id="{34068DAD-DC63-E77A-EF97-966272DFAFFC}"/>
                </a:ext>
              </a:extLst>
            </p:cNvPr>
            <p:cNvGrpSpPr>
              <a:grpSpLocks/>
            </p:cNvGrpSpPr>
            <p:nvPr/>
          </p:nvGrpSpPr>
          <p:grpSpPr bwMode="auto">
            <a:xfrm>
              <a:off x="204" y="210"/>
              <a:ext cx="5443" cy="3946"/>
              <a:chOff x="720" y="480"/>
              <a:chExt cx="4224" cy="1390"/>
            </a:xfrm>
          </p:grpSpPr>
          <p:graphicFrame>
            <p:nvGraphicFramePr>
              <p:cNvPr id="147483" name="Object 4">
                <a:extLst>
                  <a:ext uri="{FF2B5EF4-FFF2-40B4-BE49-F238E27FC236}">
                    <a16:creationId xmlns:a16="http://schemas.microsoft.com/office/drawing/2014/main" id="{8A090E03-0149-B7C5-A73A-83FB82528DD0}"/>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47483" name="Object 4">
                            <a:extLst>
                              <a:ext uri="{FF2B5EF4-FFF2-40B4-BE49-F238E27FC236}">
                                <a16:creationId xmlns:a16="http://schemas.microsoft.com/office/drawing/2014/main" id="{8A090E03-0149-B7C5-A73A-83FB82528D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7484" name="Object 5">
                <a:extLst>
                  <a:ext uri="{FF2B5EF4-FFF2-40B4-BE49-F238E27FC236}">
                    <a16:creationId xmlns:a16="http://schemas.microsoft.com/office/drawing/2014/main" id="{23DEB932-64AD-EE0F-F2F5-23FE23F766D6}"/>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47484" name="Object 5">
                            <a:extLst>
                              <a:ext uri="{FF2B5EF4-FFF2-40B4-BE49-F238E27FC236}">
                                <a16:creationId xmlns:a16="http://schemas.microsoft.com/office/drawing/2014/main" id="{23DEB932-64AD-EE0F-F2F5-23FE23F766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7482" name="Text Box 6">
              <a:extLst>
                <a:ext uri="{FF2B5EF4-FFF2-40B4-BE49-F238E27FC236}">
                  <a16:creationId xmlns:a16="http://schemas.microsoft.com/office/drawing/2014/main" id="{E0849470-1BC0-B35F-ECFC-5316AE8934A7}"/>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147459" name="Group 7">
            <a:extLst>
              <a:ext uri="{FF2B5EF4-FFF2-40B4-BE49-F238E27FC236}">
                <a16:creationId xmlns:a16="http://schemas.microsoft.com/office/drawing/2014/main" id="{5394D8B3-A859-EC29-E430-71D922D5A495}"/>
              </a:ext>
            </a:extLst>
          </p:cNvPr>
          <p:cNvGrpSpPr>
            <a:grpSpLocks/>
          </p:cNvGrpSpPr>
          <p:nvPr/>
        </p:nvGrpSpPr>
        <p:grpSpPr bwMode="auto">
          <a:xfrm>
            <a:off x="2957514" y="811213"/>
            <a:ext cx="4257675" cy="723900"/>
            <a:chOff x="-68" y="210"/>
            <a:chExt cx="5738" cy="3946"/>
          </a:xfrm>
        </p:grpSpPr>
        <p:grpSp>
          <p:nvGrpSpPr>
            <p:cNvPr id="147477" name="Group 8">
              <a:extLst>
                <a:ext uri="{FF2B5EF4-FFF2-40B4-BE49-F238E27FC236}">
                  <a16:creationId xmlns:a16="http://schemas.microsoft.com/office/drawing/2014/main" id="{4A9F5397-A46C-ABE2-C47F-823A95A409A9}"/>
                </a:ext>
              </a:extLst>
            </p:cNvPr>
            <p:cNvGrpSpPr>
              <a:grpSpLocks/>
            </p:cNvGrpSpPr>
            <p:nvPr/>
          </p:nvGrpSpPr>
          <p:grpSpPr bwMode="auto">
            <a:xfrm>
              <a:off x="204" y="210"/>
              <a:ext cx="5443" cy="3946"/>
              <a:chOff x="720" y="480"/>
              <a:chExt cx="4224" cy="1390"/>
            </a:xfrm>
          </p:grpSpPr>
          <p:graphicFrame>
            <p:nvGraphicFramePr>
              <p:cNvPr id="147479" name="Object 9">
                <a:extLst>
                  <a:ext uri="{FF2B5EF4-FFF2-40B4-BE49-F238E27FC236}">
                    <a16:creationId xmlns:a16="http://schemas.microsoft.com/office/drawing/2014/main" id="{3ADC9CA0-5E28-2DA7-168B-FA21FCEE50B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47479" name="Object 9">
                            <a:extLst>
                              <a:ext uri="{FF2B5EF4-FFF2-40B4-BE49-F238E27FC236}">
                                <a16:creationId xmlns:a16="http://schemas.microsoft.com/office/drawing/2014/main" id="{3ADC9CA0-5E28-2DA7-168B-FA21FCEE50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7480" name="Object 10">
                <a:extLst>
                  <a:ext uri="{FF2B5EF4-FFF2-40B4-BE49-F238E27FC236}">
                    <a16:creationId xmlns:a16="http://schemas.microsoft.com/office/drawing/2014/main" id="{EEAE38B2-2BF8-5BC7-7B34-32FA086B35A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47480" name="Object 10">
                            <a:extLst>
                              <a:ext uri="{FF2B5EF4-FFF2-40B4-BE49-F238E27FC236}">
                                <a16:creationId xmlns:a16="http://schemas.microsoft.com/office/drawing/2014/main" id="{EEAE38B2-2BF8-5BC7-7B34-32FA086B35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7478" name="Text Box 11">
              <a:extLst>
                <a:ext uri="{FF2B5EF4-FFF2-40B4-BE49-F238E27FC236}">
                  <a16:creationId xmlns:a16="http://schemas.microsoft.com/office/drawing/2014/main" id="{3667F31C-D13A-49DB-F213-C3876FDF39A3}"/>
                </a:ext>
              </a:extLst>
            </p:cNvPr>
            <p:cNvSpPr txBox="1">
              <a:spLocks noChangeArrowheads="1"/>
            </p:cNvSpPr>
            <p:nvPr/>
          </p:nvSpPr>
          <p:spPr bwMode="auto">
            <a:xfrm>
              <a:off x="-68" y="251"/>
              <a:ext cx="5738" cy="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FF0000"/>
                  </a:solidFill>
                  <a:latin typeface="宋体" panose="02010600030101010101" pitchFamily="2" charset="-122"/>
                </a:rPr>
                <a:t>  Ia=</a:t>
              </a:r>
              <a:r>
                <a:rPr lang="el-GR" altLang="zh-CN" b="1">
                  <a:solidFill>
                    <a:srgbClr val="FF0000"/>
                  </a:solidFill>
                  <a:latin typeface="宋体" panose="02010600030101010101" pitchFamily="2" charset="-122"/>
                </a:rPr>
                <a:t>ε</a:t>
              </a:r>
              <a:r>
                <a:rPr lang="en-US" altLang="zh-CN" b="1">
                  <a:solidFill>
                    <a:srgbClr val="FF0000"/>
                  </a:solidFill>
                  <a:latin typeface="宋体" panose="02010600030101010101" pitchFamily="2" charset="-122"/>
                </a:rPr>
                <a:t>_CLOSURE(J)</a:t>
              </a:r>
            </a:p>
          </p:txBody>
        </p:sp>
      </p:grpSp>
      <p:grpSp>
        <p:nvGrpSpPr>
          <p:cNvPr id="147460" name="Group 12">
            <a:extLst>
              <a:ext uri="{FF2B5EF4-FFF2-40B4-BE49-F238E27FC236}">
                <a16:creationId xmlns:a16="http://schemas.microsoft.com/office/drawing/2014/main" id="{28A8B0F8-1CA6-A503-6979-3E2FD324FDC1}"/>
              </a:ext>
            </a:extLst>
          </p:cNvPr>
          <p:cNvGrpSpPr>
            <a:grpSpLocks/>
          </p:cNvGrpSpPr>
          <p:nvPr/>
        </p:nvGrpSpPr>
        <p:grpSpPr bwMode="auto">
          <a:xfrm>
            <a:off x="1271588" y="1609726"/>
            <a:ext cx="9144001" cy="1223963"/>
            <a:chOff x="-68" y="210"/>
            <a:chExt cx="5738" cy="3946"/>
          </a:xfrm>
        </p:grpSpPr>
        <p:grpSp>
          <p:nvGrpSpPr>
            <p:cNvPr id="147473" name="Group 13">
              <a:extLst>
                <a:ext uri="{FF2B5EF4-FFF2-40B4-BE49-F238E27FC236}">
                  <a16:creationId xmlns:a16="http://schemas.microsoft.com/office/drawing/2014/main" id="{6D496AC1-030E-CFD3-2BAC-B9B46E410D29}"/>
                </a:ext>
              </a:extLst>
            </p:cNvPr>
            <p:cNvGrpSpPr>
              <a:grpSpLocks/>
            </p:cNvGrpSpPr>
            <p:nvPr/>
          </p:nvGrpSpPr>
          <p:grpSpPr bwMode="auto">
            <a:xfrm>
              <a:off x="204" y="210"/>
              <a:ext cx="5443" cy="3946"/>
              <a:chOff x="720" y="480"/>
              <a:chExt cx="4224" cy="1390"/>
            </a:xfrm>
          </p:grpSpPr>
          <p:graphicFrame>
            <p:nvGraphicFramePr>
              <p:cNvPr id="147475" name="Object 14">
                <a:extLst>
                  <a:ext uri="{FF2B5EF4-FFF2-40B4-BE49-F238E27FC236}">
                    <a16:creationId xmlns:a16="http://schemas.microsoft.com/office/drawing/2014/main" id="{17E366B9-14FD-0E42-FD65-88C04C14D06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47475" name="Object 14">
                            <a:extLst>
                              <a:ext uri="{FF2B5EF4-FFF2-40B4-BE49-F238E27FC236}">
                                <a16:creationId xmlns:a16="http://schemas.microsoft.com/office/drawing/2014/main" id="{17E366B9-14FD-0E42-FD65-88C04C14D0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7476" name="Object 15">
                <a:extLst>
                  <a:ext uri="{FF2B5EF4-FFF2-40B4-BE49-F238E27FC236}">
                    <a16:creationId xmlns:a16="http://schemas.microsoft.com/office/drawing/2014/main" id="{27231F5A-B78C-FBF2-4543-2727E006B95F}"/>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47476" name="Object 15">
                            <a:extLst>
                              <a:ext uri="{FF2B5EF4-FFF2-40B4-BE49-F238E27FC236}">
                                <a16:creationId xmlns:a16="http://schemas.microsoft.com/office/drawing/2014/main" id="{27231F5A-B78C-FBF2-4543-2727E006B9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7474" name="Text Box 16">
              <a:extLst>
                <a:ext uri="{FF2B5EF4-FFF2-40B4-BE49-F238E27FC236}">
                  <a16:creationId xmlns:a16="http://schemas.microsoft.com/office/drawing/2014/main" id="{060B0D43-5AAF-D516-010B-5570A64074E7}"/>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71702" name="WordArt 22">
            <a:extLst>
              <a:ext uri="{FF2B5EF4-FFF2-40B4-BE49-F238E27FC236}">
                <a16:creationId xmlns:a16="http://schemas.microsoft.com/office/drawing/2014/main" id="{BE92D6D6-226F-22A0-DA14-3F76B1A2C741}"/>
              </a:ext>
            </a:extLst>
          </p:cNvPr>
          <p:cNvSpPr>
            <a:spLocks noChangeArrowheads="1" noChangeShapeType="1" noTextEdit="1"/>
          </p:cNvSpPr>
          <p:nvPr/>
        </p:nvSpPr>
        <p:spPr bwMode="auto">
          <a:xfrm>
            <a:off x="1986131" y="116632"/>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grpSp>
        <p:nvGrpSpPr>
          <p:cNvPr id="3" name="Group 22">
            <a:extLst>
              <a:ext uri="{FF2B5EF4-FFF2-40B4-BE49-F238E27FC236}">
                <a16:creationId xmlns:a16="http://schemas.microsoft.com/office/drawing/2014/main" id="{52D56F5B-881E-AF0D-DB39-596C41EDB4AF}"/>
              </a:ext>
            </a:extLst>
          </p:cNvPr>
          <p:cNvGrpSpPr>
            <a:grpSpLocks/>
          </p:cNvGrpSpPr>
          <p:nvPr/>
        </p:nvGrpSpPr>
        <p:grpSpPr bwMode="auto">
          <a:xfrm>
            <a:off x="1870076" y="2941638"/>
            <a:ext cx="3578225" cy="576262"/>
            <a:chOff x="204" y="1797"/>
            <a:chExt cx="5307" cy="2268"/>
          </a:xfrm>
        </p:grpSpPr>
        <p:grpSp>
          <p:nvGrpSpPr>
            <p:cNvPr id="147469" name="Group 23">
              <a:extLst>
                <a:ext uri="{FF2B5EF4-FFF2-40B4-BE49-F238E27FC236}">
                  <a16:creationId xmlns:a16="http://schemas.microsoft.com/office/drawing/2014/main" id="{9A7A81DF-0EF3-299F-6C68-A7B727277564}"/>
                </a:ext>
              </a:extLst>
            </p:cNvPr>
            <p:cNvGrpSpPr>
              <a:grpSpLocks/>
            </p:cNvGrpSpPr>
            <p:nvPr/>
          </p:nvGrpSpPr>
          <p:grpSpPr bwMode="auto">
            <a:xfrm>
              <a:off x="204" y="1797"/>
              <a:ext cx="5307" cy="2268"/>
              <a:chOff x="720" y="480"/>
              <a:chExt cx="4224" cy="1390"/>
            </a:xfrm>
          </p:grpSpPr>
          <p:graphicFrame>
            <p:nvGraphicFramePr>
              <p:cNvPr id="147471" name="Object 24">
                <a:extLst>
                  <a:ext uri="{FF2B5EF4-FFF2-40B4-BE49-F238E27FC236}">
                    <a16:creationId xmlns:a16="http://schemas.microsoft.com/office/drawing/2014/main" id="{B357B60A-4D70-73BF-E962-E0FEF5AE8C4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47471" name="Object 24">
                            <a:extLst>
                              <a:ext uri="{FF2B5EF4-FFF2-40B4-BE49-F238E27FC236}">
                                <a16:creationId xmlns:a16="http://schemas.microsoft.com/office/drawing/2014/main" id="{B357B60A-4D70-73BF-E962-E0FEF5AE8C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7472" name="Object 25">
                <a:extLst>
                  <a:ext uri="{FF2B5EF4-FFF2-40B4-BE49-F238E27FC236}">
                    <a16:creationId xmlns:a16="http://schemas.microsoft.com/office/drawing/2014/main" id="{E70DF124-3EB0-AC8C-248C-5C1B95BC2797}"/>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47472" name="Object 25">
                            <a:extLst>
                              <a:ext uri="{FF2B5EF4-FFF2-40B4-BE49-F238E27FC236}">
                                <a16:creationId xmlns:a16="http://schemas.microsoft.com/office/drawing/2014/main" id="{E70DF124-3EB0-AC8C-248C-5C1B95BC27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7470" name="Text Box 26">
              <a:extLst>
                <a:ext uri="{FF2B5EF4-FFF2-40B4-BE49-F238E27FC236}">
                  <a16:creationId xmlns:a16="http://schemas.microsoft.com/office/drawing/2014/main" id="{62451435-A280-9311-EC44-E47F5835D67F}"/>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I={x,5,1}</a:t>
              </a:r>
              <a:r>
                <a:rPr lang="zh-CN" altLang="en-US" sz="2400" b="1">
                  <a:solidFill>
                    <a:srgbClr val="000808"/>
                  </a:solidFill>
                  <a:latin typeface="宋体" panose="02010600030101010101" pitchFamily="2" charset="-122"/>
                </a:rPr>
                <a:t>，求</a:t>
              </a:r>
              <a:r>
                <a:rPr lang="en-US" altLang="zh-CN" sz="2400" b="1">
                  <a:solidFill>
                    <a:srgbClr val="000808"/>
                  </a:solidFill>
                  <a:latin typeface="宋体" panose="02010600030101010101" pitchFamily="2" charset="-122"/>
                </a:rPr>
                <a:t>Ia </a:t>
              </a:r>
              <a:endParaRPr lang="zh-CN" altLang="en-US" sz="2400" b="1">
                <a:solidFill>
                  <a:srgbClr val="000808"/>
                </a:solidFill>
                <a:latin typeface="宋体" panose="02010600030101010101" pitchFamily="2" charset="-122"/>
              </a:endParaRPr>
            </a:p>
          </p:txBody>
        </p:sp>
      </p:grpSp>
      <p:grpSp>
        <p:nvGrpSpPr>
          <p:cNvPr id="10" name="Group 22">
            <a:extLst>
              <a:ext uri="{FF2B5EF4-FFF2-40B4-BE49-F238E27FC236}">
                <a16:creationId xmlns:a16="http://schemas.microsoft.com/office/drawing/2014/main" id="{A153453B-3ADB-59DD-5955-8C4ECAFB6383}"/>
              </a:ext>
            </a:extLst>
          </p:cNvPr>
          <p:cNvGrpSpPr>
            <a:grpSpLocks/>
          </p:cNvGrpSpPr>
          <p:nvPr/>
        </p:nvGrpSpPr>
        <p:grpSpPr bwMode="auto">
          <a:xfrm>
            <a:off x="1870075" y="3605213"/>
            <a:ext cx="6559550" cy="1223962"/>
            <a:chOff x="204" y="1797"/>
            <a:chExt cx="6042" cy="2268"/>
          </a:xfrm>
        </p:grpSpPr>
        <p:grpSp>
          <p:nvGrpSpPr>
            <p:cNvPr id="147465" name="Group 23">
              <a:extLst>
                <a:ext uri="{FF2B5EF4-FFF2-40B4-BE49-F238E27FC236}">
                  <a16:creationId xmlns:a16="http://schemas.microsoft.com/office/drawing/2014/main" id="{546F076E-492E-27CB-B1DD-90CDD03983DA}"/>
                </a:ext>
              </a:extLst>
            </p:cNvPr>
            <p:cNvGrpSpPr>
              <a:grpSpLocks/>
            </p:cNvGrpSpPr>
            <p:nvPr/>
          </p:nvGrpSpPr>
          <p:grpSpPr bwMode="auto">
            <a:xfrm>
              <a:off x="204" y="1797"/>
              <a:ext cx="6042" cy="2268"/>
              <a:chOff x="720" y="480"/>
              <a:chExt cx="4809" cy="1390"/>
            </a:xfrm>
          </p:grpSpPr>
          <p:graphicFrame>
            <p:nvGraphicFramePr>
              <p:cNvPr id="147467" name="Object 24">
                <a:extLst>
                  <a:ext uri="{FF2B5EF4-FFF2-40B4-BE49-F238E27FC236}">
                    <a16:creationId xmlns:a16="http://schemas.microsoft.com/office/drawing/2014/main" id="{37FCADE9-3665-CAF5-B0ED-3D261A369A5A}"/>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47467" name="Object 24">
                            <a:extLst>
                              <a:ext uri="{FF2B5EF4-FFF2-40B4-BE49-F238E27FC236}">
                                <a16:creationId xmlns:a16="http://schemas.microsoft.com/office/drawing/2014/main" id="{37FCADE9-3665-CAF5-B0ED-3D261A369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8" name="Object 25">
                <a:extLst>
                  <a:ext uri="{FF2B5EF4-FFF2-40B4-BE49-F238E27FC236}">
                    <a16:creationId xmlns:a16="http://schemas.microsoft.com/office/drawing/2014/main" id="{F46CAF01-38A8-A99C-DE6F-274EBF56AE4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47468" name="Object 25">
                            <a:extLst>
                              <a:ext uri="{FF2B5EF4-FFF2-40B4-BE49-F238E27FC236}">
                                <a16:creationId xmlns:a16="http://schemas.microsoft.com/office/drawing/2014/main" id="{F46CAF01-38A8-A99C-DE6F-274EBF56AE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7466" name="Text Box 26">
              <a:extLst>
                <a:ext uri="{FF2B5EF4-FFF2-40B4-BE49-F238E27FC236}">
                  <a16:creationId xmlns:a16="http://schemas.microsoft.com/office/drawing/2014/main" id="{E8754E5E-E314-F4F7-33D7-009612264C31}"/>
                </a:ext>
              </a:extLst>
            </p:cNvPr>
            <p:cNvSpPr txBox="1">
              <a:spLocks noChangeArrowheads="1"/>
            </p:cNvSpPr>
            <p:nvPr/>
          </p:nvSpPr>
          <p:spPr bwMode="auto">
            <a:xfrm>
              <a:off x="295" y="1841"/>
              <a:ext cx="5819" cy="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则</a:t>
              </a:r>
              <a:r>
                <a:rPr lang="en-US" altLang="zh-CN" sz="2400" b="1">
                  <a:solidFill>
                    <a:srgbClr val="000808"/>
                  </a:solidFill>
                  <a:latin typeface="宋体" panose="02010600030101010101" pitchFamily="2" charset="-122"/>
                </a:rPr>
                <a:t>J={5,3}</a:t>
              </a:r>
            </a:p>
            <a:p>
              <a:pPr fontAlgn="base">
                <a:spcBef>
                  <a:spcPct val="50000"/>
                </a:spcBef>
                <a:spcAft>
                  <a:spcPct val="0"/>
                </a:spcAft>
                <a:buClrTx/>
                <a:buSzTx/>
                <a:buNone/>
              </a:pPr>
              <a:r>
                <a:rPr lang="en-US" altLang="zh-CN" sz="2400" b="1">
                  <a:solidFill>
                    <a:srgbClr val="000808"/>
                  </a:solidFill>
                  <a:latin typeface="宋体" panose="02010600030101010101" pitchFamily="2" charset="-122"/>
                </a:rPr>
                <a:t>Ia =</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_CLOSURE(J)={5,3,1}</a:t>
              </a:r>
              <a:endParaRPr lang="zh-CN" altLang="en-US" sz="2400" b="1">
                <a:solidFill>
                  <a:srgbClr val="000808"/>
                </a:solidFill>
                <a:latin typeface="宋体" panose="02010600030101010101" pitchFamily="2" charset="-122"/>
              </a:endParaRPr>
            </a:p>
          </p:txBody>
        </p:sp>
      </p:grpSp>
      <p:pic>
        <p:nvPicPr>
          <p:cNvPr id="147464" name="图片 14">
            <a:extLst>
              <a:ext uri="{FF2B5EF4-FFF2-40B4-BE49-F238E27FC236}">
                <a16:creationId xmlns:a16="http://schemas.microsoft.com/office/drawing/2014/main" id="{F3B8EB2E-FE67-B0D0-72C5-0B16FFA14EC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0075" y="4845050"/>
            <a:ext cx="74691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506" name="Group 2">
            <a:extLst>
              <a:ext uri="{FF2B5EF4-FFF2-40B4-BE49-F238E27FC236}">
                <a16:creationId xmlns:a16="http://schemas.microsoft.com/office/drawing/2014/main" id="{C396CFF3-5BD2-C4B0-927C-8AB670B2E9B3}"/>
              </a:ext>
            </a:extLst>
          </p:cNvPr>
          <p:cNvGrpSpPr>
            <a:grpSpLocks/>
          </p:cNvGrpSpPr>
          <p:nvPr/>
        </p:nvGrpSpPr>
        <p:grpSpPr bwMode="auto">
          <a:xfrm>
            <a:off x="3179764" y="134938"/>
            <a:ext cx="7127875" cy="576262"/>
            <a:chOff x="-68" y="210"/>
            <a:chExt cx="5738" cy="3946"/>
          </a:xfrm>
        </p:grpSpPr>
        <p:grpSp>
          <p:nvGrpSpPr>
            <p:cNvPr id="149529" name="Group 3">
              <a:extLst>
                <a:ext uri="{FF2B5EF4-FFF2-40B4-BE49-F238E27FC236}">
                  <a16:creationId xmlns:a16="http://schemas.microsoft.com/office/drawing/2014/main" id="{CDBA0EE6-F2C9-148B-291D-B018D05ECE93}"/>
                </a:ext>
              </a:extLst>
            </p:cNvPr>
            <p:cNvGrpSpPr>
              <a:grpSpLocks/>
            </p:cNvGrpSpPr>
            <p:nvPr/>
          </p:nvGrpSpPr>
          <p:grpSpPr bwMode="auto">
            <a:xfrm>
              <a:off x="204" y="210"/>
              <a:ext cx="5443" cy="3946"/>
              <a:chOff x="720" y="480"/>
              <a:chExt cx="4224" cy="1390"/>
            </a:xfrm>
          </p:grpSpPr>
          <p:graphicFrame>
            <p:nvGraphicFramePr>
              <p:cNvPr id="149531" name="Object 4">
                <a:extLst>
                  <a:ext uri="{FF2B5EF4-FFF2-40B4-BE49-F238E27FC236}">
                    <a16:creationId xmlns:a16="http://schemas.microsoft.com/office/drawing/2014/main" id="{9D1C3EF7-1CA0-C10C-7C5F-6C55E0FF6FD9}"/>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49531" name="Object 4">
                            <a:extLst>
                              <a:ext uri="{FF2B5EF4-FFF2-40B4-BE49-F238E27FC236}">
                                <a16:creationId xmlns:a16="http://schemas.microsoft.com/office/drawing/2014/main" id="{9D1C3EF7-1CA0-C10C-7C5F-6C55E0FF6F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9532" name="Object 5">
                <a:extLst>
                  <a:ext uri="{FF2B5EF4-FFF2-40B4-BE49-F238E27FC236}">
                    <a16:creationId xmlns:a16="http://schemas.microsoft.com/office/drawing/2014/main" id="{F0043A51-9141-B743-95F5-6AE11B27359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49532" name="Object 5">
                            <a:extLst>
                              <a:ext uri="{FF2B5EF4-FFF2-40B4-BE49-F238E27FC236}">
                                <a16:creationId xmlns:a16="http://schemas.microsoft.com/office/drawing/2014/main" id="{F0043A51-9141-B743-95F5-6AE11B273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9530" name="Text Box 6">
              <a:extLst>
                <a:ext uri="{FF2B5EF4-FFF2-40B4-BE49-F238E27FC236}">
                  <a16:creationId xmlns:a16="http://schemas.microsoft.com/office/drawing/2014/main" id="{49733B12-FA61-7F41-607B-70F6589CE03C}"/>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149507" name="Group 7">
            <a:extLst>
              <a:ext uri="{FF2B5EF4-FFF2-40B4-BE49-F238E27FC236}">
                <a16:creationId xmlns:a16="http://schemas.microsoft.com/office/drawing/2014/main" id="{C9CF63A1-316B-23E2-387D-62584DB785CC}"/>
              </a:ext>
            </a:extLst>
          </p:cNvPr>
          <p:cNvGrpSpPr>
            <a:grpSpLocks/>
          </p:cNvGrpSpPr>
          <p:nvPr/>
        </p:nvGrpSpPr>
        <p:grpSpPr bwMode="auto">
          <a:xfrm>
            <a:off x="2957514" y="811213"/>
            <a:ext cx="4257675" cy="723900"/>
            <a:chOff x="-68" y="210"/>
            <a:chExt cx="5738" cy="3946"/>
          </a:xfrm>
        </p:grpSpPr>
        <p:grpSp>
          <p:nvGrpSpPr>
            <p:cNvPr id="149525" name="Group 8">
              <a:extLst>
                <a:ext uri="{FF2B5EF4-FFF2-40B4-BE49-F238E27FC236}">
                  <a16:creationId xmlns:a16="http://schemas.microsoft.com/office/drawing/2014/main" id="{CA274614-DF69-1D34-45F3-D2C8BDA8DA9D}"/>
                </a:ext>
              </a:extLst>
            </p:cNvPr>
            <p:cNvGrpSpPr>
              <a:grpSpLocks/>
            </p:cNvGrpSpPr>
            <p:nvPr/>
          </p:nvGrpSpPr>
          <p:grpSpPr bwMode="auto">
            <a:xfrm>
              <a:off x="204" y="210"/>
              <a:ext cx="5443" cy="3946"/>
              <a:chOff x="720" y="480"/>
              <a:chExt cx="4224" cy="1390"/>
            </a:xfrm>
          </p:grpSpPr>
          <p:graphicFrame>
            <p:nvGraphicFramePr>
              <p:cNvPr id="149527" name="Object 9">
                <a:extLst>
                  <a:ext uri="{FF2B5EF4-FFF2-40B4-BE49-F238E27FC236}">
                    <a16:creationId xmlns:a16="http://schemas.microsoft.com/office/drawing/2014/main" id="{BD3E55CB-F905-F9C1-F8FB-AD81A4CE565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49527" name="Object 9">
                            <a:extLst>
                              <a:ext uri="{FF2B5EF4-FFF2-40B4-BE49-F238E27FC236}">
                                <a16:creationId xmlns:a16="http://schemas.microsoft.com/office/drawing/2014/main" id="{BD3E55CB-F905-F9C1-F8FB-AD81A4CE56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9528" name="Object 10">
                <a:extLst>
                  <a:ext uri="{FF2B5EF4-FFF2-40B4-BE49-F238E27FC236}">
                    <a16:creationId xmlns:a16="http://schemas.microsoft.com/office/drawing/2014/main" id="{733573BA-5454-CEDE-FC39-E746CCE0553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49528" name="Object 10">
                            <a:extLst>
                              <a:ext uri="{FF2B5EF4-FFF2-40B4-BE49-F238E27FC236}">
                                <a16:creationId xmlns:a16="http://schemas.microsoft.com/office/drawing/2014/main" id="{733573BA-5454-CEDE-FC39-E746CCE055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9526" name="Text Box 11">
              <a:extLst>
                <a:ext uri="{FF2B5EF4-FFF2-40B4-BE49-F238E27FC236}">
                  <a16:creationId xmlns:a16="http://schemas.microsoft.com/office/drawing/2014/main" id="{4754882E-160B-53D4-3B7A-FDFD51498E30}"/>
                </a:ext>
              </a:extLst>
            </p:cNvPr>
            <p:cNvSpPr txBox="1">
              <a:spLocks noChangeArrowheads="1"/>
            </p:cNvSpPr>
            <p:nvPr/>
          </p:nvSpPr>
          <p:spPr bwMode="auto">
            <a:xfrm>
              <a:off x="-68" y="251"/>
              <a:ext cx="5738" cy="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FF0000"/>
                  </a:solidFill>
                  <a:latin typeface="宋体" panose="02010600030101010101" pitchFamily="2" charset="-122"/>
                </a:rPr>
                <a:t>  Ia=</a:t>
              </a:r>
              <a:r>
                <a:rPr lang="el-GR" altLang="zh-CN" b="1">
                  <a:solidFill>
                    <a:srgbClr val="FF0000"/>
                  </a:solidFill>
                  <a:latin typeface="宋体" panose="02010600030101010101" pitchFamily="2" charset="-122"/>
                </a:rPr>
                <a:t>ε</a:t>
              </a:r>
              <a:r>
                <a:rPr lang="en-US" altLang="zh-CN" b="1">
                  <a:solidFill>
                    <a:srgbClr val="FF0000"/>
                  </a:solidFill>
                  <a:latin typeface="宋体" panose="02010600030101010101" pitchFamily="2" charset="-122"/>
                </a:rPr>
                <a:t>_CLOSURE(J)</a:t>
              </a:r>
            </a:p>
          </p:txBody>
        </p:sp>
      </p:grpSp>
      <p:grpSp>
        <p:nvGrpSpPr>
          <p:cNvPr id="149508" name="Group 12">
            <a:extLst>
              <a:ext uri="{FF2B5EF4-FFF2-40B4-BE49-F238E27FC236}">
                <a16:creationId xmlns:a16="http://schemas.microsoft.com/office/drawing/2014/main" id="{73B608B5-FA23-7D76-85A4-C44C4FA04BD4}"/>
              </a:ext>
            </a:extLst>
          </p:cNvPr>
          <p:cNvGrpSpPr>
            <a:grpSpLocks/>
          </p:cNvGrpSpPr>
          <p:nvPr/>
        </p:nvGrpSpPr>
        <p:grpSpPr bwMode="auto">
          <a:xfrm>
            <a:off x="1271588" y="1609726"/>
            <a:ext cx="9144001" cy="1223963"/>
            <a:chOff x="-68" y="210"/>
            <a:chExt cx="5738" cy="3946"/>
          </a:xfrm>
        </p:grpSpPr>
        <p:grpSp>
          <p:nvGrpSpPr>
            <p:cNvPr id="149521" name="Group 13">
              <a:extLst>
                <a:ext uri="{FF2B5EF4-FFF2-40B4-BE49-F238E27FC236}">
                  <a16:creationId xmlns:a16="http://schemas.microsoft.com/office/drawing/2014/main" id="{87DB5B2C-059B-B153-D634-08AD58145EB1}"/>
                </a:ext>
              </a:extLst>
            </p:cNvPr>
            <p:cNvGrpSpPr>
              <a:grpSpLocks/>
            </p:cNvGrpSpPr>
            <p:nvPr/>
          </p:nvGrpSpPr>
          <p:grpSpPr bwMode="auto">
            <a:xfrm>
              <a:off x="204" y="210"/>
              <a:ext cx="5443" cy="3946"/>
              <a:chOff x="720" y="480"/>
              <a:chExt cx="4224" cy="1390"/>
            </a:xfrm>
          </p:grpSpPr>
          <p:graphicFrame>
            <p:nvGraphicFramePr>
              <p:cNvPr id="149523" name="Object 14">
                <a:extLst>
                  <a:ext uri="{FF2B5EF4-FFF2-40B4-BE49-F238E27FC236}">
                    <a16:creationId xmlns:a16="http://schemas.microsoft.com/office/drawing/2014/main" id="{BE738EB3-A6F0-0233-DC56-981A1C50D8B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49523" name="Object 14">
                            <a:extLst>
                              <a:ext uri="{FF2B5EF4-FFF2-40B4-BE49-F238E27FC236}">
                                <a16:creationId xmlns:a16="http://schemas.microsoft.com/office/drawing/2014/main" id="{BE738EB3-A6F0-0233-DC56-981A1C50D8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9524" name="Object 15">
                <a:extLst>
                  <a:ext uri="{FF2B5EF4-FFF2-40B4-BE49-F238E27FC236}">
                    <a16:creationId xmlns:a16="http://schemas.microsoft.com/office/drawing/2014/main" id="{0127E69C-EAC4-76A1-D32A-13E5648558DE}"/>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49524" name="Object 15">
                            <a:extLst>
                              <a:ext uri="{FF2B5EF4-FFF2-40B4-BE49-F238E27FC236}">
                                <a16:creationId xmlns:a16="http://schemas.microsoft.com/office/drawing/2014/main" id="{0127E69C-EAC4-76A1-D32A-13E5648558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9522" name="Text Box 16">
              <a:extLst>
                <a:ext uri="{FF2B5EF4-FFF2-40B4-BE49-F238E27FC236}">
                  <a16:creationId xmlns:a16="http://schemas.microsoft.com/office/drawing/2014/main" id="{22A99457-8AF3-8CDE-C9C7-3404857A4D24}"/>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71702" name="WordArt 22">
            <a:extLst>
              <a:ext uri="{FF2B5EF4-FFF2-40B4-BE49-F238E27FC236}">
                <a16:creationId xmlns:a16="http://schemas.microsoft.com/office/drawing/2014/main" id="{542AD952-7824-39BB-F77F-57C1555F4BD2}"/>
              </a:ext>
            </a:extLst>
          </p:cNvPr>
          <p:cNvSpPr>
            <a:spLocks noChangeArrowheads="1" noChangeShapeType="1" noTextEdit="1"/>
          </p:cNvSpPr>
          <p:nvPr/>
        </p:nvSpPr>
        <p:spPr bwMode="auto">
          <a:xfrm>
            <a:off x="1986131" y="116632"/>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grpSp>
        <p:nvGrpSpPr>
          <p:cNvPr id="3" name="Group 22">
            <a:extLst>
              <a:ext uri="{FF2B5EF4-FFF2-40B4-BE49-F238E27FC236}">
                <a16:creationId xmlns:a16="http://schemas.microsoft.com/office/drawing/2014/main" id="{C655699B-60EE-8715-C633-77470070BC5B}"/>
              </a:ext>
            </a:extLst>
          </p:cNvPr>
          <p:cNvGrpSpPr>
            <a:grpSpLocks/>
          </p:cNvGrpSpPr>
          <p:nvPr/>
        </p:nvGrpSpPr>
        <p:grpSpPr bwMode="auto">
          <a:xfrm>
            <a:off x="1870076" y="2941638"/>
            <a:ext cx="3578225" cy="576262"/>
            <a:chOff x="204" y="1797"/>
            <a:chExt cx="5307" cy="2268"/>
          </a:xfrm>
        </p:grpSpPr>
        <p:grpSp>
          <p:nvGrpSpPr>
            <p:cNvPr id="149517" name="Group 23">
              <a:extLst>
                <a:ext uri="{FF2B5EF4-FFF2-40B4-BE49-F238E27FC236}">
                  <a16:creationId xmlns:a16="http://schemas.microsoft.com/office/drawing/2014/main" id="{AB435BCB-2943-5903-0A47-A5176720E237}"/>
                </a:ext>
              </a:extLst>
            </p:cNvPr>
            <p:cNvGrpSpPr>
              <a:grpSpLocks/>
            </p:cNvGrpSpPr>
            <p:nvPr/>
          </p:nvGrpSpPr>
          <p:grpSpPr bwMode="auto">
            <a:xfrm>
              <a:off x="204" y="1797"/>
              <a:ext cx="5307" cy="2268"/>
              <a:chOff x="720" y="480"/>
              <a:chExt cx="4224" cy="1390"/>
            </a:xfrm>
          </p:grpSpPr>
          <p:graphicFrame>
            <p:nvGraphicFramePr>
              <p:cNvPr id="149519" name="Object 24">
                <a:extLst>
                  <a:ext uri="{FF2B5EF4-FFF2-40B4-BE49-F238E27FC236}">
                    <a16:creationId xmlns:a16="http://schemas.microsoft.com/office/drawing/2014/main" id="{C964467F-84CF-CED5-3EFD-F382CF86EAD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49519" name="Object 24">
                            <a:extLst>
                              <a:ext uri="{FF2B5EF4-FFF2-40B4-BE49-F238E27FC236}">
                                <a16:creationId xmlns:a16="http://schemas.microsoft.com/office/drawing/2014/main" id="{C964467F-84CF-CED5-3EFD-F382CF86E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9520" name="Object 25">
                <a:extLst>
                  <a:ext uri="{FF2B5EF4-FFF2-40B4-BE49-F238E27FC236}">
                    <a16:creationId xmlns:a16="http://schemas.microsoft.com/office/drawing/2014/main" id="{30BF0E09-C404-FFEF-F58A-DCEF3EF1E9D6}"/>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49520" name="Object 25">
                            <a:extLst>
                              <a:ext uri="{FF2B5EF4-FFF2-40B4-BE49-F238E27FC236}">
                                <a16:creationId xmlns:a16="http://schemas.microsoft.com/office/drawing/2014/main" id="{30BF0E09-C404-FFEF-F58A-DCEF3EF1E9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9518" name="Text Box 26">
              <a:extLst>
                <a:ext uri="{FF2B5EF4-FFF2-40B4-BE49-F238E27FC236}">
                  <a16:creationId xmlns:a16="http://schemas.microsoft.com/office/drawing/2014/main" id="{448CD5B4-2644-6272-9E59-6A2FE1F5D10E}"/>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I={5,3,1}</a:t>
              </a:r>
              <a:r>
                <a:rPr lang="zh-CN" altLang="en-US" sz="2400" b="1">
                  <a:solidFill>
                    <a:srgbClr val="000808"/>
                  </a:solidFill>
                  <a:latin typeface="宋体" panose="02010600030101010101" pitchFamily="2" charset="-122"/>
                </a:rPr>
                <a:t>，求</a:t>
              </a:r>
              <a:r>
                <a:rPr lang="en-US" altLang="zh-CN" sz="2400" b="1">
                  <a:solidFill>
                    <a:srgbClr val="000808"/>
                  </a:solidFill>
                  <a:latin typeface="宋体" panose="02010600030101010101" pitchFamily="2" charset="-122"/>
                </a:rPr>
                <a:t>Ia </a:t>
              </a:r>
              <a:endParaRPr lang="zh-CN" altLang="en-US" sz="2400" b="1">
                <a:solidFill>
                  <a:srgbClr val="000808"/>
                </a:solidFill>
                <a:latin typeface="宋体" panose="02010600030101010101" pitchFamily="2" charset="-122"/>
              </a:endParaRPr>
            </a:p>
          </p:txBody>
        </p:sp>
      </p:grpSp>
      <p:grpSp>
        <p:nvGrpSpPr>
          <p:cNvPr id="10" name="Group 22">
            <a:extLst>
              <a:ext uri="{FF2B5EF4-FFF2-40B4-BE49-F238E27FC236}">
                <a16:creationId xmlns:a16="http://schemas.microsoft.com/office/drawing/2014/main" id="{DF798C49-3661-559F-65C2-8E73F7CAE8F5}"/>
              </a:ext>
            </a:extLst>
          </p:cNvPr>
          <p:cNvGrpSpPr>
            <a:grpSpLocks/>
          </p:cNvGrpSpPr>
          <p:nvPr/>
        </p:nvGrpSpPr>
        <p:grpSpPr bwMode="auto">
          <a:xfrm>
            <a:off x="1870075" y="3605213"/>
            <a:ext cx="6559550" cy="1223962"/>
            <a:chOff x="204" y="1797"/>
            <a:chExt cx="6042" cy="2268"/>
          </a:xfrm>
        </p:grpSpPr>
        <p:grpSp>
          <p:nvGrpSpPr>
            <p:cNvPr id="149513" name="Group 23">
              <a:extLst>
                <a:ext uri="{FF2B5EF4-FFF2-40B4-BE49-F238E27FC236}">
                  <a16:creationId xmlns:a16="http://schemas.microsoft.com/office/drawing/2014/main" id="{CF1B3D98-51AD-4FAB-AF77-147B26154930}"/>
                </a:ext>
              </a:extLst>
            </p:cNvPr>
            <p:cNvGrpSpPr>
              <a:grpSpLocks/>
            </p:cNvGrpSpPr>
            <p:nvPr/>
          </p:nvGrpSpPr>
          <p:grpSpPr bwMode="auto">
            <a:xfrm>
              <a:off x="204" y="1797"/>
              <a:ext cx="6042" cy="2268"/>
              <a:chOff x="720" y="480"/>
              <a:chExt cx="4809" cy="1390"/>
            </a:xfrm>
          </p:grpSpPr>
          <p:graphicFrame>
            <p:nvGraphicFramePr>
              <p:cNvPr id="149515" name="Object 24">
                <a:extLst>
                  <a:ext uri="{FF2B5EF4-FFF2-40B4-BE49-F238E27FC236}">
                    <a16:creationId xmlns:a16="http://schemas.microsoft.com/office/drawing/2014/main" id="{B6E537B6-CCAD-A874-9537-971370BCCFE2}"/>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49515" name="Object 24">
                            <a:extLst>
                              <a:ext uri="{FF2B5EF4-FFF2-40B4-BE49-F238E27FC236}">
                                <a16:creationId xmlns:a16="http://schemas.microsoft.com/office/drawing/2014/main" id="{B6E537B6-CCAD-A874-9537-971370BCCF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16" name="Object 25">
                <a:extLst>
                  <a:ext uri="{FF2B5EF4-FFF2-40B4-BE49-F238E27FC236}">
                    <a16:creationId xmlns:a16="http://schemas.microsoft.com/office/drawing/2014/main" id="{115D3C8F-66F2-5897-CA77-E123A648BC7D}"/>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49516" name="Object 25">
                            <a:extLst>
                              <a:ext uri="{FF2B5EF4-FFF2-40B4-BE49-F238E27FC236}">
                                <a16:creationId xmlns:a16="http://schemas.microsoft.com/office/drawing/2014/main" id="{115D3C8F-66F2-5897-CA77-E123A648BC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9514" name="Text Box 26">
              <a:extLst>
                <a:ext uri="{FF2B5EF4-FFF2-40B4-BE49-F238E27FC236}">
                  <a16:creationId xmlns:a16="http://schemas.microsoft.com/office/drawing/2014/main" id="{F2220A96-D5A7-8338-86A3-43E5D67AB2EB}"/>
                </a:ext>
              </a:extLst>
            </p:cNvPr>
            <p:cNvSpPr txBox="1">
              <a:spLocks noChangeArrowheads="1"/>
            </p:cNvSpPr>
            <p:nvPr/>
          </p:nvSpPr>
          <p:spPr bwMode="auto">
            <a:xfrm>
              <a:off x="295" y="1841"/>
              <a:ext cx="5819" cy="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则</a:t>
              </a:r>
              <a:r>
                <a:rPr lang="en-US" altLang="zh-CN" sz="2400" b="1">
                  <a:solidFill>
                    <a:srgbClr val="000808"/>
                  </a:solidFill>
                  <a:latin typeface="宋体" panose="02010600030101010101" pitchFamily="2" charset="-122"/>
                </a:rPr>
                <a:t>J={5,3,2}</a:t>
              </a:r>
            </a:p>
            <a:p>
              <a:pPr fontAlgn="base">
                <a:spcBef>
                  <a:spcPct val="50000"/>
                </a:spcBef>
                <a:spcAft>
                  <a:spcPct val="0"/>
                </a:spcAft>
                <a:buClrTx/>
                <a:buSzTx/>
                <a:buNone/>
              </a:pPr>
              <a:r>
                <a:rPr lang="en-US" altLang="zh-CN" sz="2400" b="1">
                  <a:solidFill>
                    <a:srgbClr val="000808"/>
                  </a:solidFill>
                  <a:latin typeface="宋体" panose="02010600030101010101" pitchFamily="2" charset="-122"/>
                </a:rPr>
                <a:t>Ia =</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_CLOSURE(J)={5,3,2,1,6,y}</a:t>
              </a:r>
              <a:endParaRPr lang="zh-CN" altLang="en-US" sz="2400" b="1">
                <a:solidFill>
                  <a:srgbClr val="000808"/>
                </a:solidFill>
                <a:latin typeface="宋体" panose="02010600030101010101" pitchFamily="2" charset="-122"/>
              </a:endParaRPr>
            </a:p>
          </p:txBody>
        </p:sp>
      </p:grpSp>
      <p:pic>
        <p:nvPicPr>
          <p:cNvPr id="149512" name="图片 14">
            <a:extLst>
              <a:ext uri="{FF2B5EF4-FFF2-40B4-BE49-F238E27FC236}">
                <a16:creationId xmlns:a16="http://schemas.microsoft.com/office/drawing/2014/main" id="{F5B41202-7022-19FE-44DF-DBBA430EE51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0075" y="4845050"/>
            <a:ext cx="74691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554" name="Group 2">
            <a:extLst>
              <a:ext uri="{FF2B5EF4-FFF2-40B4-BE49-F238E27FC236}">
                <a16:creationId xmlns:a16="http://schemas.microsoft.com/office/drawing/2014/main" id="{025F0AD5-F8C2-D749-DC9A-CAB9082C654E}"/>
              </a:ext>
            </a:extLst>
          </p:cNvPr>
          <p:cNvGrpSpPr>
            <a:grpSpLocks/>
          </p:cNvGrpSpPr>
          <p:nvPr/>
        </p:nvGrpSpPr>
        <p:grpSpPr bwMode="auto">
          <a:xfrm>
            <a:off x="3179764" y="134938"/>
            <a:ext cx="7127875" cy="576262"/>
            <a:chOff x="-68" y="210"/>
            <a:chExt cx="5738" cy="3946"/>
          </a:xfrm>
        </p:grpSpPr>
        <p:grpSp>
          <p:nvGrpSpPr>
            <p:cNvPr id="151577" name="Group 3">
              <a:extLst>
                <a:ext uri="{FF2B5EF4-FFF2-40B4-BE49-F238E27FC236}">
                  <a16:creationId xmlns:a16="http://schemas.microsoft.com/office/drawing/2014/main" id="{1CD03884-C2A5-8933-7443-B43EBD2624B8}"/>
                </a:ext>
              </a:extLst>
            </p:cNvPr>
            <p:cNvGrpSpPr>
              <a:grpSpLocks/>
            </p:cNvGrpSpPr>
            <p:nvPr/>
          </p:nvGrpSpPr>
          <p:grpSpPr bwMode="auto">
            <a:xfrm>
              <a:off x="204" y="210"/>
              <a:ext cx="5443" cy="3946"/>
              <a:chOff x="720" y="480"/>
              <a:chExt cx="4224" cy="1390"/>
            </a:xfrm>
          </p:grpSpPr>
          <p:graphicFrame>
            <p:nvGraphicFramePr>
              <p:cNvPr id="151579" name="Object 4">
                <a:extLst>
                  <a:ext uri="{FF2B5EF4-FFF2-40B4-BE49-F238E27FC236}">
                    <a16:creationId xmlns:a16="http://schemas.microsoft.com/office/drawing/2014/main" id="{3DDBDAD5-164D-1E37-28DB-4E82D1DCF4F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51579" name="Object 4">
                            <a:extLst>
                              <a:ext uri="{FF2B5EF4-FFF2-40B4-BE49-F238E27FC236}">
                                <a16:creationId xmlns:a16="http://schemas.microsoft.com/office/drawing/2014/main" id="{3DDBDAD5-164D-1E37-28DB-4E82D1DCF4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1580" name="Object 5">
                <a:extLst>
                  <a:ext uri="{FF2B5EF4-FFF2-40B4-BE49-F238E27FC236}">
                    <a16:creationId xmlns:a16="http://schemas.microsoft.com/office/drawing/2014/main" id="{43381A1D-CC39-EB7B-FA44-F6F9CB49B356}"/>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51580" name="Object 5">
                            <a:extLst>
                              <a:ext uri="{FF2B5EF4-FFF2-40B4-BE49-F238E27FC236}">
                                <a16:creationId xmlns:a16="http://schemas.microsoft.com/office/drawing/2014/main" id="{43381A1D-CC39-EB7B-FA44-F6F9CB49B3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578" name="Text Box 6">
              <a:extLst>
                <a:ext uri="{FF2B5EF4-FFF2-40B4-BE49-F238E27FC236}">
                  <a16:creationId xmlns:a16="http://schemas.microsoft.com/office/drawing/2014/main" id="{31F12272-D255-E29F-A667-08A75B9C4E1A}"/>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151555" name="Group 7">
            <a:extLst>
              <a:ext uri="{FF2B5EF4-FFF2-40B4-BE49-F238E27FC236}">
                <a16:creationId xmlns:a16="http://schemas.microsoft.com/office/drawing/2014/main" id="{22321E3A-F990-E802-A335-E1AEBB078716}"/>
              </a:ext>
            </a:extLst>
          </p:cNvPr>
          <p:cNvGrpSpPr>
            <a:grpSpLocks/>
          </p:cNvGrpSpPr>
          <p:nvPr/>
        </p:nvGrpSpPr>
        <p:grpSpPr bwMode="auto">
          <a:xfrm>
            <a:off x="2957514" y="811213"/>
            <a:ext cx="4257675" cy="723900"/>
            <a:chOff x="-68" y="210"/>
            <a:chExt cx="5738" cy="3946"/>
          </a:xfrm>
        </p:grpSpPr>
        <p:grpSp>
          <p:nvGrpSpPr>
            <p:cNvPr id="151573" name="Group 8">
              <a:extLst>
                <a:ext uri="{FF2B5EF4-FFF2-40B4-BE49-F238E27FC236}">
                  <a16:creationId xmlns:a16="http://schemas.microsoft.com/office/drawing/2014/main" id="{AE186E09-8783-F711-6C21-3710ED0A2E5C}"/>
                </a:ext>
              </a:extLst>
            </p:cNvPr>
            <p:cNvGrpSpPr>
              <a:grpSpLocks/>
            </p:cNvGrpSpPr>
            <p:nvPr/>
          </p:nvGrpSpPr>
          <p:grpSpPr bwMode="auto">
            <a:xfrm>
              <a:off x="204" y="210"/>
              <a:ext cx="5443" cy="3946"/>
              <a:chOff x="720" y="480"/>
              <a:chExt cx="4224" cy="1390"/>
            </a:xfrm>
          </p:grpSpPr>
          <p:graphicFrame>
            <p:nvGraphicFramePr>
              <p:cNvPr id="151575" name="Object 9">
                <a:extLst>
                  <a:ext uri="{FF2B5EF4-FFF2-40B4-BE49-F238E27FC236}">
                    <a16:creationId xmlns:a16="http://schemas.microsoft.com/office/drawing/2014/main" id="{C99868BA-79EE-03B7-9C81-59E845D7E8F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51575" name="Object 9">
                            <a:extLst>
                              <a:ext uri="{FF2B5EF4-FFF2-40B4-BE49-F238E27FC236}">
                                <a16:creationId xmlns:a16="http://schemas.microsoft.com/office/drawing/2014/main" id="{C99868BA-79EE-03B7-9C81-59E845D7E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1576" name="Object 10">
                <a:extLst>
                  <a:ext uri="{FF2B5EF4-FFF2-40B4-BE49-F238E27FC236}">
                    <a16:creationId xmlns:a16="http://schemas.microsoft.com/office/drawing/2014/main" id="{490D54AB-E74E-ACDA-CACE-36CE542C6D97}"/>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51576" name="Object 10">
                            <a:extLst>
                              <a:ext uri="{FF2B5EF4-FFF2-40B4-BE49-F238E27FC236}">
                                <a16:creationId xmlns:a16="http://schemas.microsoft.com/office/drawing/2014/main" id="{490D54AB-E74E-ACDA-CACE-36CE542C6D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574" name="Text Box 11">
              <a:extLst>
                <a:ext uri="{FF2B5EF4-FFF2-40B4-BE49-F238E27FC236}">
                  <a16:creationId xmlns:a16="http://schemas.microsoft.com/office/drawing/2014/main" id="{43951049-5B70-E93C-2681-742E4DADC105}"/>
                </a:ext>
              </a:extLst>
            </p:cNvPr>
            <p:cNvSpPr txBox="1">
              <a:spLocks noChangeArrowheads="1"/>
            </p:cNvSpPr>
            <p:nvPr/>
          </p:nvSpPr>
          <p:spPr bwMode="auto">
            <a:xfrm>
              <a:off x="-68" y="251"/>
              <a:ext cx="5738" cy="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FF0000"/>
                  </a:solidFill>
                  <a:latin typeface="宋体" panose="02010600030101010101" pitchFamily="2" charset="-122"/>
                </a:rPr>
                <a:t>  Ia=</a:t>
              </a:r>
              <a:r>
                <a:rPr lang="el-GR" altLang="zh-CN" b="1">
                  <a:solidFill>
                    <a:srgbClr val="FF0000"/>
                  </a:solidFill>
                  <a:latin typeface="宋体" panose="02010600030101010101" pitchFamily="2" charset="-122"/>
                </a:rPr>
                <a:t>ε</a:t>
              </a:r>
              <a:r>
                <a:rPr lang="en-US" altLang="zh-CN" b="1">
                  <a:solidFill>
                    <a:srgbClr val="FF0000"/>
                  </a:solidFill>
                  <a:latin typeface="宋体" panose="02010600030101010101" pitchFamily="2" charset="-122"/>
                </a:rPr>
                <a:t>_CLOSURE(J)</a:t>
              </a:r>
            </a:p>
          </p:txBody>
        </p:sp>
      </p:grpSp>
      <p:grpSp>
        <p:nvGrpSpPr>
          <p:cNvPr id="151556" name="Group 12">
            <a:extLst>
              <a:ext uri="{FF2B5EF4-FFF2-40B4-BE49-F238E27FC236}">
                <a16:creationId xmlns:a16="http://schemas.microsoft.com/office/drawing/2014/main" id="{97B9A4D2-10A1-AA02-27AF-E2F375917BA0}"/>
              </a:ext>
            </a:extLst>
          </p:cNvPr>
          <p:cNvGrpSpPr>
            <a:grpSpLocks/>
          </p:cNvGrpSpPr>
          <p:nvPr/>
        </p:nvGrpSpPr>
        <p:grpSpPr bwMode="auto">
          <a:xfrm>
            <a:off x="1271588" y="1609726"/>
            <a:ext cx="9144001" cy="1223963"/>
            <a:chOff x="-68" y="210"/>
            <a:chExt cx="5738" cy="3946"/>
          </a:xfrm>
        </p:grpSpPr>
        <p:grpSp>
          <p:nvGrpSpPr>
            <p:cNvPr id="151569" name="Group 13">
              <a:extLst>
                <a:ext uri="{FF2B5EF4-FFF2-40B4-BE49-F238E27FC236}">
                  <a16:creationId xmlns:a16="http://schemas.microsoft.com/office/drawing/2014/main" id="{76466A7C-61C8-058E-E054-F61336B3ABB2}"/>
                </a:ext>
              </a:extLst>
            </p:cNvPr>
            <p:cNvGrpSpPr>
              <a:grpSpLocks/>
            </p:cNvGrpSpPr>
            <p:nvPr/>
          </p:nvGrpSpPr>
          <p:grpSpPr bwMode="auto">
            <a:xfrm>
              <a:off x="204" y="210"/>
              <a:ext cx="5443" cy="3946"/>
              <a:chOff x="720" y="480"/>
              <a:chExt cx="4224" cy="1390"/>
            </a:xfrm>
          </p:grpSpPr>
          <p:graphicFrame>
            <p:nvGraphicFramePr>
              <p:cNvPr id="151571" name="Object 14">
                <a:extLst>
                  <a:ext uri="{FF2B5EF4-FFF2-40B4-BE49-F238E27FC236}">
                    <a16:creationId xmlns:a16="http://schemas.microsoft.com/office/drawing/2014/main" id="{9E3CE720-B2C9-7F99-93B3-1F6F27AA0EA2}"/>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51571" name="Object 14">
                            <a:extLst>
                              <a:ext uri="{FF2B5EF4-FFF2-40B4-BE49-F238E27FC236}">
                                <a16:creationId xmlns:a16="http://schemas.microsoft.com/office/drawing/2014/main" id="{9E3CE720-B2C9-7F99-93B3-1F6F27AA0E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1572" name="Object 15">
                <a:extLst>
                  <a:ext uri="{FF2B5EF4-FFF2-40B4-BE49-F238E27FC236}">
                    <a16:creationId xmlns:a16="http://schemas.microsoft.com/office/drawing/2014/main" id="{889AA4D2-2050-5CA1-D81C-35BC9265F92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51572" name="Object 15">
                            <a:extLst>
                              <a:ext uri="{FF2B5EF4-FFF2-40B4-BE49-F238E27FC236}">
                                <a16:creationId xmlns:a16="http://schemas.microsoft.com/office/drawing/2014/main" id="{889AA4D2-2050-5CA1-D81C-35BC9265F9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570" name="Text Box 16">
              <a:extLst>
                <a:ext uri="{FF2B5EF4-FFF2-40B4-BE49-F238E27FC236}">
                  <a16:creationId xmlns:a16="http://schemas.microsoft.com/office/drawing/2014/main" id="{6DE3728B-BDFB-ADFC-C911-BD5065816FCB}"/>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71702" name="WordArt 22">
            <a:extLst>
              <a:ext uri="{FF2B5EF4-FFF2-40B4-BE49-F238E27FC236}">
                <a16:creationId xmlns:a16="http://schemas.microsoft.com/office/drawing/2014/main" id="{6AE92329-3F7B-E8B4-2DA6-78401FFA57E9}"/>
              </a:ext>
            </a:extLst>
          </p:cNvPr>
          <p:cNvSpPr>
            <a:spLocks noChangeArrowheads="1" noChangeShapeType="1" noTextEdit="1"/>
          </p:cNvSpPr>
          <p:nvPr/>
        </p:nvSpPr>
        <p:spPr bwMode="auto">
          <a:xfrm>
            <a:off x="1986131" y="116632"/>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grpSp>
        <p:nvGrpSpPr>
          <p:cNvPr id="3" name="Group 22">
            <a:extLst>
              <a:ext uri="{FF2B5EF4-FFF2-40B4-BE49-F238E27FC236}">
                <a16:creationId xmlns:a16="http://schemas.microsoft.com/office/drawing/2014/main" id="{2E87B54A-5C82-58CB-5FB3-63A40DCB957F}"/>
              </a:ext>
            </a:extLst>
          </p:cNvPr>
          <p:cNvGrpSpPr>
            <a:grpSpLocks/>
          </p:cNvGrpSpPr>
          <p:nvPr/>
        </p:nvGrpSpPr>
        <p:grpSpPr bwMode="auto">
          <a:xfrm>
            <a:off x="1870076" y="2941638"/>
            <a:ext cx="3578225" cy="576262"/>
            <a:chOff x="204" y="1797"/>
            <a:chExt cx="5307" cy="2268"/>
          </a:xfrm>
        </p:grpSpPr>
        <p:grpSp>
          <p:nvGrpSpPr>
            <p:cNvPr id="151565" name="Group 23">
              <a:extLst>
                <a:ext uri="{FF2B5EF4-FFF2-40B4-BE49-F238E27FC236}">
                  <a16:creationId xmlns:a16="http://schemas.microsoft.com/office/drawing/2014/main" id="{9B51E4F9-9EBD-D1D2-3983-132B30F16EFA}"/>
                </a:ext>
              </a:extLst>
            </p:cNvPr>
            <p:cNvGrpSpPr>
              <a:grpSpLocks/>
            </p:cNvGrpSpPr>
            <p:nvPr/>
          </p:nvGrpSpPr>
          <p:grpSpPr bwMode="auto">
            <a:xfrm>
              <a:off x="204" y="1797"/>
              <a:ext cx="5307" cy="2268"/>
              <a:chOff x="720" y="480"/>
              <a:chExt cx="4224" cy="1390"/>
            </a:xfrm>
          </p:grpSpPr>
          <p:graphicFrame>
            <p:nvGraphicFramePr>
              <p:cNvPr id="151567" name="Object 24">
                <a:extLst>
                  <a:ext uri="{FF2B5EF4-FFF2-40B4-BE49-F238E27FC236}">
                    <a16:creationId xmlns:a16="http://schemas.microsoft.com/office/drawing/2014/main" id="{E0F98303-AE8E-7251-7072-920FA5E8B882}"/>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51567" name="Object 24">
                            <a:extLst>
                              <a:ext uri="{FF2B5EF4-FFF2-40B4-BE49-F238E27FC236}">
                                <a16:creationId xmlns:a16="http://schemas.microsoft.com/office/drawing/2014/main" id="{E0F98303-AE8E-7251-7072-920FA5E8B8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1568" name="Object 25">
                <a:extLst>
                  <a:ext uri="{FF2B5EF4-FFF2-40B4-BE49-F238E27FC236}">
                    <a16:creationId xmlns:a16="http://schemas.microsoft.com/office/drawing/2014/main" id="{8EFECB0E-C3FA-8C51-F6D2-3E23D4A4096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51568" name="Object 25">
                            <a:extLst>
                              <a:ext uri="{FF2B5EF4-FFF2-40B4-BE49-F238E27FC236}">
                                <a16:creationId xmlns:a16="http://schemas.microsoft.com/office/drawing/2014/main" id="{8EFECB0E-C3FA-8C51-F6D2-3E23D4A409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566" name="Text Box 26">
              <a:extLst>
                <a:ext uri="{FF2B5EF4-FFF2-40B4-BE49-F238E27FC236}">
                  <a16:creationId xmlns:a16="http://schemas.microsoft.com/office/drawing/2014/main" id="{6FB1B3E5-D83C-B23C-4897-1F5A8F2848C7}"/>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I={x,5,1}</a:t>
              </a:r>
              <a:r>
                <a:rPr lang="zh-CN" altLang="en-US" sz="2400" b="1">
                  <a:solidFill>
                    <a:srgbClr val="000808"/>
                  </a:solidFill>
                  <a:latin typeface="宋体" panose="02010600030101010101" pitchFamily="2" charset="-122"/>
                </a:rPr>
                <a:t>，求</a:t>
              </a:r>
              <a:r>
                <a:rPr lang="en-US" altLang="zh-CN" sz="2400" b="1">
                  <a:solidFill>
                    <a:srgbClr val="000808"/>
                  </a:solidFill>
                  <a:latin typeface="宋体" panose="02010600030101010101" pitchFamily="2" charset="-122"/>
                </a:rPr>
                <a:t>Ib </a:t>
              </a:r>
              <a:endParaRPr lang="zh-CN" altLang="en-US" sz="2400" b="1">
                <a:solidFill>
                  <a:srgbClr val="000808"/>
                </a:solidFill>
                <a:latin typeface="宋体" panose="02010600030101010101" pitchFamily="2" charset="-122"/>
              </a:endParaRPr>
            </a:p>
          </p:txBody>
        </p:sp>
      </p:grpSp>
      <p:grpSp>
        <p:nvGrpSpPr>
          <p:cNvPr id="10" name="Group 22">
            <a:extLst>
              <a:ext uri="{FF2B5EF4-FFF2-40B4-BE49-F238E27FC236}">
                <a16:creationId xmlns:a16="http://schemas.microsoft.com/office/drawing/2014/main" id="{D3133CF2-DA61-4AFF-1873-63A279889A3C}"/>
              </a:ext>
            </a:extLst>
          </p:cNvPr>
          <p:cNvGrpSpPr>
            <a:grpSpLocks/>
          </p:cNvGrpSpPr>
          <p:nvPr/>
        </p:nvGrpSpPr>
        <p:grpSpPr bwMode="auto">
          <a:xfrm>
            <a:off x="1870075" y="3605213"/>
            <a:ext cx="6559550" cy="1223962"/>
            <a:chOff x="204" y="1797"/>
            <a:chExt cx="6042" cy="2268"/>
          </a:xfrm>
        </p:grpSpPr>
        <p:grpSp>
          <p:nvGrpSpPr>
            <p:cNvPr id="151561" name="Group 23">
              <a:extLst>
                <a:ext uri="{FF2B5EF4-FFF2-40B4-BE49-F238E27FC236}">
                  <a16:creationId xmlns:a16="http://schemas.microsoft.com/office/drawing/2014/main" id="{B7B46AA5-4B00-0385-6FC6-ADF0F0A494DE}"/>
                </a:ext>
              </a:extLst>
            </p:cNvPr>
            <p:cNvGrpSpPr>
              <a:grpSpLocks/>
            </p:cNvGrpSpPr>
            <p:nvPr/>
          </p:nvGrpSpPr>
          <p:grpSpPr bwMode="auto">
            <a:xfrm>
              <a:off x="204" y="1797"/>
              <a:ext cx="6042" cy="2268"/>
              <a:chOff x="720" y="480"/>
              <a:chExt cx="4809" cy="1390"/>
            </a:xfrm>
          </p:grpSpPr>
          <p:graphicFrame>
            <p:nvGraphicFramePr>
              <p:cNvPr id="151563" name="Object 24">
                <a:extLst>
                  <a:ext uri="{FF2B5EF4-FFF2-40B4-BE49-F238E27FC236}">
                    <a16:creationId xmlns:a16="http://schemas.microsoft.com/office/drawing/2014/main" id="{E89396C6-8499-FE61-2C65-266AE1E51945}"/>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51563" name="Object 24">
                            <a:extLst>
                              <a:ext uri="{FF2B5EF4-FFF2-40B4-BE49-F238E27FC236}">
                                <a16:creationId xmlns:a16="http://schemas.microsoft.com/office/drawing/2014/main" id="{E89396C6-8499-FE61-2C65-266AE1E51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64" name="Object 25">
                <a:extLst>
                  <a:ext uri="{FF2B5EF4-FFF2-40B4-BE49-F238E27FC236}">
                    <a16:creationId xmlns:a16="http://schemas.microsoft.com/office/drawing/2014/main" id="{45EFC54B-A7D0-8D59-ABC8-800C9C3F185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51564" name="Object 25">
                            <a:extLst>
                              <a:ext uri="{FF2B5EF4-FFF2-40B4-BE49-F238E27FC236}">
                                <a16:creationId xmlns:a16="http://schemas.microsoft.com/office/drawing/2014/main" id="{45EFC54B-A7D0-8D59-ABC8-800C9C3F18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562" name="Text Box 26">
              <a:extLst>
                <a:ext uri="{FF2B5EF4-FFF2-40B4-BE49-F238E27FC236}">
                  <a16:creationId xmlns:a16="http://schemas.microsoft.com/office/drawing/2014/main" id="{0D3EA154-1D6E-C9F2-2555-8372C31199CC}"/>
                </a:ext>
              </a:extLst>
            </p:cNvPr>
            <p:cNvSpPr txBox="1">
              <a:spLocks noChangeArrowheads="1"/>
            </p:cNvSpPr>
            <p:nvPr/>
          </p:nvSpPr>
          <p:spPr bwMode="auto">
            <a:xfrm>
              <a:off x="295" y="1841"/>
              <a:ext cx="5819" cy="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则</a:t>
              </a:r>
              <a:r>
                <a:rPr lang="en-US" altLang="zh-CN" sz="2400" b="1">
                  <a:solidFill>
                    <a:srgbClr val="000808"/>
                  </a:solidFill>
                  <a:latin typeface="宋体" panose="02010600030101010101" pitchFamily="2" charset="-122"/>
                </a:rPr>
                <a:t>J={5,4}</a:t>
              </a:r>
            </a:p>
            <a:p>
              <a:pPr fontAlgn="base">
                <a:spcBef>
                  <a:spcPct val="50000"/>
                </a:spcBef>
                <a:spcAft>
                  <a:spcPct val="0"/>
                </a:spcAft>
                <a:buClrTx/>
                <a:buSzTx/>
                <a:buNone/>
              </a:pPr>
              <a:r>
                <a:rPr lang="en-US" altLang="zh-CN" sz="2400" b="1">
                  <a:solidFill>
                    <a:srgbClr val="000808"/>
                  </a:solidFill>
                  <a:latin typeface="宋体" panose="02010600030101010101" pitchFamily="2" charset="-122"/>
                </a:rPr>
                <a:t>Ib =</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_CLOSURE(J)={5,4,1}</a:t>
              </a:r>
              <a:endParaRPr lang="zh-CN" altLang="en-US" sz="2400" b="1">
                <a:solidFill>
                  <a:srgbClr val="000808"/>
                </a:solidFill>
                <a:latin typeface="宋体" panose="02010600030101010101" pitchFamily="2" charset="-122"/>
              </a:endParaRPr>
            </a:p>
          </p:txBody>
        </p:sp>
      </p:grpSp>
      <p:pic>
        <p:nvPicPr>
          <p:cNvPr id="151560" name="图片 14">
            <a:extLst>
              <a:ext uri="{FF2B5EF4-FFF2-40B4-BE49-F238E27FC236}">
                <a16:creationId xmlns:a16="http://schemas.microsoft.com/office/drawing/2014/main" id="{25E4A3F0-F643-0C14-0E62-5AD179F530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0075" y="4845050"/>
            <a:ext cx="74691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02" name="Group 2">
            <a:extLst>
              <a:ext uri="{FF2B5EF4-FFF2-40B4-BE49-F238E27FC236}">
                <a16:creationId xmlns:a16="http://schemas.microsoft.com/office/drawing/2014/main" id="{86045B39-A1D0-3562-F1EA-61A57CD32CA3}"/>
              </a:ext>
            </a:extLst>
          </p:cNvPr>
          <p:cNvGrpSpPr>
            <a:grpSpLocks/>
          </p:cNvGrpSpPr>
          <p:nvPr/>
        </p:nvGrpSpPr>
        <p:grpSpPr bwMode="auto">
          <a:xfrm>
            <a:off x="3179764" y="134938"/>
            <a:ext cx="7127875" cy="576262"/>
            <a:chOff x="-68" y="210"/>
            <a:chExt cx="5738" cy="3946"/>
          </a:xfrm>
        </p:grpSpPr>
        <p:grpSp>
          <p:nvGrpSpPr>
            <p:cNvPr id="153625" name="Group 3">
              <a:extLst>
                <a:ext uri="{FF2B5EF4-FFF2-40B4-BE49-F238E27FC236}">
                  <a16:creationId xmlns:a16="http://schemas.microsoft.com/office/drawing/2014/main" id="{D0FC9A01-4219-EC6D-C60E-3952779EBA07}"/>
                </a:ext>
              </a:extLst>
            </p:cNvPr>
            <p:cNvGrpSpPr>
              <a:grpSpLocks/>
            </p:cNvGrpSpPr>
            <p:nvPr/>
          </p:nvGrpSpPr>
          <p:grpSpPr bwMode="auto">
            <a:xfrm>
              <a:off x="204" y="210"/>
              <a:ext cx="5443" cy="3946"/>
              <a:chOff x="720" y="480"/>
              <a:chExt cx="4224" cy="1390"/>
            </a:xfrm>
          </p:grpSpPr>
          <p:graphicFrame>
            <p:nvGraphicFramePr>
              <p:cNvPr id="153627" name="Object 4">
                <a:extLst>
                  <a:ext uri="{FF2B5EF4-FFF2-40B4-BE49-F238E27FC236}">
                    <a16:creationId xmlns:a16="http://schemas.microsoft.com/office/drawing/2014/main" id="{17346382-5E27-AC5D-94C6-147DFED9AFE8}"/>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53627" name="Object 4">
                            <a:extLst>
                              <a:ext uri="{FF2B5EF4-FFF2-40B4-BE49-F238E27FC236}">
                                <a16:creationId xmlns:a16="http://schemas.microsoft.com/office/drawing/2014/main" id="{17346382-5E27-AC5D-94C6-147DFED9AF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28" name="Object 5">
                <a:extLst>
                  <a:ext uri="{FF2B5EF4-FFF2-40B4-BE49-F238E27FC236}">
                    <a16:creationId xmlns:a16="http://schemas.microsoft.com/office/drawing/2014/main" id="{C1ABB05D-CC94-8886-9B6C-2BC84C41CBBD}"/>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53628" name="Object 5">
                            <a:extLst>
                              <a:ext uri="{FF2B5EF4-FFF2-40B4-BE49-F238E27FC236}">
                                <a16:creationId xmlns:a16="http://schemas.microsoft.com/office/drawing/2014/main" id="{C1ABB05D-CC94-8886-9B6C-2BC84C41CB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3626" name="Text Box 6">
              <a:extLst>
                <a:ext uri="{FF2B5EF4-FFF2-40B4-BE49-F238E27FC236}">
                  <a16:creationId xmlns:a16="http://schemas.microsoft.com/office/drawing/2014/main" id="{9A203C2F-06D9-976F-C78D-153E0CF8663B}"/>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153603" name="Group 7">
            <a:extLst>
              <a:ext uri="{FF2B5EF4-FFF2-40B4-BE49-F238E27FC236}">
                <a16:creationId xmlns:a16="http://schemas.microsoft.com/office/drawing/2014/main" id="{397C6A77-5364-ABC6-D08A-450F87737508}"/>
              </a:ext>
            </a:extLst>
          </p:cNvPr>
          <p:cNvGrpSpPr>
            <a:grpSpLocks/>
          </p:cNvGrpSpPr>
          <p:nvPr/>
        </p:nvGrpSpPr>
        <p:grpSpPr bwMode="auto">
          <a:xfrm>
            <a:off x="2957514" y="811213"/>
            <a:ext cx="4257675" cy="723900"/>
            <a:chOff x="-68" y="210"/>
            <a:chExt cx="5738" cy="3946"/>
          </a:xfrm>
        </p:grpSpPr>
        <p:grpSp>
          <p:nvGrpSpPr>
            <p:cNvPr id="153621" name="Group 8">
              <a:extLst>
                <a:ext uri="{FF2B5EF4-FFF2-40B4-BE49-F238E27FC236}">
                  <a16:creationId xmlns:a16="http://schemas.microsoft.com/office/drawing/2014/main" id="{CAAF46FD-6120-B137-6C56-B62E4AD9DC70}"/>
                </a:ext>
              </a:extLst>
            </p:cNvPr>
            <p:cNvGrpSpPr>
              <a:grpSpLocks/>
            </p:cNvGrpSpPr>
            <p:nvPr/>
          </p:nvGrpSpPr>
          <p:grpSpPr bwMode="auto">
            <a:xfrm>
              <a:off x="204" y="210"/>
              <a:ext cx="5443" cy="3946"/>
              <a:chOff x="720" y="480"/>
              <a:chExt cx="4224" cy="1390"/>
            </a:xfrm>
          </p:grpSpPr>
          <p:graphicFrame>
            <p:nvGraphicFramePr>
              <p:cNvPr id="153623" name="Object 9">
                <a:extLst>
                  <a:ext uri="{FF2B5EF4-FFF2-40B4-BE49-F238E27FC236}">
                    <a16:creationId xmlns:a16="http://schemas.microsoft.com/office/drawing/2014/main" id="{A82C2051-BAD7-D2F3-92BC-D8FB354B3B8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53623" name="Object 9">
                            <a:extLst>
                              <a:ext uri="{FF2B5EF4-FFF2-40B4-BE49-F238E27FC236}">
                                <a16:creationId xmlns:a16="http://schemas.microsoft.com/office/drawing/2014/main" id="{A82C2051-BAD7-D2F3-92BC-D8FB354B3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24" name="Object 10">
                <a:extLst>
                  <a:ext uri="{FF2B5EF4-FFF2-40B4-BE49-F238E27FC236}">
                    <a16:creationId xmlns:a16="http://schemas.microsoft.com/office/drawing/2014/main" id="{57B7EE52-1524-9BF1-B5AC-BCB969DE496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53624" name="Object 10">
                            <a:extLst>
                              <a:ext uri="{FF2B5EF4-FFF2-40B4-BE49-F238E27FC236}">
                                <a16:creationId xmlns:a16="http://schemas.microsoft.com/office/drawing/2014/main" id="{57B7EE52-1524-9BF1-B5AC-BCB969DE49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3622" name="Text Box 11">
              <a:extLst>
                <a:ext uri="{FF2B5EF4-FFF2-40B4-BE49-F238E27FC236}">
                  <a16:creationId xmlns:a16="http://schemas.microsoft.com/office/drawing/2014/main" id="{9307A407-DE28-A14E-58B6-A933BA77EA2C}"/>
                </a:ext>
              </a:extLst>
            </p:cNvPr>
            <p:cNvSpPr txBox="1">
              <a:spLocks noChangeArrowheads="1"/>
            </p:cNvSpPr>
            <p:nvPr/>
          </p:nvSpPr>
          <p:spPr bwMode="auto">
            <a:xfrm>
              <a:off x="-68" y="251"/>
              <a:ext cx="5738" cy="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FF0000"/>
                  </a:solidFill>
                  <a:latin typeface="宋体" panose="02010600030101010101" pitchFamily="2" charset="-122"/>
                </a:rPr>
                <a:t>  Ia=</a:t>
              </a:r>
              <a:r>
                <a:rPr lang="el-GR" altLang="zh-CN" b="1">
                  <a:solidFill>
                    <a:srgbClr val="FF0000"/>
                  </a:solidFill>
                  <a:latin typeface="宋体" panose="02010600030101010101" pitchFamily="2" charset="-122"/>
                </a:rPr>
                <a:t>ε</a:t>
              </a:r>
              <a:r>
                <a:rPr lang="en-US" altLang="zh-CN" b="1">
                  <a:solidFill>
                    <a:srgbClr val="FF0000"/>
                  </a:solidFill>
                  <a:latin typeface="宋体" panose="02010600030101010101" pitchFamily="2" charset="-122"/>
                </a:rPr>
                <a:t>_CLOSURE(J)</a:t>
              </a:r>
            </a:p>
          </p:txBody>
        </p:sp>
      </p:grpSp>
      <p:grpSp>
        <p:nvGrpSpPr>
          <p:cNvPr id="153604" name="Group 12">
            <a:extLst>
              <a:ext uri="{FF2B5EF4-FFF2-40B4-BE49-F238E27FC236}">
                <a16:creationId xmlns:a16="http://schemas.microsoft.com/office/drawing/2014/main" id="{6AEFA670-7B52-4AFA-143A-FCDD7EA18256}"/>
              </a:ext>
            </a:extLst>
          </p:cNvPr>
          <p:cNvGrpSpPr>
            <a:grpSpLocks/>
          </p:cNvGrpSpPr>
          <p:nvPr/>
        </p:nvGrpSpPr>
        <p:grpSpPr bwMode="auto">
          <a:xfrm>
            <a:off x="1271588" y="1609726"/>
            <a:ext cx="9144001" cy="1223963"/>
            <a:chOff x="-68" y="210"/>
            <a:chExt cx="5738" cy="3946"/>
          </a:xfrm>
        </p:grpSpPr>
        <p:grpSp>
          <p:nvGrpSpPr>
            <p:cNvPr id="153617" name="Group 13">
              <a:extLst>
                <a:ext uri="{FF2B5EF4-FFF2-40B4-BE49-F238E27FC236}">
                  <a16:creationId xmlns:a16="http://schemas.microsoft.com/office/drawing/2014/main" id="{09300684-0D97-A40A-D053-07D89E0345E8}"/>
                </a:ext>
              </a:extLst>
            </p:cNvPr>
            <p:cNvGrpSpPr>
              <a:grpSpLocks/>
            </p:cNvGrpSpPr>
            <p:nvPr/>
          </p:nvGrpSpPr>
          <p:grpSpPr bwMode="auto">
            <a:xfrm>
              <a:off x="204" y="210"/>
              <a:ext cx="5443" cy="3946"/>
              <a:chOff x="720" y="480"/>
              <a:chExt cx="4224" cy="1390"/>
            </a:xfrm>
          </p:grpSpPr>
          <p:graphicFrame>
            <p:nvGraphicFramePr>
              <p:cNvPr id="153619" name="Object 14">
                <a:extLst>
                  <a:ext uri="{FF2B5EF4-FFF2-40B4-BE49-F238E27FC236}">
                    <a16:creationId xmlns:a16="http://schemas.microsoft.com/office/drawing/2014/main" id="{9918E429-2C0A-28F8-6A3F-BAF2BA5EC37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53619" name="Object 14">
                            <a:extLst>
                              <a:ext uri="{FF2B5EF4-FFF2-40B4-BE49-F238E27FC236}">
                                <a16:creationId xmlns:a16="http://schemas.microsoft.com/office/drawing/2014/main" id="{9918E429-2C0A-28F8-6A3F-BAF2BA5EC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20" name="Object 15">
                <a:extLst>
                  <a:ext uri="{FF2B5EF4-FFF2-40B4-BE49-F238E27FC236}">
                    <a16:creationId xmlns:a16="http://schemas.microsoft.com/office/drawing/2014/main" id="{54811B56-EB31-CAE1-CC1F-AEAC7EF45FD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53620" name="Object 15">
                            <a:extLst>
                              <a:ext uri="{FF2B5EF4-FFF2-40B4-BE49-F238E27FC236}">
                                <a16:creationId xmlns:a16="http://schemas.microsoft.com/office/drawing/2014/main" id="{54811B56-EB31-CAE1-CC1F-AEAC7EF45F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3618" name="Text Box 16">
              <a:extLst>
                <a:ext uri="{FF2B5EF4-FFF2-40B4-BE49-F238E27FC236}">
                  <a16:creationId xmlns:a16="http://schemas.microsoft.com/office/drawing/2014/main" id="{F16F7C2B-A7FC-4A1F-C062-243D5ECEF977}"/>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71702" name="WordArt 22">
            <a:extLst>
              <a:ext uri="{FF2B5EF4-FFF2-40B4-BE49-F238E27FC236}">
                <a16:creationId xmlns:a16="http://schemas.microsoft.com/office/drawing/2014/main" id="{7FBF7B7B-25CC-7F3D-5258-D9017750B25A}"/>
              </a:ext>
            </a:extLst>
          </p:cNvPr>
          <p:cNvSpPr>
            <a:spLocks noChangeArrowheads="1" noChangeShapeType="1" noTextEdit="1"/>
          </p:cNvSpPr>
          <p:nvPr/>
        </p:nvSpPr>
        <p:spPr bwMode="auto">
          <a:xfrm>
            <a:off x="1986131" y="116632"/>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grpSp>
        <p:nvGrpSpPr>
          <p:cNvPr id="3" name="Group 22">
            <a:extLst>
              <a:ext uri="{FF2B5EF4-FFF2-40B4-BE49-F238E27FC236}">
                <a16:creationId xmlns:a16="http://schemas.microsoft.com/office/drawing/2014/main" id="{18A331DE-91A8-C02E-91CA-38D68F0B9A10}"/>
              </a:ext>
            </a:extLst>
          </p:cNvPr>
          <p:cNvGrpSpPr>
            <a:grpSpLocks/>
          </p:cNvGrpSpPr>
          <p:nvPr/>
        </p:nvGrpSpPr>
        <p:grpSpPr bwMode="auto">
          <a:xfrm>
            <a:off x="1870076" y="2941638"/>
            <a:ext cx="3578225" cy="576262"/>
            <a:chOff x="204" y="1797"/>
            <a:chExt cx="5307" cy="2268"/>
          </a:xfrm>
        </p:grpSpPr>
        <p:grpSp>
          <p:nvGrpSpPr>
            <p:cNvPr id="153613" name="Group 23">
              <a:extLst>
                <a:ext uri="{FF2B5EF4-FFF2-40B4-BE49-F238E27FC236}">
                  <a16:creationId xmlns:a16="http://schemas.microsoft.com/office/drawing/2014/main" id="{2E23A1F3-65E8-D845-1138-012AECAD2671}"/>
                </a:ext>
              </a:extLst>
            </p:cNvPr>
            <p:cNvGrpSpPr>
              <a:grpSpLocks/>
            </p:cNvGrpSpPr>
            <p:nvPr/>
          </p:nvGrpSpPr>
          <p:grpSpPr bwMode="auto">
            <a:xfrm>
              <a:off x="204" y="1797"/>
              <a:ext cx="5307" cy="2268"/>
              <a:chOff x="720" y="480"/>
              <a:chExt cx="4224" cy="1390"/>
            </a:xfrm>
          </p:grpSpPr>
          <p:graphicFrame>
            <p:nvGraphicFramePr>
              <p:cNvPr id="153615" name="Object 24">
                <a:extLst>
                  <a:ext uri="{FF2B5EF4-FFF2-40B4-BE49-F238E27FC236}">
                    <a16:creationId xmlns:a16="http://schemas.microsoft.com/office/drawing/2014/main" id="{C224B73D-17B8-0207-39EA-724F55BCC0B3}"/>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53615" name="Object 24">
                            <a:extLst>
                              <a:ext uri="{FF2B5EF4-FFF2-40B4-BE49-F238E27FC236}">
                                <a16:creationId xmlns:a16="http://schemas.microsoft.com/office/drawing/2014/main" id="{C224B73D-17B8-0207-39EA-724F55BCC0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16" name="Object 25">
                <a:extLst>
                  <a:ext uri="{FF2B5EF4-FFF2-40B4-BE49-F238E27FC236}">
                    <a16:creationId xmlns:a16="http://schemas.microsoft.com/office/drawing/2014/main" id="{1B5CC3A6-8E7F-938C-ACED-501183ACC37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53616" name="Object 25">
                            <a:extLst>
                              <a:ext uri="{FF2B5EF4-FFF2-40B4-BE49-F238E27FC236}">
                                <a16:creationId xmlns:a16="http://schemas.microsoft.com/office/drawing/2014/main" id="{1B5CC3A6-8E7F-938C-ACED-501183ACC3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3614" name="Text Box 26">
              <a:extLst>
                <a:ext uri="{FF2B5EF4-FFF2-40B4-BE49-F238E27FC236}">
                  <a16:creationId xmlns:a16="http://schemas.microsoft.com/office/drawing/2014/main" id="{09517C1F-7A14-BB6C-7A3E-1BB33E7AB59E}"/>
                </a:ext>
              </a:extLst>
            </p:cNvPr>
            <p:cNvSpPr txBox="1">
              <a:spLocks noChangeArrowheads="1"/>
            </p:cNvSpPr>
            <p:nvPr/>
          </p:nvSpPr>
          <p:spPr bwMode="auto">
            <a:xfrm>
              <a:off x="295" y="1841"/>
              <a:ext cx="5171"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若</a:t>
              </a:r>
              <a:r>
                <a:rPr lang="en-US" altLang="zh-CN" sz="2400" b="1">
                  <a:solidFill>
                    <a:srgbClr val="000808"/>
                  </a:solidFill>
                  <a:latin typeface="宋体" panose="02010600030101010101" pitchFamily="2" charset="-122"/>
                </a:rPr>
                <a:t>I={5,4,1}</a:t>
              </a:r>
              <a:r>
                <a:rPr lang="zh-CN" altLang="en-US" sz="2400" b="1">
                  <a:solidFill>
                    <a:srgbClr val="000808"/>
                  </a:solidFill>
                  <a:latin typeface="宋体" panose="02010600030101010101" pitchFamily="2" charset="-122"/>
                </a:rPr>
                <a:t>，求</a:t>
              </a:r>
              <a:r>
                <a:rPr lang="en-US" altLang="zh-CN" sz="2400" b="1">
                  <a:solidFill>
                    <a:srgbClr val="000808"/>
                  </a:solidFill>
                  <a:latin typeface="宋体" panose="02010600030101010101" pitchFamily="2" charset="-122"/>
                </a:rPr>
                <a:t>Ib </a:t>
              </a:r>
              <a:endParaRPr lang="zh-CN" altLang="en-US" sz="2400" b="1">
                <a:solidFill>
                  <a:srgbClr val="000808"/>
                </a:solidFill>
                <a:latin typeface="宋体" panose="02010600030101010101" pitchFamily="2" charset="-122"/>
              </a:endParaRPr>
            </a:p>
          </p:txBody>
        </p:sp>
      </p:grpSp>
      <p:grpSp>
        <p:nvGrpSpPr>
          <p:cNvPr id="10" name="Group 22">
            <a:extLst>
              <a:ext uri="{FF2B5EF4-FFF2-40B4-BE49-F238E27FC236}">
                <a16:creationId xmlns:a16="http://schemas.microsoft.com/office/drawing/2014/main" id="{B0805743-014C-F42F-FCC2-FBFE5B541938}"/>
              </a:ext>
            </a:extLst>
          </p:cNvPr>
          <p:cNvGrpSpPr>
            <a:grpSpLocks/>
          </p:cNvGrpSpPr>
          <p:nvPr/>
        </p:nvGrpSpPr>
        <p:grpSpPr bwMode="auto">
          <a:xfrm>
            <a:off x="1870075" y="3605213"/>
            <a:ext cx="6559550" cy="1223962"/>
            <a:chOff x="204" y="1797"/>
            <a:chExt cx="6042" cy="2268"/>
          </a:xfrm>
        </p:grpSpPr>
        <p:grpSp>
          <p:nvGrpSpPr>
            <p:cNvPr id="153609" name="Group 23">
              <a:extLst>
                <a:ext uri="{FF2B5EF4-FFF2-40B4-BE49-F238E27FC236}">
                  <a16:creationId xmlns:a16="http://schemas.microsoft.com/office/drawing/2014/main" id="{AD2308D0-CD6B-7BBD-F2DA-82DCEFDD43E1}"/>
                </a:ext>
              </a:extLst>
            </p:cNvPr>
            <p:cNvGrpSpPr>
              <a:grpSpLocks/>
            </p:cNvGrpSpPr>
            <p:nvPr/>
          </p:nvGrpSpPr>
          <p:grpSpPr bwMode="auto">
            <a:xfrm>
              <a:off x="204" y="1797"/>
              <a:ext cx="6042" cy="2268"/>
              <a:chOff x="720" y="480"/>
              <a:chExt cx="4809" cy="1390"/>
            </a:xfrm>
          </p:grpSpPr>
          <p:graphicFrame>
            <p:nvGraphicFramePr>
              <p:cNvPr id="153611" name="Object 24">
                <a:extLst>
                  <a:ext uri="{FF2B5EF4-FFF2-40B4-BE49-F238E27FC236}">
                    <a16:creationId xmlns:a16="http://schemas.microsoft.com/office/drawing/2014/main" id="{01375EB8-4369-ACFE-70B8-D48DCB4BD23E}"/>
                  </a:ext>
                </a:extLst>
              </p:cNvPr>
              <p:cNvGraphicFramePr>
                <a:graphicFrameLocks noChangeAspect="1"/>
              </p:cNvGraphicFramePr>
              <p:nvPr/>
            </p:nvGraphicFramePr>
            <p:xfrm>
              <a:off x="720" y="480"/>
              <a:ext cx="4809" cy="1390"/>
            </p:xfrm>
            <a:graphic>
              <a:graphicData uri="http://schemas.openxmlformats.org/presentationml/2006/ole">
                <mc:AlternateContent xmlns:mc="http://schemas.openxmlformats.org/markup-compatibility/2006">
                  <mc:Choice xmlns:v="urn:schemas-microsoft-com:vml" Requires="v">
                    <p:oleObj name="Image" r:id="rId11" imgW="7580952" imgH="2768254" progId="">
                      <p:embed/>
                    </p:oleObj>
                  </mc:Choice>
                  <mc:Fallback>
                    <p:oleObj name="Image" r:id="rId11" imgW="7580952" imgH="2768254" progId="">
                      <p:embed/>
                      <p:pic>
                        <p:nvPicPr>
                          <p:cNvPr id="153611" name="Object 24">
                            <a:extLst>
                              <a:ext uri="{FF2B5EF4-FFF2-40B4-BE49-F238E27FC236}">
                                <a16:creationId xmlns:a16="http://schemas.microsoft.com/office/drawing/2014/main" id="{01375EB8-4369-ACFE-70B8-D48DCB4BD2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809"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12" name="Object 25">
                <a:extLst>
                  <a:ext uri="{FF2B5EF4-FFF2-40B4-BE49-F238E27FC236}">
                    <a16:creationId xmlns:a16="http://schemas.microsoft.com/office/drawing/2014/main" id="{D59F4F39-943B-584B-41A2-BA3E424FB9E6}"/>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2" imgW="114151" imgH="215619" progId="Equation.3">
                      <p:embed/>
                    </p:oleObj>
                  </mc:Choice>
                  <mc:Fallback>
                    <p:oleObj name="Microsoft 公式 3.0" r:id="rId12" imgW="114151" imgH="215619" progId="Equation.3">
                      <p:embed/>
                      <p:pic>
                        <p:nvPicPr>
                          <p:cNvPr id="153612" name="Object 25">
                            <a:extLst>
                              <a:ext uri="{FF2B5EF4-FFF2-40B4-BE49-F238E27FC236}">
                                <a16:creationId xmlns:a16="http://schemas.microsoft.com/office/drawing/2014/main" id="{D59F4F39-943B-584B-41A2-BA3E424FB9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3610" name="Text Box 26">
              <a:extLst>
                <a:ext uri="{FF2B5EF4-FFF2-40B4-BE49-F238E27FC236}">
                  <a16:creationId xmlns:a16="http://schemas.microsoft.com/office/drawing/2014/main" id="{EC5CE9C8-4097-C379-F18D-003A0CC62DAD}"/>
                </a:ext>
              </a:extLst>
            </p:cNvPr>
            <p:cNvSpPr txBox="1">
              <a:spLocks noChangeArrowheads="1"/>
            </p:cNvSpPr>
            <p:nvPr/>
          </p:nvSpPr>
          <p:spPr bwMode="auto">
            <a:xfrm>
              <a:off x="295" y="1841"/>
              <a:ext cx="5819" cy="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0808"/>
                  </a:solidFill>
                  <a:latin typeface="宋体" panose="02010600030101010101" pitchFamily="2" charset="-122"/>
                </a:rPr>
                <a:t>则</a:t>
              </a:r>
              <a:r>
                <a:rPr lang="en-US" altLang="zh-CN" sz="2400" b="1">
                  <a:solidFill>
                    <a:srgbClr val="000808"/>
                  </a:solidFill>
                  <a:latin typeface="宋体" panose="02010600030101010101" pitchFamily="2" charset="-122"/>
                </a:rPr>
                <a:t>J={5,2,4}</a:t>
              </a:r>
            </a:p>
            <a:p>
              <a:pPr fontAlgn="base">
                <a:spcBef>
                  <a:spcPct val="50000"/>
                </a:spcBef>
                <a:spcAft>
                  <a:spcPct val="0"/>
                </a:spcAft>
                <a:buClrTx/>
                <a:buSzTx/>
                <a:buNone/>
              </a:pPr>
              <a:r>
                <a:rPr lang="en-US" altLang="zh-CN" sz="2400" b="1">
                  <a:solidFill>
                    <a:srgbClr val="000808"/>
                  </a:solidFill>
                  <a:latin typeface="宋体" panose="02010600030101010101" pitchFamily="2" charset="-122"/>
                </a:rPr>
                <a:t>Ib =</a:t>
              </a:r>
              <a:r>
                <a:rPr lang="el-GR" altLang="zh-CN" sz="2400" b="1">
                  <a:solidFill>
                    <a:srgbClr val="000808"/>
                  </a:solidFill>
                  <a:latin typeface="宋体" panose="02010600030101010101" pitchFamily="2" charset="-122"/>
                </a:rPr>
                <a:t>ε</a:t>
              </a:r>
              <a:r>
                <a:rPr lang="en-US" altLang="zh-CN" sz="2400" b="1">
                  <a:solidFill>
                    <a:srgbClr val="000808"/>
                  </a:solidFill>
                  <a:latin typeface="宋体" panose="02010600030101010101" pitchFamily="2" charset="-122"/>
                </a:rPr>
                <a:t>_CLOSURE(J)={5,2,4,1,6,y}</a:t>
              </a:r>
              <a:endParaRPr lang="zh-CN" altLang="en-US" sz="2400" b="1">
                <a:solidFill>
                  <a:srgbClr val="000808"/>
                </a:solidFill>
                <a:latin typeface="宋体" panose="02010600030101010101" pitchFamily="2" charset="-122"/>
              </a:endParaRPr>
            </a:p>
          </p:txBody>
        </p:sp>
      </p:grpSp>
      <p:pic>
        <p:nvPicPr>
          <p:cNvPr id="153608" name="图片 14">
            <a:extLst>
              <a:ext uri="{FF2B5EF4-FFF2-40B4-BE49-F238E27FC236}">
                <a16:creationId xmlns:a16="http://schemas.microsoft.com/office/drawing/2014/main" id="{70162D64-8F62-63B7-189C-1493A702F86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0075" y="4845050"/>
            <a:ext cx="74691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a:extLst>
              <a:ext uri="{FF2B5EF4-FFF2-40B4-BE49-F238E27FC236}">
                <a16:creationId xmlns:a16="http://schemas.microsoft.com/office/drawing/2014/main" id="{E1C62531-9D88-2F04-9DF7-A8CF1F34BE0D}"/>
              </a:ext>
            </a:extLst>
          </p:cNvPr>
          <p:cNvSpPr>
            <a:spLocks noChangeArrowheads="1"/>
          </p:cNvSpPr>
          <p:nvPr/>
        </p:nvSpPr>
        <p:spPr bwMode="auto">
          <a:xfrm>
            <a:off x="1524000" y="5697538"/>
            <a:ext cx="89154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indent="-2667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lvl="1" fontAlgn="base">
              <a:spcBef>
                <a:spcPct val="50000"/>
              </a:spcBef>
              <a:spcAft>
                <a:spcPct val="0"/>
              </a:spcAft>
              <a:buClr>
                <a:srgbClr val="EBF7FF"/>
              </a:buClr>
              <a:buSzTx/>
              <a:buNone/>
            </a:pPr>
            <a:r>
              <a:rPr kumimoji="1" lang="en-US" altLang="zh-CN" b="1">
                <a:solidFill>
                  <a:srgbClr val="0000CC"/>
                </a:solidFill>
                <a:latin typeface="Times New Roman" panose="02020603050405020304" pitchFamily="18" charset="0"/>
                <a:sym typeface="Symbol" panose="05050102010706020507" pitchFamily="18" charset="2"/>
              </a:rPr>
              <a:t>I={1,2},  </a:t>
            </a:r>
            <a:r>
              <a:rPr kumimoji="1" lang="en-US" altLang="zh-CN" b="1">
                <a:solidFill>
                  <a:srgbClr val="0000CC"/>
                </a:solidFill>
                <a:latin typeface="Times New Roman" panose="02020603050405020304" pitchFamily="18" charset="0"/>
              </a:rPr>
              <a:t>J=</a:t>
            </a:r>
            <a:r>
              <a:rPr kumimoji="1" lang="en-US" altLang="zh-CN" b="1">
                <a:solidFill>
                  <a:srgbClr val="0000CC"/>
                </a:solidFill>
                <a:latin typeface="Times New Roman" panose="02020603050405020304" pitchFamily="18" charset="0"/>
                <a:sym typeface="Symbol" panose="05050102010706020507" pitchFamily="18" charset="2"/>
              </a:rPr>
              <a:t> {5,3,4} ; </a:t>
            </a:r>
          </a:p>
          <a:p>
            <a:pPr lvl="1" fontAlgn="base">
              <a:spcBef>
                <a:spcPct val="50000"/>
              </a:spcBef>
              <a:spcAft>
                <a:spcPct val="0"/>
              </a:spcAft>
              <a:buClr>
                <a:srgbClr val="EBF7FF"/>
              </a:buClr>
              <a:buSzTx/>
              <a:buNone/>
            </a:pPr>
            <a:r>
              <a:rPr kumimoji="1" lang="en-US" altLang="zh-CN" b="1">
                <a:solidFill>
                  <a:srgbClr val="0000CC"/>
                </a:solidFill>
                <a:latin typeface="Times New Roman" panose="02020603050405020304" pitchFamily="18" charset="0"/>
                <a:sym typeface="Symbol" panose="05050102010706020507" pitchFamily="18" charset="2"/>
              </a:rPr>
              <a:t>Ia= -closure({5,3,4})={2,3,4,5,6,7,8}</a:t>
            </a:r>
            <a:endParaRPr kumimoji="1" lang="zh-CN" altLang="zh-CN" b="1">
              <a:solidFill>
                <a:srgbClr val="0000CC"/>
              </a:solidFill>
              <a:latin typeface="Times New Roman" panose="02020603050405020304" pitchFamily="18" charset="0"/>
              <a:sym typeface="Symbol" panose="05050102010706020507" pitchFamily="18" charset="2"/>
            </a:endParaRPr>
          </a:p>
        </p:txBody>
      </p:sp>
      <p:grpSp>
        <p:nvGrpSpPr>
          <p:cNvPr id="2" name="Group 5">
            <a:extLst>
              <a:ext uri="{FF2B5EF4-FFF2-40B4-BE49-F238E27FC236}">
                <a16:creationId xmlns:a16="http://schemas.microsoft.com/office/drawing/2014/main" id="{CA01C770-47F2-73CD-471D-30450F9A3265}"/>
              </a:ext>
            </a:extLst>
          </p:cNvPr>
          <p:cNvGrpSpPr>
            <a:grpSpLocks/>
          </p:cNvGrpSpPr>
          <p:nvPr/>
        </p:nvGrpSpPr>
        <p:grpSpPr bwMode="auto">
          <a:xfrm>
            <a:off x="6126163" y="3527426"/>
            <a:ext cx="4572000" cy="2740025"/>
            <a:chOff x="1008" y="1343"/>
            <a:chExt cx="3408" cy="2309"/>
          </a:xfrm>
        </p:grpSpPr>
        <p:sp>
          <p:nvSpPr>
            <p:cNvPr id="155670" name="Oval 6">
              <a:extLst>
                <a:ext uri="{FF2B5EF4-FFF2-40B4-BE49-F238E27FC236}">
                  <a16:creationId xmlns:a16="http://schemas.microsoft.com/office/drawing/2014/main" id="{0F406EF1-2BED-65CE-5FF5-272F57F667E5}"/>
                </a:ext>
              </a:extLst>
            </p:cNvPr>
            <p:cNvSpPr>
              <a:spLocks noChangeArrowheads="1"/>
            </p:cNvSpPr>
            <p:nvPr/>
          </p:nvSpPr>
          <p:spPr bwMode="auto">
            <a:xfrm>
              <a:off x="1008"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1</a:t>
              </a:r>
            </a:p>
          </p:txBody>
        </p:sp>
        <p:sp>
          <p:nvSpPr>
            <p:cNvPr id="155671" name="Oval 7">
              <a:extLst>
                <a:ext uri="{FF2B5EF4-FFF2-40B4-BE49-F238E27FC236}">
                  <a16:creationId xmlns:a16="http://schemas.microsoft.com/office/drawing/2014/main" id="{79B3CC6C-8535-B37E-8553-BAEEEF08A9F5}"/>
                </a:ext>
              </a:extLst>
            </p:cNvPr>
            <p:cNvSpPr>
              <a:spLocks noChangeArrowheads="1"/>
            </p:cNvSpPr>
            <p:nvPr/>
          </p:nvSpPr>
          <p:spPr bwMode="auto">
            <a:xfrm>
              <a:off x="1872"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2</a:t>
              </a:r>
            </a:p>
          </p:txBody>
        </p:sp>
        <p:sp>
          <p:nvSpPr>
            <p:cNvPr id="155672" name="Oval 8">
              <a:extLst>
                <a:ext uri="{FF2B5EF4-FFF2-40B4-BE49-F238E27FC236}">
                  <a16:creationId xmlns:a16="http://schemas.microsoft.com/office/drawing/2014/main" id="{C516B562-C6C3-D7D3-BCB2-4A3321AFCCFA}"/>
                </a:ext>
              </a:extLst>
            </p:cNvPr>
            <p:cNvSpPr>
              <a:spLocks noChangeArrowheads="1"/>
            </p:cNvSpPr>
            <p:nvPr/>
          </p:nvSpPr>
          <p:spPr bwMode="auto">
            <a:xfrm>
              <a:off x="1872"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5</a:t>
              </a:r>
            </a:p>
          </p:txBody>
        </p:sp>
        <p:sp>
          <p:nvSpPr>
            <p:cNvPr id="155673" name="Oval 9">
              <a:extLst>
                <a:ext uri="{FF2B5EF4-FFF2-40B4-BE49-F238E27FC236}">
                  <a16:creationId xmlns:a16="http://schemas.microsoft.com/office/drawing/2014/main" id="{86EBAB7E-DE67-E078-780E-581071F2077C}"/>
                </a:ext>
              </a:extLst>
            </p:cNvPr>
            <p:cNvSpPr>
              <a:spLocks noChangeArrowheads="1"/>
            </p:cNvSpPr>
            <p:nvPr/>
          </p:nvSpPr>
          <p:spPr bwMode="auto">
            <a:xfrm>
              <a:off x="2940"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3</a:t>
              </a:r>
            </a:p>
          </p:txBody>
        </p:sp>
        <p:sp>
          <p:nvSpPr>
            <p:cNvPr id="155674" name="Oval 10">
              <a:extLst>
                <a:ext uri="{FF2B5EF4-FFF2-40B4-BE49-F238E27FC236}">
                  <a16:creationId xmlns:a16="http://schemas.microsoft.com/office/drawing/2014/main" id="{063D23D0-3886-97BF-B872-B337FE4DFB8F}"/>
                </a:ext>
              </a:extLst>
            </p:cNvPr>
            <p:cNvSpPr>
              <a:spLocks noChangeArrowheads="1"/>
            </p:cNvSpPr>
            <p:nvPr/>
          </p:nvSpPr>
          <p:spPr bwMode="auto">
            <a:xfrm>
              <a:off x="1872" y="326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4</a:t>
              </a:r>
            </a:p>
          </p:txBody>
        </p:sp>
        <p:grpSp>
          <p:nvGrpSpPr>
            <p:cNvPr id="155675" name="Group 11">
              <a:extLst>
                <a:ext uri="{FF2B5EF4-FFF2-40B4-BE49-F238E27FC236}">
                  <a16:creationId xmlns:a16="http://schemas.microsoft.com/office/drawing/2014/main" id="{B4955FFA-DB57-64FB-1009-457E7691ACD0}"/>
                </a:ext>
              </a:extLst>
            </p:cNvPr>
            <p:cNvGrpSpPr>
              <a:grpSpLocks/>
            </p:cNvGrpSpPr>
            <p:nvPr/>
          </p:nvGrpSpPr>
          <p:grpSpPr bwMode="auto">
            <a:xfrm>
              <a:off x="2940" y="1439"/>
              <a:ext cx="384" cy="389"/>
              <a:chOff x="2940" y="1439"/>
              <a:chExt cx="384" cy="389"/>
            </a:xfrm>
          </p:grpSpPr>
          <p:grpSp>
            <p:nvGrpSpPr>
              <p:cNvPr id="155702" name="Group 12">
                <a:extLst>
                  <a:ext uri="{FF2B5EF4-FFF2-40B4-BE49-F238E27FC236}">
                    <a16:creationId xmlns:a16="http://schemas.microsoft.com/office/drawing/2014/main" id="{DC6FE06E-7A0B-9F17-290C-CD35EF9AB4A8}"/>
                  </a:ext>
                </a:extLst>
              </p:cNvPr>
              <p:cNvGrpSpPr>
                <a:grpSpLocks/>
              </p:cNvGrpSpPr>
              <p:nvPr/>
            </p:nvGrpSpPr>
            <p:grpSpPr bwMode="auto">
              <a:xfrm>
                <a:off x="2940" y="1440"/>
                <a:ext cx="384" cy="384"/>
                <a:chOff x="2928" y="1440"/>
                <a:chExt cx="384" cy="384"/>
              </a:xfrm>
            </p:grpSpPr>
            <p:sp>
              <p:nvSpPr>
                <p:cNvPr id="155704" name="Oval 13">
                  <a:extLst>
                    <a:ext uri="{FF2B5EF4-FFF2-40B4-BE49-F238E27FC236}">
                      <a16:creationId xmlns:a16="http://schemas.microsoft.com/office/drawing/2014/main" id="{1F1F6BE8-07C3-7595-152F-065E9641D980}"/>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55705" name="Oval 14">
                  <a:extLst>
                    <a:ext uri="{FF2B5EF4-FFF2-40B4-BE49-F238E27FC236}">
                      <a16:creationId xmlns:a16="http://schemas.microsoft.com/office/drawing/2014/main" id="{F3995209-1C5A-5BFB-6B75-F6167AC0CBCD}"/>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55703" name="Text Box 15">
                <a:extLst>
                  <a:ext uri="{FF2B5EF4-FFF2-40B4-BE49-F238E27FC236}">
                    <a16:creationId xmlns:a16="http://schemas.microsoft.com/office/drawing/2014/main" id="{0A15DBF8-22B9-E966-220A-AA7738411403}"/>
                  </a:ext>
                </a:extLst>
              </p:cNvPr>
              <p:cNvSpPr txBox="1">
                <a:spLocks noChangeArrowheads="1"/>
              </p:cNvSpPr>
              <p:nvPr/>
            </p:nvSpPr>
            <p:spPr bwMode="auto">
              <a:xfrm>
                <a:off x="3006" y="1439"/>
                <a:ext cx="25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6</a:t>
                </a:r>
              </a:p>
            </p:txBody>
          </p:sp>
        </p:grpSp>
        <p:grpSp>
          <p:nvGrpSpPr>
            <p:cNvPr id="155676" name="Group 16">
              <a:extLst>
                <a:ext uri="{FF2B5EF4-FFF2-40B4-BE49-F238E27FC236}">
                  <a16:creationId xmlns:a16="http://schemas.microsoft.com/office/drawing/2014/main" id="{14F723E3-6655-C930-5ECD-A8CB1E641F95}"/>
                </a:ext>
              </a:extLst>
            </p:cNvPr>
            <p:cNvGrpSpPr>
              <a:grpSpLocks/>
            </p:cNvGrpSpPr>
            <p:nvPr/>
          </p:nvGrpSpPr>
          <p:grpSpPr bwMode="auto">
            <a:xfrm>
              <a:off x="4032" y="2398"/>
              <a:ext cx="384" cy="389"/>
              <a:chOff x="4032" y="2398"/>
              <a:chExt cx="384" cy="389"/>
            </a:xfrm>
          </p:grpSpPr>
          <p:grpSp>
            <p:nvGrpSpPr>
              <p:cNvPr id="155698" name="Group 17">
                <a:extLst>
                  <a:ext uri="{FF2B5EF4-FFF2-40B4-BE49-F238E27FC236}">
                    <a16:creationId xmlns:a16="http://schemas.microsoft.com/office/drawing/2014/main" id="{41BC75B3-E709-D8D2-F41C-FBE8B8687A7F}"/>
                  </a:ext>
                </a:extLst>
              </p:cNvPr>
              <p:cNvGrpSpPr>
                <a:grpSpLocks/>
              </p:cNvGrpSpPr>
              <p:nvPr/>
            </p:nvGrpSpPr>
            <p:grpSpPr bwMode="auto">
              <a:xfrm>
                <a:off x="4032" y="2400"/>
                <a:ext cx="384" cy="384"/>
                <a:chOff x="2928" y="1440"/>
                <a:chExt cx="384" cy="384"/>
              </a:xfrm>
            </p:grpSpPr>
            <p:sp>
              <p:nvSpPr>
                <p:cNvPr id="155700" name="Oval 18">
                  <a:extLst>
                    <a:ext uri="{FF2B5EF4-FFF2-40B4-BE49-F238E27FC236}">
                      <a16:creationId xmlns:a16="http://schemas.microsoft.com/office/drawing/2014/main" id="{6DB6E67C-26AA-2A64-64C1-D8088B240969}"/>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55701" name="Oval 19">
                  <a:extLst>
                    <a:ext uri="{FF2B5EF4-FFF2-40B4-BE49-F238E27FC236}">
                      <a16:creationId xmlns:a16="http://schemas.microsoft.com/office/drawing/2014/main" id="{A1A48615-F5FE-5B61-7169-243195C9753A}"/>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55699" name="Text Box 20">
                <a:extLst>
                  <a:ext uri="{FF2B5EF4-FFF2-40B4-BE49-F238E27FC236}">
                    <a16:creationId xmlns:a16="http://schemas.microsoft.com/office/drawing/2014/main" id="{5DCA15FF-4388-9C2F-420F-E44F60095FCF}"/>
                  </a:ext>
                </a:extLst>
              </p:cNvPr>
              <p:cNvSpPr txBox="1">
                <a:spLocks noChangeArrowheads="1"/>
              </p:cNvSpPr>
              <p:nvPr/>
            </p:nvSpPr>
            <p:spPr bwMode="auto">
              <a:xfrm>
                <a:off x="4107" y="2398"/>
                <a:ext cx="25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8</a:t>
                </a:r>
              </a:p>
            </p:txBody>
          </p:sp>
        </p:grpSp>
        <p:grpSp>
          <p:nvGrpSpPr>
            <p:cNvPr id="155677" name="Group 21">
              <a:extLst>
                <a:ext uri="{FF2B5EF4-FFF2-40B4-BE49-F238E27FC236}">
                  <a16:creationId xmlns:a16="http://schemas.microsoft.com/office/drawing/2014/main" id="{EEA4F4D3-1C33-291F-FD8A-99CFBA87CD0A}"/>
                </a:ext>
              </a:extLst>
            </p:cNvPr>
            <p:cNvGrpSpPr>
              <a:grpSpLocks/>
            </p:cNvGrpSpPr>
            <p:nvPr/>
          </p:nvGrpSpPr>
          <p:grpSpPr bwMode="auto">
            <a:xfrm>
              <a:off x="2940" y="3264"/>
              <a:ext cx="384" cy="388"/>
              <a:chOff x="2940" y="3264"/>
              <a:chExt cx="384" cy="388"/>
            </a:xfrm>
          </p:grpSpPr>
          <p:grpSp>
            <p:nvGrpSpPr>
              <p:cNvPr id="155694" name="Group 22">
                <a:extLst>
                  <a:ext uri="{FF2B5EF4-FFF2-40B4-BE49-F238E27FC236}">
                    <a16:creationId xmlns:a16="http://schemas.microsoft.com/office/drawing/2014/main" id="{963574B0-FE97-858F-2969-2493E76F3889}"/>
                  </a:ext>
                </a:extLst>
              </p:cNvPr>
              <p:cNvGrpSpPr>
                <a:grpSpLocks/>
              </p:cNvGrpSpPr>
              <p:nvPr/>
            </p:nvGrpSpPr>
            <p:grpSpPr bwMode="auto">
              <a:xfrm>
                <a:off x="2940" y="3264"/>
                <a:ext cx="384" cy="384"/>
                <a:chOff x="2928" y="1440"/>
                <a:chExt cx="384" cy="384"/>
              </a:xfrm>
            </p:grpSpPr>
            <p:sp>
              <p:nvSpPr>
                <p:cNvPr id="155696" name="Oval 23">
                  <a:extLst>
                    <a:ext uri="{FF2B5EF4-FFF2-40B4-BE49-F238E27FC236}">
                      <a16:creationId xmlns:a16="http://schemas.microsoft.com/office/drawing/2014/main" id="{47665DDD-A417-8808-B260-F5C92B8AE97E}"/>
                    </a:ext>
                  </a:extLst>
                </p:cNvPr>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55697" name="Oval 24">
                  <a:extLst>
                    <a:ext uri="{FF2B5EF4-FFF2-40B4-BE49-F238E27FC236}">
                      <a16:creationId xmlns:a16="http://schemas.microsoft.com/office/drawing/2014/main" id="{4EF76082-F7D2-7D97-A55B-F6094C9E657A}"/>
                    </a:ext>
                  </a:extLst>
                </p:cNvPr>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155695" name="Text Box 25">
                <a:extLst>
                  <a:ext uri="{FF2B5EF4-FFF2-40B4-BE49-F238E27FC236}">
                    <a16:creationId xmlns:a16="http://schemas.microsoft.com/office/drawing/2014/main" id="{56338009-16DA-38F2-2E26-8D07F09C0DB5}"/>
                  </a:ext>
                </a:extLst>
              </p:cNvPr>
              <p:cNvSpPr txBox="1">
                <a:spLocks noChangeArrowheads="1"/>
              </p:cNvSpPr>
              <p:nvPr/>
            </p:nvSpPr>
            <p:spPr bwMode="auto">
              <a:xfrm>
                <a:off x="3007" y="3266"/>
                <a:ext cx="25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7</a:t>
                </a:r>
              </a:p>
            </p:txBody>
          </p:sp>
        </p:grpSp>
        <p:cxnSp>
          <p:nvCxnSpPr>
            <p:cNvPr id="155678" name="AutoShape 26">
              <a:extLst>
                <a:ext uri="{FF2B5EF4-FFF2-40B4-BE49-F238E27FC236}">
                  <a16:creationId xmlns:a16="http://schemas.microsoft.com/office/drawing/2014/main" id="{F12CC43F-11AA-23E3-EBA2-712FB13D1186}"/>
                </a:ext>
              </a:extLst>
            </p:cNvPr>
            <p:cNvCxnSpPr>
              <a:cxnSpLocks noChangeShapeType="1"/>
              <a:stCxn id="155674" idx="6"/>
              <a:endCxn id="155696" idx="2"/>
            </p:cNvCxnSpPr>
            <p:nvPr/>
          </p:nvCxnSpPr>
          <p:spPr bwMode="auto">
            <a:xfrm>
              <a:off x="2256" y="3456"/>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79" name="AutoShape 27">
              <a:extLst>
                <a:ext uri="{FF2B5EF4-FFF2-40B4-BE49-F238E27FC236}">
                  <a16:creationId xmlns:a16="http://schemas.microsoft.com/office/drawing/2014/main" id="{14F3567D-1E1A-128A-25B5-FE9947BD3257}"/>
                </a:ext>
              </a:extLst>
            </p:cNvPr>
            <p:cNvCxnSpPr>
              <a:cxnSpLocks noChangeShapeType="1"/>
              <a:stCxn id="155671" idx="6"/>
              <a:endCxn id="155673" idx="2"/>
            </p:cNvCxnSpPr>
            <p:nvPr/>
          </p:nvCxnSpPr>
          <p:spPr bwMode="auto">
            <a:xfrm>
              <a:off x="2256" y="259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0" name="AutoShape 28">
              <a:extLst>
                <a:ext uri="{FF2B5EF4-FFF2-40B4-BE49-F238E27FC236}">
                  <a16:creationId xmlns:a16="http://schemas.microsoft.com/office/drawing/2014/main" id="{7CDD96CC-68B1-B004-7396-0687EA7F3A04}"/>
                </a:ext>
              </a:extLst>
            </p:cNvPr>
            <p:cNvCxnSpPr>
              <a:cxnSpLocks noChangeShapeType="1"/>
              <a:stCxn id="155704" idx="3"/>
              <a:endCxn id="155671" idx="7"/>
            </p:cNvCxnSpPr>
            <p:nvPr/>
          </p:nvCxnSpPr>
          <p:spPr bwMode="auto">
            <a:xfrm rot="5400000">
              <a:off x="2254" y="1714"/>
              <a:ext cx="688" cy="796"/>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1" name="AutoShape 29">
              <a:extLst>
                <a:ext uri="{FF2B5EF4-FFF2-40B4-BE49-F238E27FC236}">
                  <a16:creationId xmlns:a16="http://schemas.microsoft.com/office/drawing/2014/main" id="{1946F895-279C-52EE-D683-714602906385}"/>
                </a:ext>
              </a:extLst>
            </p:cNvPr>
            <p:cNvCxnSpPr>
              <a:cxnSpLocks noChangeShapeType="1"/>
              <a:stCxn id="155672" idx="6"/>
              <a:endCxn id="155704" idx="2"/>
            </p:cNvCxnSpPr>
            <p:nvPr/>
          </p:nvCxnSpPr>
          <p:spPr bwMode="auto">
            <a:xfrm>
              <a:off x="2256" y="163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2" name="AutoShape 30">
              <a:extLst>
                <a:ext uri="{FF2B5EF4-FFF2-40B4-BE49-F238E27FC236}">
                  <a16:creationId xmlns:a16="http://schemas.microsoft.com/office/drawing/2014/main" id="{FDDAB78B-C8AB-3B9B-2C5F-1B9C54E812EE}"/>
                </a:ext>
              </a:extLst>
            </p:cNvPr>
            <p:cNvCxnSpPr>
              <a:cxnSpLocks noChangeShapeType="1"/>
              <a:stCxn id="155670" idx="6"/>
              <a:endCxn id="155671" idx="2"/>
            </p:cNvCxnSpPr>
            <p:nvPr/>
          </p:nvCxnSpPr>
          <p:spPr bwMode="auto">
            <a:xfrm>
              <a:off x="1392" y="2592"/>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3" name="AutoShape 31">
              <a:extLst>
                <a:ext uri="{FF2B5EF4-FFF2-40B4-BE49-F238E27FC236}">
                  <a16:creationId xmlns:a16="http://schemas.microsoft.com/office/drawing/2014/main" id="{FFFE225A-00FD-CA92-E1F5-2A250409275A}"/>
                </a:ext>
              </a:extLst>
            </p:cNvPr>
            <p:cNvCxnSpPr>
              <a:cxnSpLocks noChangeShapeType="1"/>
              <a:stCxn id="155670" idx="0"/>
              <a:endCxn id="155672" idx="2"/>
            </p:cNvCxnSpPr>
            <p:nvPr/>
          </p:nvCxnSpPr>
          <p:spPr bwMode="auto">
            <a:xfrm rot="-5400000">
              <a:off x="1152" y="1680"/>
              <a:ext cx="768"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4" name="AutoShape 32">
              <a:extLst>
                <a:ext uri="{FF2B5EF4-FFF2-40B4-BE49-F238E27FC236}">
                  <a16:creationId xmlns:a16="http://schemas.microsoft.com/office/drawing/2014/main" id="{5B3BA52C-D826-C881-3923-E6CFF6186D47}"/>
                </a:ext>
              </a:extLst>
            </p:cNvPr>
            <p:cNvCxnSpPr>
              <a:cxnSpLocks noChangeShapeType="1"/>
              <a:stCxn id="155670" idx="4"/>
              <a:endCxn id="155674" idx="2"/>
            </p:cNvCxnSpPr>
            <p:nvPr/>
          </p:nvCxnSpPr>
          <p:spPr bwMode="auto">
            <a:xfrm rot="16200000" flipH="1">
              <a:off x="1200" y="2784"/>
              <a:ext cx="672"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5685" name="AutoShape 33">
              <a:extLst>
                <a:ext uri="{FF2B5EF4-FFF2-40B4-BE49-F238E27FC236}">
                  <a16:creationId xmlns:a16="http://schemas.microsoft.com/office/drawing/2014/main" id="{6BB01E09-CE82-F772-194D-39F43D841C1A}"/>
                </a:ext>
              </a:extLst>
            </p:cNvPr>
            <p:cNvCxnSpPr>
              <a:cxnSpLocks noChangeShapeType="1"/>
              <a:stCxn id="155673" idx="6"/>
              <a:endCxn id="155700" idx="2"/>
            </p:cNvCxnSpPr>
            <p:nvPr/>
          </p:nvCxnSpPr>
          <p:spPr bwMode="auto">
            <a:xfrm>
              <a:off x="3324" y="2592"/>
              <a:ext cx="70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5686" name="Text Box 34">
              <a:extLst>
                <a:ext uri="{FF2B5EF4-FFF2-40B4-BE49-F238E27FC236}">
                  <a16:creationId xmlns:a16="http://schemas.microsoft.com/office/drawing/2014/main" id="{329E68C6-833F-4B26-CC20-8122B84C10F3}"/>
                </a:ext>
              </a:extLst>
            </p:cNvPr>
            <p:cNvSpPr txBox="1">
              <a:spLocks noChangeArrowheads="1"/>
            </p:cNvSpPr>
            <p:nvPr/>
          </p:nvSpPr>
          <p:spPr bwMode="auto">
            <a:xfrm>
              <a:off x="1222" y="1583"/>
              <a:ext cx="25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55687" name="Text Box 35">
              <a:extLst>
                <a:ext uri="{FF2B5EF4-FFF2-40B4-BE49-F238E27FC236}">
                  <a16:creationId xmlns:a16="http://schemas.microsoft.com/office/drawing/2014/main" id="{E6F18CE0-887F-6E9E-4979-82BCEA715B35}"/>
                </a:ext>
              </a:extLst>
            </p:cNvPr>
            <p:cNvSpPr txBox="1">
              <a:spLocks noChangeArrowheads="1"/>
            </p:cNvSpPr>
            <p:nvPr/>
          </p:nvSpPr>
          <p:spPr bwMode="auto">
            <a:xfrm>
              <a:off x="1267" y="3119"/>
              <a:ext cx="25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55688" name="Text Box 36">
              <a:extLst>
                <a:ext uri="{FF2B5EF4-FFF2-40B4-BE49-F238E27FC236}">
                  <a16:creationId xmlns:a16="http://schemas.microsoft.com/office/drawing/2014/main" id="{85A7244B-5ED6-C943-6831-12FF40B53F49}"/>
                </a:ext>
              </a:extLst>
            </p:cNvPr>
            <p:cNvSpPr txBox="1">
              <a:spLocks noChangeArrowheads="1"/>
            </p:cNvSpPr>
            <p:nvPr/>
          </p:nvSpPr>
          <p:spPr bwMode="auto">
            <a:xfrm>
              <a:off x="1464" y="2303"/>
              <a:ext cx="23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55689" name="Text Box 37">
              <a:extLst>
                <a:ext uri="{FF2B5EF4-FFF2-40B4-BE49-F238E27FC236}">
                  <a16:creationId xmlns:a16="http://schemas.microsoft.com/office/drawing/2014/main" id="{94ADF81C-E5AE-605E-F14C-C34EC6681B08}"/>
                </a:ext>
              </a:extLst>
            </p:cNvPr>
            <p:cNvSpPr txBox="1">
              <a:spLocks noChangeArrowheads="1"/>
            </p:cNvSpPr>
            <p:nvPr/>
          </p:nvSpPr>
          <p:spPr bwMode="auto">
            <a:xfrm>
              <a:off x="2380" y="1824"/>
              <a:ext cx="23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55690" name="Text Box 38">
              <a:extLst>
                <a:ext uri="{FF2B5EF4-FFF2-40B4-BE49-F238E27FC236}">
                  <a16:creationId xmlns:a16="http://schemas.microsoft.com/office/drawing/2014/main" id="{9E5C8EEE-8EC7-DB9C-4C91-FC40182A65AE}"/>
                </a:ext>
              </a:extLst>
            </p:cNvPr>
            <p:cNvSpPr txBox="1">
              <a:spLocks noChangeArrowheads="1"/>
            </p:cNvSpPr>
            <p:nvPr/>
          </p:nvSpPr>
          <p:spPr bwMode="auto">
            <a:xfrm>
              <a:off x="2422" y="1343"/>
              <a:ext cx="237"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55691" name="Text Box 39">
              <a:extLst>
                <a:ext uri="{FF2B5EF4-FFF2-40B4-BE49-F238E27FC236}">
                  <a16:creationId xmlns:a16="http://schemas.microsoft.com/office/drawing/2014/main" id="{6919EE5A-04BA-E674-1B41-A3AF6ABA8E27}"/>
                </a:ext>
              </a:extLst>
            </p:cNvPr>
            <p:cNvSpPr txBox="1">
              <a:spLocks noChangeArrowheads="1"/>
            </p:cNvSpPr>
            <p:nvPr/>
          </p:nvSpPr>
          <p:spPr bwMode="auto">
            <a:xfrm>
              <a:off x="3486" y="2302"/>
              <a:ext cx="23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55692" name="Text Box 40">
              <a:extLst>
                <a:ext uri="{FF2B5EF4-FFF2-40B4-BE49-F238E27FC236}">
                  <a16:creationId xmlns:a16="http://schemas.microsoft.com/office/drawing/2014/main" id="{2645D4EE-40BA-89D5-9A17-C92256B224BC}"/>
                </a:ext>
              </a:extLst>
            </p:cNvPr>
            <p:cNvSpPr txBox="1">
              <a:spLocks noChangeArrowheads="1"/>
            </p:cNvSpPr>
            <p:nvPr/>
          </p:nvSpPr>
          <p:spPr bwMode="auto">
            <a:xfrm>
              <a:off x="2428" y="3167"/>
              <a:ext cx="23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55693" name="Text Box 41">
              <a:extLst>
                <a:ext uri="{FF2B5EF4-FFF2-40B4-BE49-F238E27FC236}">
                  <a16:creationId xmlns:a16="http://schemas.microsoft.com/office/drawing/2014/main" id="{88B8DEA7-F758-7DE5-E6DC-934CAA1468A1}"/>
                </a:ext>
              </a:extLst>
            </p:cNvPr>
            <p:cNvSpPr txBox="1">
              <a:spLocks noChangeArrowheads="1"/>
            </p:cNvSpPr>
            <p:nvPr/>
          </p:nvSpPr>
          <p:spPr bwMode="auto">
            <a:xfrm>
              <a:off x="2469" y="2302"/>
              <a:ext cx="25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grpSp>
      <p:sp>
        <p:nvSpPr>
          <p:cNvPr id="86061" name="Rectangle 45">
            <a:extLst>
              <a:ext uri="{FF2B5EF4-FFF2-40B4-BE49-F238E27FC236}">
                <a16:creationId xmlns:a16="http://schemas.microsoft.com/office/drawing/2014/main" id="{E7EF998E-59EB-70C8-62B7-65ECA957E0AB}"/>
              </a:ext>
            </a:extLst>
          </p:cNvPr>
          <p:cNvSpPr>
            <a:spLocks noChangeArrowheads="1"/>
          </p:cNvSpPr>
          <p:nvPr/>
        </p:nvSpPr>
        <p:spPr bwMode="auto">
          <a:xfrm>
            <a:off x="1785938" y="3333750"/>
            <a:ext cx="46799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en-US" altLang="zh-CN" sz="2800" b="1">
                <a:solidFill>
                  <a:srgbClr val="000808"/>
                </a:solidFill>
                <a:sym typeface="Symbol" panose="05050102010706020507" pitchFamily="18" charset="2"/>
              </a:rPr>
              <a:t>I={1},  </a:t>
            </a:r>
            <a:r>
              <a:rPr kumimoji="1" lang="en-US" altLang="zh-CN" sz="2800" b="1">
                <a:solidFill>
                  <a:srgbClr val="000808"/>
                </a:solidFill>
              </a:rPr>
              <a:t>J=</a:t>
            </a:r>
            <a:r>
              <a:rPr kumimoji="1" lang="en-US" altLang="zh-CN" sz="2800" b="1">
                <a:solidFill>
                  <a:srgbClr val="000808"/>
                </a:solidFill>
                <a:sym typeface="Symbol" panose="05050102010706020507" pitchFamily="18" charset="2"/>
              </a:rPr>
              <a:t> {5, 4} ; </a:t>
            </a:r>
          </a:p>
          <a:p>
            <a:pPr fontAlgn="base">
              <a:spcBef>
                <a:spcPct val="0"/>
              </a:spcBef>
              <a:spcAft>
                <a:spcPct val="0"/>
              </a:spcAft>
              <a:buClrTx/>
              <a:buSzTx/>
              <a:buNone/>
            </a:pPr>
            <a:r>
              <a:rPr kumimoji="1" lang="en-US" altLang="zh-CN" sz="2800" b="1">
                <a:solidFill>
                  <a:srgbClr val="000808"/>
                </a:solidFill>
                <a:sym typeface="Symbol" panose="05050102010706020507" pitchFamily="18" charset="2"/>
              </a:rPr>
              <a:t>Ia= -closure(J)={2,4,5,6,7}</a:t>
            </a:r>
          </a:p>
        </p:txBody>
      </p:sp>
      <p:sp>
        <p:nvSpPr>
          <p:cNvPr id="86062" name="Rectangle 46">
            <a:extLst>
              <a:ext uri="{FF2B5EF4-FFF2-40B4-BE49-F238E27FC236}">
                <a16:creationId xmlns:a16="http://schemas.microsoft.com/office/drawing/2014/main" id="{D77A2E1F-37A1-2E4F-FEC9-7B1B33204897}"/>
              </a:ext>
            </a:extLst>
          </p:cNvPr>
          <p:cNvSpPr>
            <a:spLocks noChangeArrowheads="1"/>
          </p:cNvSpPr>
          <p:nvPr/>
        </p:nvSpPr>
        <p:spPr bwMode="auto">
          <a:xfrm>
            <a:off x="1899754" y="4525963"/>
            <a:ext cx="22012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b="1">
                <a:solidFill>
                  <a:srgbClr val="007A77"/>
                </a:solidFill>
                <a:sym typeface="Symbol" panose="05050102010706020507" pitchFamily="18" charset="2"/>
              </a:rPr>
              <a:t>I={1,2}, Ia=?</a:t>
            </a:r>
          </a:p>
        </p:txBody>
      </p:sp>
      <p:grpSp>
        <p:nvGrpSpPr>
          <p:cNvPr id="155654" name="Group 2">
            <a:extLst>
              <a:ext uri="{FF2B5EF4-FFF2-40B4-BE49-F238E27FC236}">
                <a16:creationId xmlns:a16="http://schemas.microsoft.com/office/drawing/2014/main" id="{A2515BA4-760C-FC7B-B40D-547E13C5AB44}"/>
              </a:ext>
            </a:extLst>
          </p:cNvPr>
          <p:cNvGrpSpPr>
            <a:grpSpLocks/>
          </p:cNvGrpSpPr>
          <p:nvPr/>
        </p:nvGrpSpPr>
        <p:grpSpPr bwMode="auto">
          <a:xfrm>
            <a:off x="3179764" y="134938"/>
            <a:ext cx="7127875" cy="576262"/>
            <a:chOff x="-68" y="210"/>
            <a:chExt cx="5738" cy="3946"/>
          </a:xfrm>
        </p:grpSpPr>
        <p:grpSp>
          <p:nvGrpSpPr>
            <p:cNvPr id="155666" name="Group 3">
              <a:extLst>
                <a:ext uri="{FF2B5EF4-FFF2-40B4-BE49-F238E27FC236}">
                  <a16:creationId xmlns:a16="http://schemas.microsoft.com/office/drawing/2014/main" id="{34DCD0C1-86A5-19A2-E229-12433CD96D45}"/>
                </a:ext>
              </a:extLst>
            </p:cNvPr>
            <p:cNvGrpSpPr>
              <a:grpSpLocks/>
            </p:cNvGrpSpPr>
            <p:nvPr/>
          </p:nvGrpSpPr>
          <p:grpSpPr bwMode="auto">
            <a:xfrm>
              <a:off x="204" y="210"/>
              <a:ext cx="5443" cy="3946"/>
              <a:chOff x="720" y="480"/>
              <a:chExt cx="4224" cy="1390"/>
            </a:xfrm>
          </p:grpSpPr>
          <p:graphicFrame>
            <p:nvGraphicFramePr>
              <p:cNvPr id="155668" name="Object 4">
                <a:extLst>
                  <a:ext uri="{FF2B5EF4-FFF2-40B4-BE49-F238E27FC236}">
                    <a16:creationId xmlns:a16="http://schemas.microsoft.com/office/drawing/2014/main" id="{D5313FB0-CC52-9473-0C6B-32C3034A40C6}"/>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55668" name="Object 4">
                            <a:extLst>
                              <a:ext uri="{FF2B5EF4-FFF2-40B4-BE49-F238E27FC236}">
                                <a16:creationId xmlns:a16="http://schemas.microsoft.com/office/drawing/2014/main" id="{D5313FB0-CC52-9473-0C6B-32C3034A40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69" name="Object 5">
                <a:extLst>
                  <a:ext uri="{FF2B5EF4-FFF2-40B4-BE49-F238E27FC236}">
                    <a16:creationId xmlns:a16="http://schemas.microsoft.com/office/drawing/2014/main" id="{455ED9A8-8C80-4E71-53B3-04BFF7FEF5D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55669" name="Object 5">
                            <a:extLst>
                              <a:ext uri="{FF2B5EF4-FFF2-40B4-BE49-F238E27FC236}">
                                <a16:creationId xmlns:a16="http://schemas.microsoft.com/office/drawing/2014/main" id="{455ED9A8-8C80-4E71-53B3-04BFF7FEF5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5667" name="Text Box 6">
              <a:extLst>
                <a:ext uri="{FF2B5EF4-FFF2-40B4-BE49-F238E27FC236}">
                  <a16:creationId xmlns:a16="http://schemas.microsoft.com/office/drawing/2014/main" id="{7663E52A-80BF-273B-D1EB-DD3E9700B071}"/>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假定 </a:t>
              </a:r>
              <a:r>
                <a:rPr lang="en-US" altLang="zh-CN" sz="2400" b="1">
                  <a:solidFill>
                    <a:srgbClr val="DC5900"/>
                  </a:solidFill>
                  <a:latin typeface="宋体" panose="02010600030101010101" pitchFamily="2" charset="-122"/>
                </a:rPr>
                <a:t>I </a:t>
              </a:r>
              <a:r>
                <a:rPr lang="zh-CN" altLang="en-US" sz="2400" b="1">
                  <a:solidFill>
                    <a:srgbClr val="003399"/>
                  </a:solidFill>
                  <a:latin typeface="宋体" panose="02010600030101010101" pitchFamily="2" charset="-122"/>
                </a:rPr>
                <a:t>是</a:t>
              </a:r>
              <a:r>
                <a:rPr lang="en-US" altLang="zh-CN" sz="2400" b="1">
                  <a:solidFill>
                    <a:srgbClr val="DC5900"/>
                  </a:solidFill>
                  <a:latin typeface="宋体" panose="02010600030101010101" pitchFamily="2" charset="-122"/>
                </a:rPr>
                <a:t>NFA M</a:t>
              </a:r>
              <a:r>
                <a:rPr lang="zh-CN" altLang="en-US" sz="2400" b="1">
                  <a:solidFill>
                    <a:srgbClr val="003399"/>
                  </a:solidFill>
                  <a:latin typeface="宋体" panose="02010600030101010101" pitchFamily="2" charset="-122"/>
                </a:rPr>
                <a:t>的状态集的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a:t>
              </a:r>
              <a:r>
                <a:rPr lang="en-US" altLang="zh-CN" sz="2400" b="1">
                  <a:solidFill>
                    <a:srgbClr val="003399"/>
                  </a:solidFill>
                  <a:latin typeface="宋体" panose="02010600030101010101" pitchFamily="2" charset="-122"/>
                </a:rPr>
                <a:t>a∈∑,</a:t>
              </a:r>
              <a:r>
                <a:rPr lang="zh-CN" altLang="en-US" sz="2400" b="1">
                  <a:solidFill>
                    <a:srgbClr val="003399"/>
                  </a:solidFill>
                  <a:latin typeface="宋体" panose="02010600030101010101" pitchFamily="2" charset="-122"/>
                </a:rPr>
                <a:t>定义</a:t>
              </a:r>
            </a:p>
          </p:txBody>
        </p:sp>
      </p:grpSp>
      <p:grpSp>
        <p:nvGrpSpPr>
          <p:cNvPr id="155655" name="Group 7">
            <a:extLst>
              <a:ext uri="{FF2B5EF4-FFF2-40B4-BE49-F238E27FC236}">
                <a16:creationId xmlns:a16="http://schemas.microsoft.com/office/drawing/2014/main" id="{CF202AA4-FF44-EEE7-0766-1CF0FF7894B7}"/>
              </a:ext>
            </a:extLst>
          </p:cNvPr>
          <p:cNvGrpSpPr>
            <a:grpSpLocks/>
          </p:cNvGrpSpPr>
          <p:nvPr/>
        </p:nvGrpSpPr>
        <p:grpSpPr bwMode="auto">
          <a:xfrm>
            <a:off x="2957514" y="811213"/>
            <a:ext cx="4257675" cy="723900"/>
            <a:chOff x="-68" y="210"/>
            <a:chExt cx="5738" cy="3946"/>
          </a:xfrm>
        </p:grpSpPr>
        <p:grpSp>
          <p:nvGrpSpPr>
            <p:cNvPr id="155662" name="Group 8">
              <a:extLst>
                <a:ext uri="{FF2B5EF4-FFF2-40B4-BE49-F238E27FC236}">
                  <a16:creationId xmlns:a16="http://schemas.microsoft.com/office/drawing/2014/main" id="{34D8078B-6285-DB80-637A-C0412ED0CB71}"/>
                </a:ext>
              </a:extLst>
            </p:cNvPr>
            <p:cNvGrpSpPr>
              <a:grpSpLocks/>
            </p:cNvGrpSpPr>
            <p:nvPr/>
          </p:nvGrpSpPr>
          <p:grpSpPr bwMode="auto">
            <a:xfrm>
              <a:off x="204" y="210"/>
              <a:ext cx="5443" cy="3946"/>
              <a:chOff x="720" y="480"/>
              <a:chExt cx="4224" cy="1390"/>
            </a:xfrm>
          </p:grpSpPr>
          <p:graphicFrame>
            <p:nvGraphicFramePr>
              <p:cNvPr id="155664" name="Object 9">
                <a:extLst>
                  <a:ext uri="{FF2B5EF4-FFF2-40B4-BE49-F238E27FC236}">
                    <a16:creationId xmlns:a16="http://schemas.microsoft.com/office/drawing/2014/main" id="{396CA87D-8DEE-C4E9-C373-4511A712008C}"/>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155664" name="Object 9">
                            <a:extLst>
                              <a:ext uri="{FF2B5EF4-FFF2-40B4-BE49-F238E27FC236}">
                                <a16:creationId xmlns:a16="http://schemas.microsoft.com/office/drawing/2014/main" id="{396CA87D-8DEE-C4E9-C373-4511A71200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65" name="Object 10">
                <a:extLst>
                  <a:ext uri="{FF2B5EF4-FFF2-40B4-BE49-F238E27FC236}">
                    <a16:creationId xmlns:a16="http://schemas.microsoft.com/office/drawing/2014/main" id="{6B752039-2B09-C4CA-C10B-4D70FC5478DA}"/>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155665" name="Object 10">
                            <a:extLst>
                              <a:ext uri="{FF2B5EF4-FFF2-40B4-BE49-F238E27FC236}">
                                <a16:creationId xmlns:a16="http://schemas.microsoft.com/office/drawing/2014/main" id="{6B752039-2B09-C4CA-C10B-4D70FC5478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5663" name="Text Box 11">
              <a:extLst>
                <a:ext uri="{FF2B5EF4-FFF2-40B4-BE49-F238E27FC236}">
                  <a16:creationId xmlns:a16="http://schemas.microsoft.com/office/drawing/2014/main" id="{A5801A4C-EE4B-061A-0313-3E298486B49C}"/>
                </a:ext>
              </a:extLst>
            </p:cNvPr>
            <p:cNvSpPr txBox="1">
              <a:spLocks noChangeArrowheads="1"/>
            </p:cNvSpPr>
            <p:nvPr/>
          </p:nvSpPr>
          <p:spPr bwMode="auto">
            <a:xfrm>
              <a:off x="-68" y="251"/>
              <a:ext cx="5738" cy="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indent="-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b="1">
                  <a:solidFill>
                    <a:srgbClr val="FF0000"/>
                  </a:solidFill>
                  <a:latin typeface="宋体" panose="02010600030101010101" pitchFamily="2" charset="-122"/>
                </a:rPr>
                <a:t>  Ia=</a:t>
              </a:r>
              <a:r>
                <a:rPr lang="el-GR" altLang="zh-CN" b="1">
                  <a:solidFill>
                    <a:srgbClr val="FF0000"/>
                  </a:solidFill>
                  <a:latin typeface="宋体" panose="02010600030101010101" pitchFamily="2" charset="-122"/>
                </a:rPr>
                <a:t>ε</a:t>
              </a:r>
              <a:r>
                <a:rPr lang="en-US" altLang="zh-CN" b="1">
                  <a:solidFill>
                    <a:srgbClr val="FF0000"/>
                  </a:solidFill>
                  <a:latin typeface="宋体" panose="02010600030101010101" pitchFamily="2" charset="-122"/>
                </a:rPr>
                <a:t>_CLOSURE(J)</a:t>
              </a:r>
            </a:p>
          </p:txBody>
        </p:sp>
      </p:grpSp>
      <p:grpSp>
        <p:nvGrpSpPr>
          <p:cNvPr id="155656" name="Group 12">
            <a:extLst>
              <a:ext uri="{FF2B5EF4-FFF2-40B4-BE49-F238E27FC236}">
                <a16:creationId xmlns:a16="http://schemas.microsoft.com/office/drawing/2014/main" id="{0DF2BEB0-E6E2-EFED-0C8E-FA0BDBCD2C9B}"/>
              </a:ext>
            </a:extLst>
          </p:cNvPr>
          <p:cNvGrpSpPr>
            <a:grpSpLocks/>
          </p:cNvGrpSpPr>
          <p:nvPr/>
        </p:nvGrpSpPr>
        <p:grpSpPr bwMode="auto">
          <a:xfrm>
            <a:off x="1271588" y="1609726"/>
            <a:ext cx="9144001" cy="1223963"/>
            <a:chOff x="-68" y="210"/>
            <a:chExt cx="5738" cy="3946"/>
          </a:xfrm>
        </p:grpSpPr>
        <p:grpSp>
          <p:nvGrpSpPr>
            <p:cNvPr id="155658" name="Group 13">
              <a:extLst>
                <a:ext uri="{FF2B5EF4-FFF2-40B4-BE49-F238E27FC236}">
                  <a16:creationId xmlns:a16="http://schemas.microsoft.com/office/drawing/2014/main" id="{DF0BCF76-F3E8-6BA7-11F4-B3F25605B389}"/>
                </a:ext>
              </a:extLst>
            </p:cNvPr>
            <p:cNvGrpSpPr>
              <a:grpSpLocks/>
            </p:cNvGrpSpPr>
            <p:nvPr/>
          </p:nvGrpSpPr>
          <p:grpSpPr bwMode="auto">
            <a:xfrm>
              <a:off x="204" y="210"/>
              <a:ext cx="5443" cy="3946"/>
              <a:chOff x="720" y="480"/>
              <a:chExt cx="4224" cy="1390"/>
            </a:xfrm>
          </p:grpSpPr>
          <p:graphicFrame>
            <p:nvGraphicFramePr>
              <p:cNvPr id="155660" name="Object 14">
                <a:extLst>
                  <a:ext uri="{FF2B5EF4-FFF2-40B4-BE49-F238E27FC236}">
                    <a16:creationId xmlns:a16="http://schemas.microsoft.com/office/drawing/2014/main" id="{FD46DDA0-E8A0-C3E4-6C86-0EF62CE7D331}"/>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9" imgW="7580952" imgH="2768254" progId="">
                      <p:embed/>
                    </p:oleObj>
                  </mc:Choice>
                  <mc:Fallback>
                    <p:oleObj name="Image" r:id="rId9" imgW="7580952" imgH="2768254" progId="">
                      <p:embed/>
                      <p:pic>
                        <p:nvPicPr>
                          <p:cNvPr id="155660" name="Object 14">
                            <a:extLst>
                              <a:ext uri="{FF2B5EF4-FFF2-40B4-BE49-F238E27FC236}">
                                <a16:creationId xmlns:a16="http://schemas.microsoft.com/office/drawing/2014/main" id="{FD46DDA0-E8A0-C3E4-6C86-0EF62CE7D3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61" name="Object 15">
                <a:extLst>
                  <a:ext uri="{FF2B5EF4-FFF2-40B4-BE49-F238E27FC236}">
                    <a16:creationId xmlns:a16="http://schemas.microsoft.com/office/drawing/2014/main" id="{96B2801E-8678-3EA5-4E16-7E3723477C7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0" imgW="114151" imgH="215619" progId="Equation.3">
                      <p:embed/>
                    </p:oleObj>
                  </mc:Choice>
                  <mc:Fallback>
                    <p:oleObj name="Microsoft 公式 3.0" r:id="rId10" imgW="114151" imgH="215619" progId="Equation.3">
                      <p:embed/>
                      <p:pic>
                        <p:nvPicPr>
                          <p:cNvPr id="155661" name="Object 15">
                            <a:extLst>
                              <a:ext uri="{FF2B5EF4-FFF2-40B4-BE49-F238E27FC236}">
                                <a16:creationId xmlns:a16="http://schemas.microsoft.com/office/drawing/2014/main" id="{96B2801E-8678-3EA5-4E16-7E3723477C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5659" name="Text Box 16">
              <a:extLst>
                <a:ext uri="{FF2B5EF4-FFF2-40B4-BE49-F238E27FC236}">
                  <a16:creationId xmlns:a16="http://schemas.microsoft.com/office/drawing/2014/main" id="{C0FFDCD6-BFCC-3218-56E5-4F9CCA8EEE3C}"/>
                </a:ext>
              </a:extLst>
            </p:cNvPr>
            <p:cNvSpPr txBox="1">
              <a:spLocks noChangeArrowheads="1"/>
            </p:cNvSpPr>
            <p:nvPr/>
          </p:nvSpPr>
          <p:spPr bwMode="auto">
            <a:xfrm>
              <a:off x="-68" y="256"/>
              <a:ext cx="5738"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6313">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其中，</a:t>
              </a:r>
              <a:r>
                <a:rPr lang="en-US" altLang="zh-CN" sz="2400" b="1">
                  <a:solidFill>
                    <a:srgbClr val="FF0000"/>
                  </a:solidFill>
                  <a:latin typeface="宋体" panose="02010600030101010101" pitchFamily="2" charset="-122"/>
                </a:rPr>
                <a:t>J</a:t>
              </a:r>
              <a:r>
                <a:rPr lang="zh-CN" altLang="en-US" sz="2400" b="1">
                  <a:solidFill>
                    <a:srgbClr val="003399"/>
                  </a:solidFill>
                  <a:latin typeface="宋体" panose="02010600030101010101" pitchFamily="2" charset="-122"/>
                </a:rPr>
                <a:t>是那些可从</a:t>
              </a:r>
              <a:r>
                <a:rPr lang="en-US" altLang="zh-CN" sz="2400" b="1">
                  <a:solidFill>
                    <a:srgbClr val="FF0000"/>
                  </a:solidFill>
                  <a:latin typeface="宋体" panose="02010600030101010101" pitchFamily="2" charset="-122"/>
                </a:rPr>
                <a:t>I</a:t>
              </a:r>
              <a:r>
                <a:rPr lang="zh-CN" altLang="en-US" sz="2400" b="1">
                  <a:solidFill>
                    <a:srgbClr val="003399"/>
                  </a:solidFill>
                  <a:latin typeface="宋体" panose="02010600030101010101" pitchFamily="2" charset="-122"/>
                </a:rPr>
                <a:t>中的某一状态结点出发</a:t>
              </a:r>
              <a:r>
                <a:rPr lang="zh-CN" altLang="en-US" sz="2400" b="1">
                  <a:solidFill>
                    <a:srgbClr val="FF0000"/>
                  </a:solidFill>
                  <a:latin typeface="宋体" panose="02010600030101010101" pitchFamily="2" charset="-122"/>
                </a:rPr>
                <a:t>经过一条</a:t>
              </a: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弧</a:t>
              </a:r>
              <a:r>
                <a:rPr lang="zh-CN" altLang="en-US" sz="2400" b="1">
                  <a:solidFill>
                    <a:srgbClr val="003399"/>
                  </a:solidFill>
                  <a:latin typeface="宋体" panose="02010600030101010101" pitchFamily="2" charset="-122"/>
                </a:rPr>
                <a:t>而</a:t>
              </a:r>
            </a:p>
            <a:p>
              <a:pPr fontAlgn="base">
                <a:spcBef>
                  <a:spcPct val="50000"/>
                </a:spcBef>
                <a:spcAft>
                  <a:spcPct val="0"/>
                </a:spcAft>
                <a:buClrTx/>
                <a:buSzTx/>
                <a:buNone/>
              </a:pPr>
              <a:r>
                <a:rPr lang="zh-CN" altLang="en-US" sz="2400" b="1">
                  <a:solidFill>
                    <a:srgbClr val="003399"/>
                  </a:solidFill>
                  <a:latin typeface="宋体" panose="02010600030101010101" pitchFamily="2" charset="-122"/>
                </a:rPr>
                <a:t>到达的状态结点的全体。</a:t>
              </a:r>
            </a:p>
          </p:txBody>
        </p:sp>
      </p:grpSp>
      <p:sp>
        <p:nvSpPr>
          <p:cNvPr id="20" name="WordArt 22">
            <a:extLst>
              <a:ext uri="{FF2B5EF4-FFF2-40B4-BE49-F238E27FC236}">
                <a16:creationId xmlns:a16="http://schemas.microsoft.com/office/drawing/2014/main" id="{91CDF125-DA6C-5592-AC11-7AB49225DE83}"/>
              </a:ext>
            </a:extLst>
          </p:cNvPr>
          <p:cNvSpPr>
            <a:spLocks noChangeArrowheads="1" noChangeShapeType="1" noTextEdit="1"/>
          </p:cNvSpPr>
          <p:nvPr/>
        </p:nvSpPr>
        <p:spPr bwMode="auto">
          <a:xfrm>
            <a:off x="1986131" y="116632"/>
            <a:ext cx="1371600"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sz="3600" b="1" kern="10">
                <a:ln w="9525">
                  <a:solidFill>
                    <a:srgbClr val="FF6600"/>
                  </a:solidFill>
                  <a:round/>
                  <a:headEnd/>
                  <a:tailEnd/>
                </a:ln>
                <a:solidFill>
                  <a:srgbClr val="FFFFFF"/>
                </a:solidFill>
                <a:latin typeface="宋体"/>
                <a:ea typeface="宋体"/>
              </a:rPr>
              <a:t>Ia</a:t>
            </a:r>
            <a:r>
              <a:rPr lang="zh-CN" altLang="en-US" sz="3600" b="1" kern="10">
                <a:ln w="9525">
                  <a:solidFill>
                    <a:srgbClr val="FF6600"/>
                  </a:solidFill>
                  <a:round/>
                  <a:headEnd/>
                  <a:tailEnd/>
                </a:ln>
                <a:solidFill>
                  <a:srgbClr val="FFFFFF"/>
                </a:solidFill>
                <a:latin typeface="宋体"/>
                <a:ea typeface="宋体"/>
              </a:rPr>
              <a:t>定义</a:t>
            </a:r>
            <a:endParaRPr lang="en-US" sz="3600" b="1" kern="10">
              <a:ln w="9525">
                <a:solidFill>
                  <a:srgbClr val="FF6600"/>
                </a:solidFill>
                <a:round/>
                <a:headEnd/>
                <a:tailEnd/>
              </a:ln>
              <a:solidFill>
                <a:srgbClr val="FFFFFF"/>
              </a:solidFill>
              <a:latin typeface="宋体"/>
              <a:ea typeface="宋体"/>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60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606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6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P spid="86061" grpId="0"/>
      <p:bldP spid="8606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DF23E83C-5C1D-9088-0C6B-421C3E2BF05E}"/>
              </a:ext>
            </a:extLst>
          </p:cNvPr>
          <p:cNvSpPr>
            <a:spLocks noGrp="1" noChangeArrowheads="1"/>
          </p:cNvSpPr>
          <p:nvPr>
            <p:ph type="body" idx="1"/>
          </p:nvPr>
        </p:nvSpPr>
        <p:spPr>
          <a:xfrm>
            <a:off x="1895475" y="1052513"/>
            <a:ext cx="9024938" cy="4953000"/>
          </a:xfrm>
        </p:spPr>
        <p:txBody>
          <a:bodyPr/>
          <a:lstStyle/>
          <a:p>
            <a:pPr eaLnBrk="1" hangingPunct="1">
              <a:lnSpc>
                <a:spcPct val="90000"/>
              </a:lnSpc>
            </a:pPr>
            <a:r>
              <a:rPr lang="zh-CN" altLang="en-US" sz="2800" b="1">
                <a:solidFill>
                  <a:srgbClr val="3333FF"/>
                </a:solidFill>
                <a:latin typeface="楷体" panose="02010609060101010101" pitchFamily="49" charset="-122"/>
                <a:ea typeface="楷体" panose="02010609060101010101" pitchFamily="49" charset="-122"/>
              </a:rPr>
              <a:t>方法：（子集法）</a:t>
            </a:r>
            <a:r>
              <a:rPr lang="zh-CN" altLang="en-US" sz="2800"/>
              <a:t>将</a:t>
            </a:r>
            <a:r>
              <a:rPr lang="en-US" altLang="zh-CN" sz="2800"/>
              <a:t>NFA</a:t>
            </a:r>
            <a:r>
              <a:rPr lang="zh-CN" altLang="en-US" sz="2800"/>
              <a:t>转换成接受同样语言的</a:t>
            </a:r>
            <a:r>
              <a:rPr lang="en-US" altLang="zh-CN" sz="2800"/>
              <a:t>DFA</a:t>
            </a:r>
            <a:r>
              <a:rPr lang="zh-CN" altLang="en-US" sz="2800"/>
              <a:t>。</a:t>
            </a:r>
            <a:endParaRPr lang="zh-CN" altLang="en-US" sz="2800">
              <a:solidFill>
                <a:schemeClr val="bg1"/>
              </a:solidFill>
            </a:endParaRPr>
          </a:p>
          <a:p>
            <a:pPr eaLnBrk="1" hangingPunct="1">
              <a:lnSpc>
                <a:spcPct val="90000"/>
              </a:lnSpc>
            </a:pPr>
            <a:r>
              <a:rPr lang="en-US" altLang="zh-CN" sz="2800">
                <a:solidFill>
                  <a:srgbClr val="0000CC"/>
                </a:solidFill>
              </a:rPr>
              <a:t>NFA</a:t>
            </a:r>
            <a:r>
              <a:rPr lang="zh-CN" altLang="en-US" sz="2800">
                <a:solidFill>
                  <a:srgbClr val="0000CC"/>
                </a:solidFill>
              </a:rPr>
              <a:t>确定化</a:t>
            </a:r>
            <a:r>
              <a:rPr lang="zh-CN" altLang="en-US" sz="2800"/>
              <a:t>的基本思路是： </a:t>
            </a:r>
            <a:r>
              <a:rPr lang="en-US" altLang="zh-CN" sz="2800" b="1">
                <a:solidFill>
                  <a:srgbClr val="3333FF"/>
                </a:solidFill>
                <a:latin typeface="楷体" panose="02010609060101010101" pitchFamily="49" charset="-122"/>
                <a:ea typeface="楷体" panose="02010609060101010101" pitchFamily="49" charset="-122"/>
              </a:rPr>
              <a:t>DFA</a:t>
            </a:r>
            <a:r>
              <a:rPr lang="zh-CN" altLang="en-US" sz="2800" b="1">
                <a:solidFill>
                  <a:srgbClr val="3333FF"/>
                </a:solidFill>
                <a:latin typeface="楷体" panose="02010609060101010101" pitchFamily="49" charset="-122"/>
                <a:ea typeface="楷体" panose="02010609060101010101" pitchFamily="49" charset="-122"/>
              </a:rPr>
              <a:t>的每一个状态对应</a:t>
            </a:r>
            <a:r>
              <a:rPr lang="en-US" altLang="zh-CN" sz="2800" b="1">
                <a:solidFill>
                  <a:srgbClr val="3333FF"/>
                </a:solidFill>
                <a:latin typeface="楷体" panose="02010609060101010101" pitchFamily="49" charset="-122"/>
                <a:ea typeface="楷体" panose="02010609060101010101" pitchFamily="49" charset="-122"/>
              </a:rPr>
              <a:t>NFA</a:t>
            </a:r>
            <a:r>
              <a:rPr lang="zh-CN" altLang="en-US" sz="2800" b="1">
                <a:solidFill>
                  <a:srgbClr val="3333FF"/>
                </a:solidFill>
                <a:latin typeface="楷体" panose="02010609060101010101" pitchFamily="49" charset="-122"/>
                <a:ea typeface="楷体" panose="02010609060101010101" pitchFamily="49" charset="-122"/>
              </a:rPr>
              <a:t>的一组状态</a:t>
            </a:r>
            <a:r>
              <a:rPr lang="en-US" altLang="zh-CN" sz="2800" b="1">
                <a:solidFill>
                  <a:srgbClr val="3333FF"/>
                </a:solidFill>
                <a:latin typeface="楷体" panose="02010609060101010101" pitchFamily="49" charset="-122"/>
                <a:ea typeface="楷体" panose="02010609060101010101" pitchFamily="49" charset="-122"/>
              </a:rPr>
              <a:t>.</a:t>
            </a:r>
            <a:r>
              <a:rPr lang="en-US" altLang="zh-CN" sz="2800" b="1">
                <a:latin typeface="楷体" panose="02010609060101010101" pitchFamily="49" charset="-122"/>
                <a:ea typeface="楷体" panose="02010609060101010101" pitchFamily="49" charset="-122"/>
              </a:rPr>
              <a:t>   </a:t>
            </a:r>
          </a:p>
          <a:p>
            <a:pPr eaLnBrk="1" hangingPunct="1">
              <a:lnSpc>
                <a:spcPct val="90000"/>
              </a:lnSpc>
            </a:pPr>
            <a:r>
              <a:rPr lang="en-US" altLang="zh-CN" sz="2800"/>
              <a:t>DFA</a:t>
            </a:r>
            <a:r>
              <a:rPr lang="zh-CN" altLang="en-US" sz="2800"/>
              <a:t>使用它的状态去记录在</a:t>
            </a:r>
            <a:r>
              <a:rPr lang="en-US" altLang="zh-CN" sz="2800"/>
              <a:t>NFA</a:t>
            </a:r>
            <a:r>
              <a:rPr lang="zh-CN" altLang="en-US" sz="2800"/>
              <a:t>读入一个输入符号后可能达到的所有状态</a:t>
            </a:r>
            <a:r>
              <a:rPr lang="en-US" altLang="zh-CN" sz="2800"/>
              <a:t>.</a:t>
            </a:r>
            <a:endParaRPr lang="zh-CN" altLang="zh-CN" sz="2800"/>
          </a:p>
        </p:txBody>
      </p:sp>
      <p:sp>
        <p:nvSpPr>
          <p:cNvPr id="157699" name="Rectangle 5">
            <a:extLst>
              <a:ext uri="{FF2B5EF4-FFF2-40B4-BE49-F238E27FC236}">
                <a16:creationId xmlns:a16="http://schemas.microsoft.com/office/drawing/2014/main" id="{4306B2C5-FE57-8F9C-5BC5-82339EBA7877}"/>
              </a:ext>
            </a:extLst>
          </p:cNvPr>
          <p:cNvSpPr>
            <a:spLocks noGrp="1" noChangeArrowheads="1"/>
          </p:cNvSpPr>
          <p:nvPr>
            <p:ph type="title"/>
          </p:nvPr>
        </p:nvSpPr>
        <p:spPr>
          <a:xfrm>
            <a:off x="3800476" y="112713"/>
            <a:ext cx="3813175" cy="939800"/>
          </a:xfrm>
        </p:spPr>
        <p:txBody>
          <a:bodyPr/>
          <a:lstStyle/>
          <a:p>
            <a:pPr eaLnBrk="1" hangingPunct="1"/>
            <a:r>
              <a:rPr lang="en-US" altLang="zh-CN" sz="4000" b="1">
                <a:ea typeface="楷体_GB2312"/>
                <a:cs typeface="楷体_GB2312"/>
              </a:rPr>
              <a:t>NFA</a:t>
            </a:r>
            <a:r>
              <a:rPr lang="zh-CN" altLang="en-US" sz="4000" b="1">
                <a:ea typeface="楷体_GB2312"/>
                <a:cs typeface="楷体_GB2312"/>
              </a:rPr>
              <a:t>的确定化</a:t>
            </a:r>
          </a:p>
        </p:txBody>
      </p:sp>
      <p:pic>
        <p:nvPicPr>
          <p:cNvPr id="3" name="图片 2">
            <a:extLst>
              <a:ext uri="{FF2B5EF4-FFF2-40B4-BE49-F238E27FC236}">
                <a16:creationId xmlns:a16="http://schemas.microsoft.com/office/drawing/2014/main" id="{EDE70990-0037-008D-71CE-086C7C7F3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3195638"/>
            <a:ext cx="4565650" cy="314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8920FA77-12D0-B759-F3E4-91CBBD340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888" y="3295650"/>
            <a:ext cx="1731962"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B2B32E55-5694-1D02-3604-F020FAC942EA}"/>
              </a:ext>
            </a:extLst>
          </p:cNvPr>
          <p:cNvSpPr txBox="1">
            <a:spLocks noChangeArrowheads="1"/>
          </p:cNvSpPr>
          <p:nvPr/>
        </p:nvSpPr>
        <p:spPr bwMode="auto">
          <a:xfrm>
            <a:off x="3648076" y="6337300"/>
            <a:ext cx="1069975" cy="579438"/>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defRPr/>
            </a:pPr>
            <a:r>
              <a:rPr lang="en-US" altLang="zh-CN" sz="3200" b="1" kern="0" dirty="0">
                <a:solidFill>
                  <a:srgbClr val="003399"/>
                </a:solidFill>
                <a:latin typeface="Arial"/>
                <a:ea typeface="楷体_GB2312" pitchFamily="49" charset="-122"/>
              </a:rPr>
              <a:t>NFA</a:t>
            </a:r>
            <a:endParaRPr lang="zh-CN" altLang="en-US" sz="3200" b="1" kern="0" dirty="0">
              <a:solidFill>
                <a:srgbClr val="003399"/>
              </a:solidFill>
              <a:latin typeface="Arial"/>
              <a:ea typeface="楷体_GB2312" pitchFamily="49" charset="-122"/>
            </a:endParaRPr>
          </a:p>
        </p:txBody>
      </p:sp>
      <p:sp>
        <p:nvSpPr>
          <p:cNvPr id="7" name="Rectangle 5">
            <a:extLst>
              <a:ext uri="{FF2B5EF4-FFF2-40B4-BE49-F238E27FC236}">
                <a16:creationId xmlns:a16="http://schemas.microsoft.com/office/drawing/2014/main" id="{2124141E-5319-D85C-2234-3E499263B47B}"/>
              </a:ext>
            </a:extLst>
          </p:cNvPr>
          <p:cNvSpPr txBox="1">
            <a:spLocks noChangeArrowheads="1"/>
          </p:cNvSpPr>
          <p:nvPr/>
        </p:nvSpPr>
        <p:spPr bwMode="auto">
          <a:xfrm>
            <a:off x="8008939" y="6234114"/>
            <a:ext cx="1069975" cy="579437"/>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defRPr/>
            </a:pPr>
            <a:r>
              <a:rPr lang="en-US" altLang="zh-CN" sz="3200" b="1" kern="0" dirty="0">
                <a:solidFill>
                  <a:srgbClr val="003399"/>
                </a:solidFill>
                <a:latin typeface="Arial"/>
                <a:ea typeface="楷体_GB2312" pitchFamily="49" charset="-122"/>
              </a:rPr>
              <a:t>DFA</a:t>
            </a:r>
            <a:endParaRPr lang="zh-CN" altLang="en-US" sz="3200" b="1" kern="0" dirty="0">
              <a:solidFill>
                <a:srgbClr val="003399"/>
              </a:solidFill>
              <a:latin typeface="Arial"/>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53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553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3062771-8D04-59F4-DF33-0EE978D794C9}"/>
              </a:ext>
            </a:extLst>
          </p:cNvPr>
          <p:cNvGrpSpPr>
            <a:grpSpLocks/>
          </p:cNvGrpSpPr>
          <p:nvPr/>
        </p:nvGrpSpPr>
        <p:grpSpPr bwMode="auto">
          <a:xfrm>
            <a:off x="6096000" y="2349501"/>
            <a:ext cx="3816350" cy="3044825"/>
            <a:chOff x="-68" y="210"/>
            <a:chExt cx="5738" cy="4172"/>
          </a:xfrm>
        </p:grpSpPr>
        <p:grpSp>
          <p:nvGrpSpPr>
            <p:cNvPr id="159773" name="Group 3">
              <a:extLst>
                <a:ext uri="{FF2B5EF4-FFF2-40B4-BE49-F238E27FC236}">
                  <a16:creationId xmlns:a16="http://schemas.microsoft.com/office/drawing/2014/main" id="{74A37260-C402-834C-B737-85FD12F85928}"/>
                </a:ext>
              </a:extLst>
            </p:cNvPr>
            <p:cNvGrpSpPr>
              <a:grpSpLocks/>
            </p:cNvGrpSpPr>
            <p:nvPr/>
          </p:nvGrpSpPr>
          <p:grpSpPr bwMode="auto">
            <a:xfrm>
              <a:off x="204" y="210"/>
              <a:ext cx="5443" cy="3946"/>
              <a:chOff x="720" y="480"/>
              <a:chExt cx="4224" cy="1390"/>
            </a:xfrm>
          </p:grpSpPr>
          <p:graphicFrame>
            <p:nvGraphicFramePr>
              <p:cNvPr id="159775" name="Object 4">
                <a:extLst>
                  <a:ext uri="{FF2B5EF4-FFF2-40B4-BE49-F238E27FC236}">
                    <a16:creationId xmlns:a16="http://schemas.microsoft.com/office/drawing/2014/main" id="{C7B85F30-B5A3-ED12-60C6-A2A8380A330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59775" name="Object 4">
                            <a:extLst>
                              <a:ext uri="{FF2B5EF4-FFF2-40B4-BE49-F238E27FC236}">
                                <a16:creationId xmlns:a16="http://schemas.microsoft.com/office/drawing/2014/main" id="{C7B85F30-B5A3-ED12-60C6-A2A8380A3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76" name="Object 5">
                <a:extLst>
                  <a:ext uri="{FF2B5EF4-FFF2-40B4-BE49-F238E27FC236}">
                    <a16:creationId xmlns:a16="http://schemas.microsoft.com/office/drawing/2014/main" id="{B10F2C00-5BDE-D0B2-D253-DCA089CDFBB5}"/>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59776" name="Object 5">
                            <a:extLst>
                              <a:ext uri="{FF2B5EF4-FFF2-40B4-BE49-F238E27FC236}">
                                <a16:creationId xmlns:a16="http://schemas.microsoft.com/office/drawing/2014/main" id="{B10F2C00-5BDE-D0B2-D253-DCA089CDFB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74" name="Text Box 6">
              <a:extLst>
                <a:ext uri="{FF2B5EF4-FFF2-40B4-BE49-F238E27FC236}">
                  <a16:creationId xmlns:a16="http://schemas.microsoft.com/office/drawing/2014/main" id="{6A8D2613-D0C0-EFB6-C508-C6820E389FE0}"/>
                </a:ext>
              </a:extLst>
            </p:cNvPr>
            <p:cNvSpPr txBox="1">
              <a:spLocks noChangeArrowheads="1"/>
            </p:cNvSpPr>
            <p:nvPr/>
          </p:nvSpPr>
          <p:spPr bwMode="auto">
            <a:xfrm>
              <a:off x="-68" y="251"/>
              <a:ext cx="5738" cy="4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indent="-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lnSpc>
                  <a:spcPct val="130000"/>
                </a:lnSpc>
                <a:spcBef>
                  <a:spcPct val="50000"/>
                </a:spcBef>
                <a:spcAft>
                  <a:spcPct val="0"/>
                </a:spcAft>
                <a:buClrTx/>
                <a:buSzTx/>
                <a:buNone/>
              </a:pPr>
              <a:r>
                <a:rPr lang="en-US" altLang="zh-CN" sz="2400" b="1">
                  <a:solidFill>
                    <a:srgbClr val="003399"/>
                  </a:solidFill>
                  <a:latin typeface="宋体" panose="02010600030101010101" pitchFamily="2" charset="-122"/>
                </a:rPr>
                <a:t>   ∑={ a1,a2,….ak }</a:t>
              </a:r>
              <a:r>
                <a:rPr lang="zh-CN" altLang="en-US" sz="2400" b="1">
                  <a:solidFill>
                    <a:srgbClr val="003399"/>
                  </a:solidFill>
                  <a:latin typeface="宋体" panose="02010600030101010101" pitchFamily="2" charset="-122"/>
                </a:rPr>
                <a:t>。先</a:t>
              </a:r>
              <a:r>
                <a:rPr lang="zh-CN" altLang="en-US" sz="2400" b="1">
                  <a:solidFill>
                    <a:srgbClr val="FF0000"/>
                  </a:solidFill>
                  <a:latin typeface="宋体" panose="02010600030101010101" pitchFamily="2" charset="-122"/>
                </a:rPr>
                <a:t>构造一张表</a:t>
              </a:r>
              <a:r>
                <a:rPr lang="zh-CN" altLang="en-US" sz="2400" b="1">
                  <a:solidFill>
                    <a:srgbClr val="003399"/>
                  </a:solidFill>
                  <a:latin typeface="宋体" panose="02010600030101010101" pitchFamily="2" charset="-122"/>
                </a:rPr>
                <a:t>，该表每一行含有</a:t>
              </a:r>
              <a:r>
                <a:rPr lang="en-US" altLang="zh-CN" sz="2400" b="1">
                  <a:solidFill>
                    <a:srgbClr val="003399"/>
                  </a:solidFill>
                  <a:latin typeface="宋体" panose="02010600030101010101" pitchFamily="2" charset="-122"/>
                </a:rPr>
                <a:t>k+1</a:t>
              </a:r>
              <a:r>
                <a:rPr lang="zh-CN" altLang="en-US" sz="2400" b="1">
                  <a:solidFill>
                    <a:srgbClr val="003399"/>
                  </a:solidFill>
                  <a:latin typeface="宋体" panose="02010600030101010101" pitchFamily="2" charset="-122"/>
                </a:rPr>
                <a:t>列。置该表的</a:t>
              </a:r>
              <a:r>
                <a:rPr lang="zh-CN" altLang="en-US" sz="2400" b="1">
                  <a:solidFill>
                    <a:srgbClr val="FF0000"/>
                  </a:solidFill>
                  <a:latin typeface="宋体" panose="02010600030101010101" pitchFamily="2" charset="-122"/>
                </a:rPr>
                <a:t>首行首列为</a:t>
              </a:r>
              <a:r>
                <a:rPr lang="el-GR" altLang="zh-CN" sz="2400" b="1">
                  <a:solidFill>
                    <a:srgbClr val="FF0000"/>
                  </a:solidFill>
                </a:rPr>
                <a:t>ε</a:t>
              </a:r>
              <a:r>
                <a:rPr lang="en-US" altLang="zh-CN" sz="2000" b="1">
                  <a:solidFill>
                    <a:srgbClr val="FF0000"/>
                  </a:solidFill>
                </a:rPr>
                <a:t>_CLOSURE(X)</a:t>
              </a:r>
              <a:r>
                <a:rPr lang="zh-CN" altLang="en-US" sz="2000" b="1">
                  <a:solidFill>
                    <a:srgbClr val="FF0000"/>
                  </a:solidFill>
                </a:rPr>
                <a:t>。</a:t>
              </a:r>
            </a:p>
            <a:p>
              <a:pPr fontAlgn="base">
                <a:lnSpc>
                  <a:spcPct val="130000"/>
                </a:lnSpc>
                <a:spcBef>
                  <a:spcPct val="50000"/>
                </a:spcBef>
                <a:spcAft>
                  <a:spcPct val="0"/>
                </a:spcAft>
                <a:buClrTx/>
                <a:buSzTx/>
                <a:buNone/>
              </a:pPr>
              <a:endParaRPr lang="zh-CN" altLang="en-US" sz="2000" b="1">
                <a:solidFill>
                  <a:srgbClr val="FF0000"/>
                </a:solidFill>
              </a:endParaRPr>
            </a:p>
          </p:txBody>
        </p:sp>
      </p:grpSp>
      <p:grpSp>
        <p:nvGrpSpPr>
          <p:cNvPr id="4" name="Group 7">
            <a:extLst>
              <a:ext uri="{FF2B5EF4-FFF2-40B4-BE49-F238E27FC236}">
                <a16:creationId xmlns:a16="http://schemas.microsoft.com/office/drawing/2014/main" id="{D4735401-BF0F-E152-F55F-C3C7DDA51832}"/>
              </a:ext>
            </a:extLst>
          </p:cNvPr>
          <p:cNvGrpSpPr>
            <a:grpSpLocks/>
          </p:cNvGrpSpPr>
          <p:nvPr/>
        </p:nvGrpSpPr>
        <p:grpSpPr bwMode="auto">
          <a:xfrm>
            <a:off x="5880101" y="2852739"/>
            <a:ext cx="3419475" cy="2452687"/>
            <a:chOff x="-68" y="210"/>
            <a:chExt cx="5738" cy="3946"/>
          </a:xfrm>
        </p:grpSpPr>
        <p:grpSp>
          <p:nvGrpSpPr>
            <p:cNvPr id="159769" name="Group 8">
              <a:extLst>
                <a:ext uri="{FF2B5EF4-FFF2-40B4-BE49-F238E27FC236}">
                  <a16:creationId xmlns:a16="http://schemas.microsoft.com/office/drawing/2014/main" id="{0A51D486-CAFB-49D8-F5F2-8C7D323063CD}"/>
                </a:ext>
              </a:extLst>
            </p:cNvPr>
            <p:cNvGrpSpPr>
              <a:grpSpLocks/>
            </p:cNvGrpSpPr>
            <p:nvPr/>
          </p:nvGrpSpPr>
          <p:grpSpPr bwMode="auto">
            <a:xfrm>
              <a:off x="204" y="210"/>
              <a:ext cx="5443" cy="3946"/>
              <a:chOff x="720" y="480"/>
              <a:chExt cx="4224" cy="1390"/>
            </a:xfrm>
          </p:grpSpPr>
          <p:graphicFrame>
            <p:nvGraphicFramePr>
              <p:cNvPr id="159771" name="Object 9">
                <a:extLst>
                  <a:ext uri="{FF2B5EF4-FFF2-40B4-BE49-F238E27FC236}">
                    <a16:creationId xmlns:a16="http://schemas.microsoft.com/office/drawing/2014/main" id="{98CF2ABF-07B4-3764-E747-03549551F0E3}"/>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6" imgW="7580952" imgH="2768254" progId="">
                      <p:embed/>
                    </p:oleObj>
                  </mc:Choice>
                  <mc:Fallback>
                    <p:oleObj name="Image" r:id="rId6" imgW="7580952" imgH="2768254" progId="">
                      <p:embed/>
                      <p:pic>
                        <p:nvPicPr>
                          <p:cNvPr id="159771" name="Object 9">
                            <a:extLst>
                              <a:ext uri="{FF2B5EF4-FFF2-40B4-BE49-F238E27FC236}">
                                <a16:creationId xmlns:a16="http://schemas.microsoft.com/office/drawing/2014/main" id="{98CF2ABF-07B4-3764-E747-03549551F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72" name="Object 10">
                <a:extLst>
                  <a:ext uri="{FF2B5EF4-FFF2-40B4-BE49-F238E27FC236}">
                    <a16:creationId xmlns:a16="http://schemas.microsoft.com/office/drawing/2014/main" id="{4B43138B-F62E-E0E2-68AD-D9BBFBE8B14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7" imgW="114151" imgH="215619" progId="Equation.3">
                      <p:embed/>
                    </p:oleObj>
                  </mc:Choice>
                  <mc:Fallback>
                    <p:oleObj name="Microsoft 公式 3.0" r:id="rId7" imgW="114151" imgH="215619" progId="Equation.3">
                      <p:embed/>
                      <p:pic>
                        <p:nvPicPr>
                          <p:cNvPr id="159772" name="Object 10">
                            <a:extLst>
                              <a:ext uri="{FF2B5EF4-FFF2-40B4-BE49-F238E27FC236}">
                                <a16:creationId xmlns:a16="http://schemas.microsoft.com/office/drawing/2014/main" id="{4B43138B-F62E-E0E2-68AD-D9BBFBE8B1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70" name="Text Box 11">
              <a:extLst>
                <a:ext uri="{FF2B5EF4-FFF2-40B4-BE49-F238E27FC236}">
                  <a16:creationId xmlns:a16="http://schemas.microsoft.com/office/drawing/2014/main" id="{CA935CB6-41A4-593D-0FEE-AD80F0B542F9}"/>
                </a:ext>
              </a:extLst>
            </p:cNvPr>
            <p:cNvSpPr txBox="1">
              <a:spLocks noChangeArrowheads="1"/>
            </p:cNvSpPr>
            <p:nvPr/>
          </p:nvSpPr>
          <p:spPr bwMode="auto">
            <a:xfrm>
              <a:off x="-68" y="251"/>
              <a:ext cx="5738" cy="3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重复上述过程，直至所有</a:t>
              </a:r>
              <a:r>
                <a:rPr lang="zh-CN" altLang="en-US" sz="2400" b="1">
                  <a:solidFill>
                    <a:srgbClr val="DC5900"/>
                  </a:solidFill>
                  <a:latin typeface="宋体" panose="02010600030101010101" pitchFamily="2" charset="-122"/>
                </a:rPr>
                <a:t>第二列</a:t>
              </a:r>
              <a:r>
                <a:rPr lang="zh-CN" altLang="en-US" sz="2400" b="1">
                  <a:solidFill>
                    <a:srgbClr val="003399"/>
                  </a:solidFill>
                  <a:latin typeface="宋体" panose="02010600030101010101" pitchFamily="2" charset="-122"/>
                </a:rPr>
                <a:t>和</a:t>
              </a:r>
              <a:r>
                <a:rPr lang="zh-CN" altLang="en-US" sz="2400" b="1">
                  <a:solidFill>
                    <a:srgbClr val="DC5900"/>
                  </a:solidFill>
                  <a:latin typeface="宋体" panose="02010600030101010101" pitchFamily="2" charset="-122"/>
                </a:rPr>
                <a:t>第三列</a:t>
              </a:r>
              <a:r>
                <a:rPr lang="zh-CN" altLang="en-US" sz="2400" b="1">
                  <a:solidFill>
                    <a:srgbClr val="003399"/>
                  </a:solidFill>
                  <a:latin typeface="宋体" panose="02010600030101010101" pitchFamily="2" charset="-122"/>
                </a:rPr>
                <a:t>的</a:t>
              </a:r>
              <a:r>
                <a:rPr lang="zh-CN" altLang="en-US" sz="2400" b="1">
                  <a:solidFill>
                    <a:srgbClr val="DC5900"/>
                  </a:solidFill>
                  <a:latin typeface="宋体" panose="02010600030101010101" pitchFamily="2" charset="-122"/>
                </a:rPr>
                <a:t>子集</a:t>
              </a:r>
              <a:r>
                <a:rPr lang="zh-CN" altLang="en-US" sz="2400" b="1">
                  <a:solidFill>
                    <a:srgbClr val="003399"/>
                  </a:solidFill>
                  <a:latin typeface="宋体" panose="02010600030101010101" pitchFamily="2" charset="-122"/>
                </a:rPr>
                <a:t>均已在</a:t>
              </a:r>
              <a:r>
                <a:rPr lang="zh-CN" altLang="en-US" sz="2400" b="1">
                  <a:solidFill>
                    <a:srgbClr val="DC5900"/>
                  </a:solidFill>
                  <a:latin typeface="宋体" panose="02010600030101010101" pitchFamily="2" charset="-122"/>
                </a:rPr>
                <a:t>第一列</a:t>
              </a:r>
              <a:r>
                <a:rPr lang="zh-CN" altLang="en-US" sz="2400" b="1">
                  <a:solidFill>
                    <a:srgbClr val="003399"/>
                  </a:solidFill>
                  <a:latin typeface="宋体" panose="02010600030101010101" pitchFamily="2" charset="-122"/>
                </a:rPr>
                <a:t>上出现了为止。</a:t>
              </a:r>
            </a:p>
          </p:txBody>
        </p:sp>
      </p:grpSp>
      <p:grpSp>
        <p:nvGrpSpPr>
          <p:cNvPr id="6" name="Group 12">
            <a:extLst>
              <a:ext uri="{FF2B5EF4-FFF2-40B4-BE49-F238E27FC236}">
                <a16:creationId xmlns:a16="http://schemas.microsoft.com/office/drawing/2014/main" id="{AD1955CB-C75A-74EB-8156-CE386749B6F2}"/>
              </a:ext>
            </a:extLst>
          </p:cNvPr>
          <p:cNvGrpSpPr>
            <a:grpSpLocks/>
          </p:cNvGrpSpPr>
          <p:nvPr/>
        </p:nvGrpSpPr>
        <p:grpSpPr bwMode="auto">
          <a:xfrm>
            <a:off x="5808664" y="1773239"/>
            <a:ext cx="4535487" cy="4103687"/>
            <a:chOff x="-68" y="210"/>
            <a:chExt cx="5738" cy="3946"/>
          </a:xfrm>
        </p:grpSpPr>
        <p:grpSp>
          <p:nvGrpSpPr>
            <p:cNvPr id="159765" name="Group 13">
              <a:extLst>
                <a:ext uri="{FF2B5EF4-FFF2-40B4-BE49-F238E27FC236}">
                  <a16:creationId xmlns:a16="http://schemas.microsoft.com/office/drawing/2014/main" id="{4DCF925E-CF16-1AFD-E0FD-D27CDB8335EF}"/>
                </a:ext>
              </a:extLst>
            </p:cNvPr>
            <p:cNvGrpSpPr>
              <a:grpSpLocks/>
            </p:cNvGrpSpPr>
            <p:nvPr/>
          </p:nvGrpSpPr>
          <p:grpSpPr bwMode="auto">
            <a:xfrm>
              <a:off x="204" y="210"/>
              <a:ext cx="5443" cy="3946"/>
              <a:chOff x="720" y="480"/>
              <a:chExt cx="4224" cy="1390"/>
            </a:xfrm>
          </p:grpSpPr>
          <p:graphicFrame>
            <p:nvGraphicFramePr>
              <p:cNvPr id="159767" name="Object 14">
                <a:extLst>
                  <a:ext uri="{FF2B5EF4-FFF2-40B4-BE49-F238E27FC236}">
                    <a16:creationId xmlns:a16="http://schemas.microsoft.com/office/drawing/2014/main" id="{96579D44-0061-E58E-368F-564C1D2525D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8" imgW="7580952" imgH="2768254" progId="">
                      <p:embed/>
                    </p:oleObj>
                  </mc:Choice>
                  <mc:Fallback>
                    <p:oleObj name="Image" r:id="rId8" imgW="7580952" imgH="2768254" progId="">
                      <p:embed/>
                      <p:pic>
                        <p:nvPicPr>
                          <p:cNvPr id="159767" name="Object 14">
                            <a:extLst>
                              <a:ext uri="{FF2B5EF4-FFF2-40B4-BE49-F238E27FC236}">
                                <a16:creationId xmlns:a16="http://schemas.microsoft.com/office/drawing/2014/main" id="{96579D44-0061-E58E-368F-564C1D252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68" name="Object 15">
                <a:extLst>
                  <a:ext uri="{FF2B5EF4-FFF2-40B4-BE49-F238E27FC236}">
                    <a16:creationId xmlns:a16="http://schemas.microsoft.com/office/drawing/2014/main" id="{ED1C1C4D-E5EB-58BE-8911-E2C45E89802F}"/>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9" imgW="114151" imgH="215619" progId="Equation.3">
                      <p:embed/>
                    </p:oleObj>
                  </mc:Choice>
                  <mc:Fallback>
                    <p:oleObj name="Microsoft 公式 3.0" r:id="rId9" imgW="114151" imgH="215619" progId="Equation.3">
                      <p:embed/>
                      <p:pic>
                        <p:nvPicPr>
                          <p:cNvPr id="159768" name="Object 15">
                            <a:extLst>
                              <a:ext uri="{FF2B5EF4-FFF2-40B4-BE49-F238E27FC236}">
                                <a16:creationId xmlns:a16="http://schemas.microsoft.com/office/drawing/2014/main" id="{ED1C1C4D-E5EB-58BE-8911-E2C45E8980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66" name="Text Box 16">
              <a:extLst>
                <a:ext uri="{FF2B5EF4-FFF2-40B4-BE49-F238E27FC236}">
                  <a16:creationId xmlns:a16="http://schemas.microsoft.com/office/drawing/2014/main" id="{5CAA19F8-374E-3C3A-8BC4-07E048929212}"/>
                </a:ext>
              </a:extLst>
            </p:cNvPr>
            <p:cNvSpPr txBox="1">
              <a:spLocks noChangeArrowheads="1"/>
            </p:cNvSpPr>
            <p:nvPr/>
          </p:nvSpPr>
          <p:spPr bwMode="auto">
            <a:xfrm>
              <a:off x="-68" y="254"/>
              <a:ext cx="5738" cy="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lnSpc>
                  <a:spcPct val="135000"/>
                </a:lnSpc>
                <a:spcBef>
                  <a:spcPct val="50000"/>
                </a:spcBef>
                <a:spcAft>
                  <a:spcPct val="0"/>
                </a:spcAft>
                <a:buClrTx/>
                <a:buSzTx/>
                <a:buNone/>
              </a:pPr>
              <a:r>
                <a:rPr lang="en-US" altLang="zh-CN" sz="2400" b="1">
                  <a:solidFill>
                    <a:srgbClr val="003399"/>
                  </a:solidFill>
                  <a:latin typeface="宋体" panose="02010600030101010101" pitchFamily="2" charset="-122"/>
                </a:rPr>
                <a:t>    </a:t>
              </a:r>
              <a:r>
                <a:rPr lang="zh-CN" altLang="en-US" sz="2400" b="1">
                  <a:solidFill>
                    <a:srgbClr val="003399"/>
                  </a:solidFill>
                  <a:latin typeface="宋体" panose="02010600030101010101" pitchFamily="2" charset="-122"/>
                </a:rPr>
                <a:t>如果某一行的第一列的状态子集已经确定，例如记为</a:t>
              </a:r>
              <a:r>
                <a:rPr lang="en-US" altLang="zh-CN" sz="2400" b="1">
                  <a:solidFill>
                    <a:srgbClr val="DC5900"/>
                  </a:solidFill>
                  <a:latin typeface="宋体" panose="02010600030101010101" pitchFamily="2" charset="-122"/>
                </a:rPr>
                <a:t>I</a:t>
              </a:r>
              <a:r>
                <a:rPr lang="en-US" altLang="zh-CN" sz="24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那么，求出这一行的第二个和第三个子集</a:t>
              </a:r>
              <a:r>
                <a:rPr lang="en-US" altLang="zh-CN" sz="2400" b="1">
                  <a:solidFill>
                    <a:srgbClr val="DC5900"/>
                  </a:solidFill>
                  <a:latin typeface="宋体" panose="02010600030101010101" pitchFamily="2" charset="-122"/>
                </a:rPr>
                <a:t>I</a:t>
              </a:r>
              <a:r>
                <a:rPr lang="en-US" altLang="zh-CN" sz="2400" b="1" baseline="-25000">
                  <a:solidFill>
                    <a:srgbClr val="DC5900"/>
                  </a:solidFill>
                  <a:latin typeface="宋体" panose="02010600030101010101" pitchFamily="2" charset="-122"/>
                </a:rPr>
                <a:t>a</a:t>
              </a:r>
              <a:r>
                <a:rPr lang="zh-CN" altLang="en-US" sz="2400" b="1">
                  <a:solidFill>
                    <a:srgbClr val="003399"/>
                  </a:solidFill>
                  <a:latin typeface="宋体" panose="02010600030101010101" pitchFamily="2" charset="-122"/>
                </a:rPr>
                <a:t>和</a:t>
              </a:r>
              <a:r>
                <a:rPr lang="en-US" altLang="zh-CN" sz="2400" b="1">
                  <a:solidFill>
                    <a:srgbClr val="DC5900"/>
                  </a:solidFill>
                  <a:latin typeface="宋体" panose="02010600030101010101" pitchFamily="2" charset="-122"/>
                </a:rPr>
                <a:t>I</a:t>
              </a:r>
              <a:r>
                <a:rPr lang="en-US" altLang="zh-CN" sz="2400" b="1" baseline="-25000">
                  <a:solidFill>
                    <a:srgbClr val="DC5900"/>
                  </a:solidFill>
                  <a:latin typeface="宋体" panose="02010600030101010101" pitchFamily="2" charset="-122"/>
                </a:rPr>
                <a:t>b</a:t>
              </a:r>
              <a:r>
                <a:rPr lang="zh-CN" altLang="en-US" sz="2400" b="1">
                  <a:solidFill>
                    <a:srgbClr val="003399"/>
                  </a:solidFill>
                  <a:latin typeface="宋体" panose="02010600030101010101" pitchFamily="2" charset="-122"/>
                </a:rPr>
                <a:t>看它们是否已 在表的第一列出现，将未出现的</a:t>
              </a:r>
              <a:r>
                <a:rPr lang="zh-CN" altLang="en-US" sz="2400" b="1">
                  <a:solidFill>
                    <a:srgbClr val="DC5900"/>
                  </a:solidFill>
                  <a:latin typeface="宋体" panose="02010600030101010101" pitchFamily="2" charset="-122"/>
                </a:rPr>
                <a:t>填入</a:t>
              </a:r>
              <a:r>
                <a:rPr lang="zh-CN" altLang="en-US" sz="2400" b="1">
                  <a:solidFill>
                    <a:srgbClr val="003399"/>
                  </a:solidFill>
                  <a:latin typeface="宋体" panose="02010600030101010101" pitchFamily="2" charset="-122"/>
                </a:rPr>
                <a:t>到后面空行的第一列。</a:t>
              </a:r>
            </a:p>
          </p:txBody>
        </p:sp>
      </p:grpSp>
      <p:grpSp>
        <p:nvGrpSpPr>
          <p:cNvPr id="8" name="Group 17">
            <a:extLst>
              <a:ext uri="{FF2B5EF4-FFF2-40B4-BE49-F238E27FC236}">
                <a16:creationId xmlns:a16="http://schemas.microsoft.com/office/drawing/2014/main" id="{D19D0AF5-0E20-C587-40EC-B16E64574203}"/>
              </a:ext>
            </a:extLst>
          </p:cNvPr>
          <p:cNvGrpSpPr>
            <a:grpSpLocks/>
          </p:cNvGrpSpPr>
          <p:nvPr/>
        </p:nvGrpSpPr>
        <p:grpSpPr bwMode="auto">
          <a:xfrm>
            <a:off x="1992314" y="2420938"/>
            <a:ext cx="3311525" cy="576262"/>
            <a:chOff x="-68" y="210"/>
            <a:chExt cx="5738" cy="3946"/>
          </a:xfrm>
        </p:grpSpPr>
        <p:grpSp>
          <p:nvGrpSpPr>
            <p:cNvPr id="159761" name="Group 18">
              <a:extLst>
                <a:ext uri="{FF2B5EF4-FFF2-40B4-BE49-F238E27FC236}">
                  <a16:creationId xmlns:a16="http://schemas.microsoft.com/office/drawing/2014/main" id="{C669A8CE-CE0E-A564-8FD1-95E14A872CDC}"/>
                </a:ext>
              </a:extLst>
            </p:cNvPr>
            <p:cNvGrpSpPr>
              <a:grpSpLocks/>
            </p:cNvGrpSpPr>
            <p:nvPr/>
          </p:nvGrpSpPr>
          <p:grpSpPr bwMode="auto">
            <a:xfrm>
              <a:off x="204" y="210"/>
              <a:ext cx="5443" cy="3946"/>
              <a:chOff x="720" y="480"/>
              <a:chExt cx="4224" cy="1390"/>
            </a:xfrm>
          </p:grpSpPr>
          <p:graphicFrame>
            <p:nvGraphicFramePr>
              <p:cNvPr id="159763" name="Object 19">
                <a:extLst>
                  <a:ext uri="{FF2B5EF4-FFF2-40B4-BE49-F238E27FC236}">
                    <a16:creationId xmlns:a16="http://schemas.microsoft.com/office/drawing/2014/main" id="{AEBBEDE6-0B7A-C16C-FA96-81E4D0E2321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0" imgW="7580952" imgH="2768254" progId="">
                      <p:embed/>
                    </p:oleObj>
                  </mc:Choice>
                  <mc:Fallback>
                    <p:oleObj name="Image" r:id="rId10" imgW="7580952" imgH="2768254" progId="">
                      <p:embed/>
                      <p:pic>
                        <p:nvPicPr>
                          <p:cNvPr id="159763" name="Object 19">
                            <a:extLst>
                              <a:ext uri="{FF2B5EF4-FFF2-40B4-BE49-F238E27FC236}">
                                <a16:creationId xmlns:a16="http://schemas.microsoft.com/office/drawing/2014/main" id="{AEBBEDE6-0B7A-C16C-FA96-81E4D0E232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64" name="Object 20">
                <a:extLst>
                  <a:ext uri="{FF2B5EF4-FFF2-40B4-BE49-F238E27FC236}">
                    <a16:creationId xmlns:a16="http://schemas.microsoft.com/office/drawing/2014/main" id="{6B59452B-B8A6-6187-BBC6-1708F8447AF4}"/>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1" imgW="114151" imgH="215619" progId="Equation.3">
                      <p:embed/>
                    </p:oleObj>
                  </mc:Choice>
                  <mc:Fallback>
                    <p:oleObj name="Microsoft 公式 3.0" r:id="rId11" imgW="114151" imgH="215619" progId="Equation.3">
                      <p:embed/>
                      <p:pic>
                        <p:nvPicPr>
                          <p:cNvPr id="159764" name="Object 20">
                            <a:extLst>
                              <a:ext uri="{FF2B5EF4-FFF2-40B4-BE49-F238E27FC236}">
                                <a16:creationId xmlns:a16="http://schemas.microsoft.com/office/drawing/2014/main" id="{6B59452B-B8A6-6187-BBC6-1708F8447A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62" name="Text Box 21">
              <a:extLst>
                <a:ext uri="{FF2B5EF4-FFF2-40B4-BE49-F238E27FC236}">
                  <a16:creationId xmlns:a16="http://schemas.microsoft.com/office/drawing/2014/main" id="{10BC3521-C9D5-9498-C06D-0E36AC015568}"/>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indent="-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   1 </a:t>
              </a:r>
              <a:r>
                <a:rPr lang="zh-CN" altLang="en-US" sz="2400" b="1">
                  <a:solidFill>
                    <a:srgbClr val="003399"/>
                  </a:solidFill>
                  <a:latin typeface="宋体" panose="02010600030101010101" pitchFamily="2" charset="-122"/>
                </a:rPr>
                <a:t>表的</a:t>
              </a:r>
              <a:r>
                <a:rPr lang="zh-CN" altLang="en-US" sz="2400" b="1">
                  <a:solidFill>
                    <a:srgbClr val="DC5900"/>
                  </a:solidFill>
                  <a:latin typeface="宋体" panose="02010600030101010101" pitchFamily="2" charset="-122"/>
                </a:rPr>
                <a:t>初始化</a:t>
              </a:r>
              <a:r>
                <a:rPr lang="zh-CN" altLang="en-US" sz="2400" b="1">
                  <a:solidFill>
                    <a:srgbClr val="003399"/>
                  </a:solidFill>
                  <a:latin typeface="宋体" panose="02010600030101010101" pitchFamily="2" charset="-122"/>
                </a:rPr>
                <a:t>构造</a:t>
              </a:r>
              <a:endParaRPr lang="zh-CN" altLang="en-US" sz="2000" b="1">
                <a:solidFill>
                  <a:srgbClr val="FF0000"/>
                </a:solidFill>
              </a:endParaRPr>
            </a:p>
          </p:txBody>
        </p:sp>
      </p:grpSp>
      <p:grpSp>
        <p:nvGrpSpPr>
          <p:cNvPr id="10" name="Group 32">
            <a:extLst>
              <a:ext uri="{FF2B5EF4-FFF2-40B4-BE49-F238E27FC236}">
                <a16:creationId xmlns:a16="http://schemas.microsoft.com/office/drawing/2014/main" id="{EF9EFC0D-3234-BF23-515A-50B9C97E6714}"/>
              </a:ext>
            </a:extLst>
          </p:cNvPr>
          <p:cNvGrpSpPr>
            <a:grpSpLocks/>
          </p:cNvGrpSpPr>
          <p:nvPr/>
        </p:nvGrpSpPr>
        <p:grpSpPr bwMode="auto">
          <a:xfrm>
            <a:off x="1992313" y="3495676"/>
            <a:ext cx="3384550" cy="576263"/>
            <a:chOff x="-68" y="210"/>
            <a:chExt cx="5738" cy="3946"/>
          </a:xfrm>
        </p:grpSpPr>
        <p:grpSp>
          <p:nvGrpSpPr>
            <p:cNvPr id="159757" name="Group 33">
              <a:extLst>
                <a:ext uri="{FF2B5EF4-FFF2-40B4-BE49-F238E27FC236}">
                  <a16:creationId xmlns:a16="http://schemas.microsoft.com/office/drawing/2014/main" id="{7CE11C00-A011-1EC9-16C4-EE88AABED3D2}"/>
                </a:ext>
              </a:extLst>
            </p:cNvPr>
            <p:cNvGrpSpPr>
              <a:grpSpLocks/>
            </p:cNvGrpSpPr>
            <p:nvPr/>
          </p:nvGrpSpPr>
          <p:grpSpPr bwMode="auto">
            <a:xfrm>
              <a:off x="204" y="210"/>
              <a:ext cx="5443" cy="3946"/>
              <a:chOff x="720" y="480"/>
              <a:chExt cx="4224" cy="1390"/>
            </a:xfrm>
          </p:grpSpPr>
          <p:graphicFrame>
            <p:nvGraphicFramePr>
              <p:cNvPr id="159759" name="Object 34">
                <a:extLst>
                  <a:ext uri="{FF2B5EF4-FFF2-40B4-BE49-F238E27FC236}">
                    <a16:creationId xmlns:a16="http://schemas.microsoft.com/office/drawing/2014/main" id="{22146F3B-92B7-5349-B495-1F944AA4E29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2" imgW="7580952" imgH="2768254" progId="">
                      <p:embed/>
                    </p:oleObj>
                  </mc:Choice>
                  <mc:Fallback>
                    <p:oleObj name="Image" r:id="rId12" imgW="7580952" imgH="2768254" progId="">
                      <p:embed/>
                      <p:pic>
                        <p:nvPicPr>
                          <p:cNvPr id="159759" name="Object 34">
                            <a:extLst>
                              <a:ext uri="{FF2B5EF4-FFF2-40B4-BE49-F238E27FC236}">
                                <a16:creationId xmlns:a16="http://schemas.microsoft.com/office/drawing/2014/main" id="{22146F3B-92B7-5349-B495-1F944AA4E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60" name="Object 35">
                <a:extLst>
                  <a:ext uri="{FF2B5EF4-FFF2-40B4-BE49-F238E27FC236}">
                    <a16:creationId xmlns:a16="http://schemas.microsoft.com/office/drawing/2014/main" id="{8C9E14BE-BE2E-ED9C-2741-2B56A826382D}"/>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3" imgW="114151" imgH="215619" progId="Equation.3">
                      <p:embed/>
                    </p:oleObj>
                  </mc:Choice>
                  <mc:Fallback>
                    <p:oleObj name="Microsoft 公式 3.0" r:id="rId13" imgW="114151" imgH="215619" progId="Equation.3">
                      <p:embed/>
                      <p:pic>
                        <p:nvPicPr>
                          <p:cNvPr id="159760" name="Object 35">
                            <a:extLst>
                              <a:ext uri="{FF2B5EF4-FFF2-40B4-BE49-F238E27FC236}">
                                <a16:creationId xmlns:a16="http://schemas.microsoft.com/office/drawing/2014/main" id="{8C9E14BE-BE2E-ED9C-2741-2B56A82638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58" name="Text Box 36">
              <a:extLst>
                <a:ext uri="{FF2B5EF4-FFF2-40B4-BE49-F238E27FC236}">
                  <a16:creationId xmlns:a16="http://schemas.microsoft.com/office/drawing/2014/main" id="{378E7B84-86AB-8BE7-A50B-3790884D770B}"/>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2 </a:t>
              </a:r>
              <a:r>
                <a:rPr lang="zh-CN" altLang="en-US" sz="2400" b="1">
                  <a:solidFill>
                    <a:srgbClr val="003399"/>
                  </a:solidFill>
                  <a:latin typeface="宋体" panose="02010600030101010101" pitchFamily="2" charset="-122"/>
                </a:rPr>
                <a:t>处理表的</a:t>
              </a:r>
              <a:r>
                <a:rPr lang="zh-CN" altLang="en-US" sz="2400" b="1">
                  <a:solidFill>
                    <a:srgbClr val="DC5900"/>
                  </a:solidFill>
                  <a:latin typeface="宋体" panose="02010600030101010101" pitchFamily="2" charset="-122"/>
                </a:rPr>
                <a:t>一行</a:t>
              </a:r>
            </a:p>
          </p:txBody>
        </p:sp>
      </p:grpSp>
      <p:grpSp>
        <p:nvGrpSpPr>
          <p:cNvPr id="12" name="Group 37">
            <a:extLst>
              <a:ext uri="{FF2B5EF4-FFF2-40B4-BE49-F238E27FC236}">
                <a16:creationId xmlns:a16="http://schemas.microsoft.com/office/drawing/2014/main" id="{6D272086-3449-F13F-4089-DAF0D669B55C}"/>
              </a:ext>
            </a:extLst>
          </p:cNvPr>
          <p:cNvGrpSpPr>
            <a:grpSpLocks/>
          </p:cNvGrpSpPr>
          <p:nvPr/>
        </p:nvGrpSpPr>
        <p:grpSpPr bwMode="auto">
          <a:xfrm>
            <a:off x="2063750" y="4652963"/>
            <a:ext cx="3384550" cy="576262"/>
            <a:chOff x="-68" y="210"/>
            <a:chExt cx="5738" cy="3946"/>
          </a:xfrm>
        </p:grpSpPr>
        <p:grpSp>
          <p:nvGrpSpPr>
            <p:cNvPr id="159753" name="Group 38">
              <a:extLst>
                <a:ext uri="{FF2B5EF4-FFF2-40B4-BE49-F238E27FC236}">
                  <a16:creationId xmlns:a16="http://schemas.microsoft.com/office/drawing/2014/main" id="{2A296D19-509C-17DB-FE69-E9CB705FBE5E}"/>
                </a:ext>
              </a:extLst>
            </p:cNvPr>
            <p:cNvGrpSpPr>
              <a:grpSpLocks/>
            </p:cNvGrpSpPr>
            <p:nvPr/>
          </p:nvGrpSpPr>
          <p:grpSpPr bwMode="auto">
            <a:xfrm>
              <a:off x="204" y="210"/>
              <a:ext cx="5443" cy="3946"/>
              <a:chOff x="720" y="480"/>
              <a:chExt cx="4224" cy="1390"/>
            </a:xfrm>
          </p:grpSpPr>
          <p:graphicFrame>
            <p:nvGraphicFramePr>
              <p:cNvPr id="159755" name="Object 39">
                <a:extLst>
                  <a:ext uri="{FF2B5EF4-FFF2-40B4-BE49-F238E27FC236}">
                    <a16:creationId xmlns:a16="http://schemas.microsoft.com/office/drawing/2014/main" id="{142F4D19-A671-CD3D-1F8C-8E11ED62DDB9}"/>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14" imgW="7580952" imgH="2768254" progId="">
                      <p:embed/>
                    </p:oleObj>
                  </mc:Choice>
                  <mc:Fallback>
                    <p:oleObj name="Image" r:id="rId14" imgW="7580952" imgH="2768254" progId="">
                      <p:embed/>
                      <p:pic>
                        <p:nvPicPr>
                          <p:cNvPr id="159755" name="Object 39">
                            <a:extLst>
                              <a:ext uri="{FF2B5EF4-FFF2-40B4-BE49-F238E27FC236}">
                                <a16:creationId xmlns:a16="http://schemas.microsoft.com/office/drawing/2014/main" id="{142F4D19-A671-CD3D-1F8C-8E11ED62D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756" name="Object 40">
                <a:extLst>
                  <a:ext uri="{FF2B5EF4-FFF2-40B4-BE49-F238E27FC236}">
                    <a16:creationId xmlns:a16="http://schemas.microsoft.com/office/drawing/2014/main" id="{B2684FDA-CF98-BDF7-DC97-E9C1FCF7A565}"/>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15" imgW="114151" imgH="215619" progId="Equation.3">
                      <p:embed/>
                    </p:oleObj>
                  </mc:Choice>
                  <mc:Fallback>
                    <p:oleObj name="Microsoft 公式 3.0" r:id="rId15" imgW="114151" imgH="215619" progId="Equation.3">
                      <p:embed/>
                      <p:pic>
                        <p:nvPicPr>
                          <p:cNvPr id="159756" name="Object 40">
                            <a:extLst>
                              <a:ext uri="{FF2B5EF4-FFF2-40B4-BE49-F238E27FC236}">
                                <a16:creationId xmlns:a16="http://schemas.microsoft.com/office/drawing/2014/main" id="{B2684FDA-CF98-BDF7-DC97-E9C1FCF7A5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9754" name="Text Box 41">
              <a:extLst>
                <a:ext uri="{FF2B5EF4-FFF2-40B4-BE49-F238E27FC236}">
                  <a16:creationId xmlns:a16="http://schemas.microsoft.com/office/drawing/2014/main" id="{E5BDB816-639D-546C-61CF-C87E1560B7F9}"/>
                </a:ext>
              </a:extLst>
            </p:cNvPr>
            <p:cNvSpPr txBox="1">
              <a:spLocks noChangeArrowheads="1"/>
            </p:cNvSpPr>
            <p:nvPr/>
          </p:nvSpPr>
          <p:spPr bwMode="auto">
            <a:xfrm>
              <a:off x="-68" y="253"/>
              <a:ext cx="5738" cy="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97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400" b="1">
                  <a:solidFill>
                    <a:srgbClr val="003399"/>
                  </a:solidFill>
                  <a:latin typeface="宋体" panose="02010600030101010101" pitchFamily="2" charset="-122"/>
                </a:rPr>
                <a:t>3 </a:t>
              </a:r>
              <a:r>
                <a:rPr lang="zh-CN" altLang="en-US" sz="2400" b="1">
                  <a:solidFill>
                    <a:srgbClr val="003399"/>
                  </a:solidFill>
                  <a:latin typeface="宋体" panose="02010600030101010101" pitchFamily="2" charset="-122"/>
                </a:rPr>
                <a:t>重复处理</a:t>
              </a:r>
            </a:p>
          </p:txBody>
        </p:sp>
      </p:grpSp>
      <p:sp>
        <p:nvSpPr>
          <p:cNvPr id="115754" name="WordArt 42">
            <a:extLst>
              <a:ext uri="{FF2B5EF4-FFF2-40B4-BE49-F238E27FC236}">
                <a16:creationId xmlns:a16="http://schemas.microsoft.com/office/drawing/2014/main" id="{542FD37E-974D-BEFD-F4A1-CBBF7BDF4424}"/>
              </a:ext>
            </a:extLst>
          </p:cNvPr>
          <p:cNvSpPr>
            <a:spLocks noChangeArrowheads="1" noChangeShapeType="1" noTextEdit="1"/>
          </p:cNvSpPr>
          <p:nvPr/>
        </p:nvSpPr>
        <p:spPr bwMode="auto">
          <a:xfrm>
            <a:off x="2251075" y="955675"/>
            <a:ext cx="1828800" cy="457200"/>
          </a:xfrm>
          <a:prstGeom prst="rect">
            <a:avLst/>
          </a:prstGeom>
        </p:spPr>
        <p:txBody>
          <a:bodyPr wrap="none" fromWordArt="1">
            <a:prstTxWarp prst="textPlain">
              <a:avLst>
                <a:gd name="adj" fmla="val 50000"/>
              </a:avLst>
            </a:prstTxWarp>
          </a:bodyPr>
          <a:lstStyle/>
          <a:p>
            <a:pPr algn="ctr" eaLnBrk="0" fontAlgn="base" hangingPunct="0">
              <a:spcBef>
                <a:spcPct val="0"/>
              </a:spcBef>
              <a:spcAft>
                <a:spcPct val="0"/>
              </a:spcAft>
            </a:pPr>
            <a:r>
              <a:rPr lang="zh-CN" altLang="en-US" sz="3600" b="1" kern="10">
                <a:ln w="9525">
                  <a:solidFill>
                    <a:srgbClr val="FF6600"/>
                  </a:solidFill>
                  <a:round/>
                  <a:headEnd/>
                  <a:tailEnd/>
                </a:ln>
                <a:solidFill>
                  <a:srgbClr val="FFFFFF"/>
                </a:solidFill>
                <a:latin typeface="宋体" panose="02010600030101010101" pitchFamily="2" charset="-122"/>
                <a:ea typeface="宋体" panose="02010600030101010101" pitchFamily="2" charset="-122"/>
              </a:rPr>
              <a:t>子集算法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15754"/>
                                        </p:tgtEl>
                                        <p:attrNameLst>
                                          <p:attrName>style.visibility</p:attrName>
                                        </p:attrNameLst>
                                      </p:cBhvr>
                                      <p:to>
                                        <p:strVal val="visible"/>
                                      </p:to>
                                    </p:set>
                                    <p:animEffect transition="in" filter="fade">
                                      <p:cBhvr>
                                        <p:cTn id="7" dur="2000"/>
                                        <p:tgtEl>
                                          <p:spTgt spid="115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000" fill="hold"/>
                                        <p:tgtEl>
                                          <p:spTgt spid="8"/>
                                        </p:tgtEl>
                                        <p:attrNameLst>
                                          <p:attrName>ppt_x</p:attrName>
                                        </p:attrNameLst>
                                      </p:cBhvr>
                                      <p:tavLst>
                                        <p:tav tm="0">
                                          <p:val>
                                            <p:strVal val="0-#ppt_w/2"/>
                                          </p:val>
                                        </p:tav>
                                        <p:tav tm="100000">
                                          <p:val>
                                            <p:strVal val="#ppt_x"/>
                                          </p:val>
                                        </p:tav>
                                      </p:tavLst>
                                    </p:anim>
                                    <p:anim calcmode="lin" valueType="num">
                                      <p:cBhvr additive="base">
                                        <p:cTn id="13" dur="1000" fill="hold"/>
                                        <p:tgtEl>
                                          <p:spTgt spid="8"/>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8" presetClass="emph" presetSubtype="0" fill="hold" nodeType="afterEffect">
                                  <p:stCondLst>
                                    <p:cond delay="0"/>
                                  </p:stCondLst>
                                  <p:childTnLst>
                                    <p:animRot by="21600000">
                                      <p:cBhvr>
                                        <p:cTn id="16" dur="2000" fill="hold"/>
                                        <p:tgtEl>
                                          <p:spTgt spid="8"/>
                                        </p:tgtEl>
                                        <p:attrNameLst>
                                          <p:attrName>r</p:attrName>
                                        </p:attrNameLst>
                                      </p:cBhvr>
                                    </p:animRot>
                                  </p:childTnLst>
                                </p:cTn>
                              </p:par>
                            </p:childTnLst>
                          </p:cTn>
                        </p:par>
                        <p:par>
                          <p:cTn id="17" fill="hold" nodeType="afterGroup">
                            <p:stCondLst>
                              <p:cond delay="3000"/>
                            </p:stCondLst>
                            <p:childTnLst>
                              <p:par>
                                <p:cTn id="18" presetID="10"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2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xit" presetSubtype="8" fill="hold" nodeType="clickEffect">
                                  <p:stCondLst>
                                    <p:cond delay="0"/>
                                  </p:stCondLst>
                                  <p:childTnLst>
                                    <p:anim calcmode="lin" valueType="num">
                                      <p:cBhvr additive="base">
                                        <p:cTn id="24" dur="1000"/>
                                        <p:tgtEl>
                                          <p:spTgt spid="8"/>
                                        </p:tgtEl>
                                        <p:attrNameLst>
                                          <p:attrName>ppt_x</p:attrName>
                                        </p:attrNameLst>
                                      </p:cBhvr>
                                      <p:tavLst>
                                        <p:tav tm="0">
                                          <p:val>
                                            <p:strVal val="ppt_x"/>
                                          </p:val>
                                        </p:tav>
                                        <p:tav tm="100000">
                                          <p:val>
                                            <p:strVal val="0-ppt_w/2"/>
                                          </p:val>
                                        </p:tav>
                                      </p:tavLst>
                                    </p:anim>
                                    <p:anim calcmode="lin" valueType="num">
                                      <p:cBhvr additive="base">
                                        <p:cTn id="25" dur="1000"/>
                                        <p:tgtEl>
                                          <p:spTgt spid="8"/>
                                        </p:tgtEl>
                                        <p:attrNameLst>
                                          <p:attrName>ppt_y</p:attrName>
                                        </p:attrNameLst>
                                      </p:cBhvr>
                                      <p:tavLst>
                                        <p:tav tm="0">
                                          <p:val>
                                            <p:strVal val="ppt_y"/>
                                          </p:val>
                                        </p:tav>
                                        <p:tav tm="100000">
                                          <p:val>
                                            <p:strVal val="ppt_y"/>
                                          </p:val>
                                        </p:tav>
                                      </p:tavLst>
                                    </p:anim>
                                    <p:set>
                                      <p:cBhvr>
                                        <p:cTn id="26" dur="1" fill="hold">
                                          <p:stCondLst>
                                            <p:cond delay="999"/>
                                          </p:stCondLst>
                                        </p:cTn>
                                        <p:tgtEl>
                                          <p:spTgt spid="8"/>
                                        </p:tgtEl>
                                        <p:attrNameLst>
                                          <p:attrName>style.visibility</p:attrName>
                                        </p:attrNameLst>
                                      </p:cBhvr>
                                      <p:to>
                                        <p:strVal val="hidden"/>
                                      </p:to>
                                    </p:set>
                                  </p:childTnLst>
                                </p:cTn>
                              </p:par>
                            </p:childTnLst>
                          </p:cTn>
                        </p:par>
                        <p:par>
                          <p:cTn id="27" fill="hold" nodeType="afterGroup">
                            <p:stCondLst>
                              <p:cond delay="1000"/>
                            </p:stCondLst>
                            <p:childTnLst>
                              <p:par>
                                <p:cTn id="28" presetID="55" presetClass="exit" presetSubtype="0" fill="hold" nodeType="afterEffect">
                                  <p:stCondLst>
                                    <p:cond delay="0"/>
                                  </p:stCondLst>
                                  <p:childTnLst>
                                    <p:anim calcmode="lin" valueType="num">
                                      <p:cBhvr>
                                        <p:cTn id="29" dur="1000"/>
                                        <p:tgtEl>
                                          <p:spTgt spid="2"/>
                                        </p:tgtEl>
                                        <p:attrNameLst>
                                          <p:attrName>ppt_w</p:attrName>
                                        </p:attrNameLst>
                                      </p:cBhvr>
                                      <p:tavLst>
                                        <p:tav tm="0">
                                          <p:val>
                                            <p:strVal val="ppt_w"/>
                                          </p:val>
                                        </p:tav>
                                        <p:tav tm="100000">
                                          <p:val>
                                            <p:strVal val="ppt_w*0.70"/>
                                          </p:val>
                                        </p:tav>
                                      </p:tavLst>
                                    </p:anim>
                                    <p:anim calcmode="lin" valueType="num">
                                      <p:cBhvr>
                                        <p:cTn id="30" dur="1000"/>
                                        <p:tgtEl>
                                          <p:spTgt spid="2"/>
                                        </p:tgtEl>
                                        <p:attrNameLst>
                                          <p:attrName>ppt_h</p:attrName>
                                        </p:attrNameLst>
                                      </p:cBhvr>
                                      <p:tavLst>
                                        <p:tav tm="0">
                                          <p:val>
                                            <p:strVal val="ppt_h"/>
                                          </p:val>
                                        </p:tav>
                                        <p:tav tm="100000">
                                          <p:val>
                                            <p:strVal val="ppt_h"/>
                                          </p:val>
                                        </p:tav>
                                      </p:tavLst>
                                    </p:anim>
                                    <p:animEffect transition="out" filter="fade">
                                      <p:cBhvr>
                                        <p:cTn id="31" dur="1000"/>
                                        <p:tgtEl>
                                          <p:spTgt spid="2"/>
                                        </p:tgtEl>
                                      </p:cBhvr>
                                    </p:animEffect>
                                    <p:set>
                                      <p:cBhvr>
                                        <p:cTn id="32" dur="1" fill="hold">
                                          <p:stCondLst>
                                            <p:cond delay="999"/>
                                          </p:stCondLst>
                                        </p:cTn>
                                        <p:tgtEl>
                                          <p:spTgt spid="2"/>
                                        </p:tgtEl>
                                        <p:attrNameLst>
                                          <p:attrName>style.visibility</p:attrName>
                                        </p:attrNameLst>
                                      </p:cBhvr>
                                      <p:to>
                                        <p:strVal val="hidden"/>
                                      </p:to>
                                    </p:set>
                                  </p:childTnLst>
                                </p:cTn>
                              </p:par>
                            </p:childTnLst>
                          </p:cTn>
                        </p:par>
                        <p:par>
                          <p:cTn id="33" fill="hold" nodeType="afterGroup">
                            <p:stCondLst>
                              <p:cond delay="2000"/>
                            </p:stCondLst>
                            <p:childTnLst>
                              <p:par>
                                <p:cTn id="34" presetID="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1000" fill="hold"/>
                                        <p:tgtEl>
                                          <p:spTgt spid="10"/>
                                        </p:tgtEl>
                                        <p:attrNameLst>
                                          <p:attrName>ppt_x</p:attrName>
                                        </p:attrNameLst>
                                      </p:cBhvr>
                                      <p:tavLst>
                                        <p:tav tm="0">
                                          <p:val>
                                            <p:strVal val="0-#ppt_w/2"/>
                                          </p:val>
                                        </p:tav>
                                        <p:tav tm="100000">
                                          <p:val>
                                            <p:strVal val="#ppt_x"/>
                                          </p:val>
                                        </p:tav>
                                      </p:tavLst>
                                    </p:anim>
                                    <p:anim calcmode="lin" valueType="num">
                                      <p:cBhvr additive="base">
                                        <p:cTn id="37" dur="1000" fill="hold"/>
                                        <p:tgtEl>
                                          <p:spTgt spid="10"/>
                                        </p:tgtEl>
                                        <p:attrNameLst>
                                          <p:attrName>ppt_y</p:attrName>
                                        </p:attrNameLst>
                                      </p:cBhvr>
                                      <p:tavLst>
                                        <p:tav tm="0">
                                          <p:val>
                                            <p:strVal val="#ppt_y"/>
                                          </p:val>
                                        </p:tav>
                                        <p:tav tm="100000">
                                          <p:val>
                                            <p:strVal val="#ppt_y"/>
                                          </p:val>
                                        </p:tav>
                                      </p:tavLst>
                                    </p:anim>
                                  </p:childTnLst>
                                </p:cTn>
                              </p:par>
                            </p:childTnLst>
                          </p:cTn>
                        </p:par>
                        <p:par>
                          <p:cTn id="38" fill="hold" nodeType="afterGroup">
                            <p:stCondLst>
                              <p:cond delay="3000"/>
                            </p:stCondLst>
                            <p:childTnLst>
                              <p:par>
                                <p:cTn id="39" presetID="10" presetClass="entr" presetSubtype="0"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2000"/>
                                        <p:tgtEl>
                                          <p:spTgt spid="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5" presetClass="exit" presetSubtype="0" fill="hold" nodeType="clickEffect">
                                  <p:stCondLst>
                                    <p:cond delay="0"/>
                                  </p:stCondLst>
                                  <p:childTnLst>
                                    <p:anim calcmode="lin" valueType="num">
                                      <p:cBhvr>
                                        <p:cTn id="45" dur="1000"/>
                                        <p:tgtEl>
                                          <p:spTgt spid="6"/>
                                        </p:tgtEl>
                                        <p:attrNameLst>
                                          <p:attrName>ppt_w</p:attrName>
                                        </p:attrNameLst>
                                      </p:cBhvr>
                                      <p:tavLst>
                                        <p:tav tm="0">
                                          <p:val>
                                            <p:strVal val="ppt_w"/>
                                          </p:val>
                                        </p:tav>
                                        <p:tav tm="100000">
                                          <p:val>
                                            <p:strVal val="ppt_w*0.70"/>
                                          </p:val>
                                        </p:tav>
                                      </p:tavLst>
                                    </p:anim>
                                    <p:anim calcmode="lin" valueType="num">
                                      <p:cBhvr>
                                        <p:cTn id="46" dur="1000"/>
                                        <p:tgtEl>
                                          <p:spTgt spid="6"/>
                                        </p:tgtEl>
                                        <p:attrNameLst>
                                          <p:attrName>ppt_h</p:attrName>
                                        </p:attrNameLst>
                                      </p:cBhvr>
                                      <p:tavLst>
                                        <p:tav tm="0">
                                          <p:val>
                                            <p:strVal val="ppt_h"/>
                                          </p:val>
                                        </p:tav>
                                        <p:tav tm="100000">
                                          <p:val>
                                            <p:strVal val="ppt_h"/>
                                          </p:val>
                                        </p:tav>
                                      </p:tavLst>
                                    </p:anim>
                                    <p:animEffect transition="out" filter="fade">
                                      <p:cBhvr>
                                        <p:cTn id="47" dur="1000"/>
                                        <p:tgtEl>
                                          <p:spTgt spid="6"/>
                                        </p:tgtEl>
                                      </p:cBhvr>
                                    </p:animEffect>
                                    <p:set>
                                      <p:cBhvr>
                                        <p:cTn id="48" dur="1" fill="hold">
                                          <p:stCondLst>
                                            <p:cond delay="999"/>
                                          </p:stCondLst>
                                        </p:cTn>
                                        <p:tgtEl>
                                          <p:spTgt spid="6"/>
                                        </p:tgtEl>
                                        <p:attrNameLst>
                                          <p:attrName>style.visibility</p:attrName>
                                        </p:attrNameLst>
                                      </p:cBhvr>
                                      <p:to>
                                        <p:strVal val="hidden"/>
                                      </p:to>
                                    </p:set>
                                  </p:childTnLst>
                                </p:cTn>
                              </p:par>
                            </p:childTnLst>
                          </p:cTn>
                        </p:par>
                        <p:par>
                          <p:cTn id="49" fill="hold" nodeType="afterGroup">
                            <p:stCondLst>
                              <p:cond delay="1000"/>
                            </p:stCondLst>
                            <p:childTnLst>
                              <p:par>
                                <p:cTn id="50" presetID="2" presetClass="exit" presetSubtype="8" fill="hold" nodeType="afterEffect">
                                  <p:stCondLst>
                                    <p:cond delay="0"/>
                                  </p:stCondLst>
                                  <p:childTnLst>
                                    <p:anim calcmode="lin" valueType="num">
                                      <p:cBhvr additive="base">
                                        <p:cTn id="51" dur="1000"/>
                                        <p:tgtEl>
                                          <p:spTgt spid="10"/>
                                        </p:tgtEl>
                                        <p:attrNameLst>
                                          <p:attrName>ppt_x</p:attrName>
                                        </p:attrNameLst>
                                      </p:cBhvr>
                                      <p:tavLst>
                                        <p:tav tm="0">
                                          <p:val>
                                            <p:strVal val="ppt_x"/>
                                          </p:val>
                                        </p:tav>
                                        <p:tav tm="100000">
                                          <p:val>
                                            <p:strVal val="0-ppt_w/2"/>
                                          </p:val>
                                        </p:tav>
                                      </p:tavLst>
                                    </p:anim>
                                    <p:anim calcmode="lin" valueType="num">
                                      <p:cBhvr additive="base">
                                        <p:cTn id="52" dur="1000"/>
                                        <p:tgtEl>
                                          <p:spTgt spid="10"/>
                                        </p:tgtEl>
                                        <p:attrNameLst>
                                          <p:attrName>ppt_y</p:attrName>
                                        </p:attrNameLst>
                                      </p:cBhvr>
                                      <p:tavLst>
                                        <p:tav tm="0">
                                          <p:val>
                                            <p:strVal val="ppt_y"/>
                                          </p:val>
                                        </p:tav>
                                        <p:tav tm="100000">
                                          <p:val>
                                            <p:strVal val="ppt_y"/>
                                          </p:val>
                                        </p:tav>
                                      </p:tavLst>
                                    </p:anim>
                                    <p:set>
                                      <p:cBhvr>
                                        <p:cTn id="53" dur="1" fill="hold">
                                          <p:stCondLst>
                                            <p:cond delay="999"/>
                                          </p:stCondLst>
                                        </p:cTn>
                                        <p:tgtEl>
                                          <p:spTgt spid="10"/>
                                        </p:tgtEl>
                                        <p:attrNameLst>
                                          <p:attrName>style.visibility</p:attrName>
                                        </p:attrNameLst>
                                      </p:cBhvr>
                                      <p:to>
                                        <p:strVal val="hidden"/>
                                      </p:to>
                                    </p:set>
                                  </p:childTnLst>
                                </p:cTn>
                              </p:par>
                            </p:childTnLst>
                          </p:cTn>
                        </p:par>
                        <p:par>
                          <p:cTn id="54" fill="hold" nodeType="afterGroup">
                            <p:stCondLst>
                              <p:cond delay="2000"/>
                            </p:stCondLst>
                            <p:childTnLst>
                              <p:par>
                                <p:cTn id="55" presetID="2" presetClass="entr" presetSubtype="8"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000" fill="hold"/>
                                        <p:tgtEl>
                                          <p:spTgt spid="12"/>
                                        </p:tgtEl>
                                        <p:attrNameLst>
                                          <p:attrName>ppt_x</p:attrName>
                                        </p:attrNameLst>
                                      </p:cBhvr>
                                      <p:tavLst>
                                        <p:tav tm="0">
                                          <p:val>
                                            <p:strVal val="0-#ppt_w/2"/>
                                          </p:val>
                                        </p:tav>
                                        <p:tav tm="100000">
                                          <p:val>
                                            <p:strVal val="#ppt_x"/>
                                          </p:val>
                                        </p:tav>
                                      </p:tavLst>
                                    </p:anim>
                                    <p:anim calcmode="lin" valueType="num">
                                      <p:cBhvr additive="base">
                                        <p:cTn id="58" dur="1000" fill="hold"/>
                                        <p:tgtEl>
                                          <p:spTgt spid="12"/>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3000"/>
                            </p:stCondLst>
                            <p:childTnLst>
                              <p:par>
                                <p:cTn id="60" presetID="10" presetClass="entr" presetSubtype="0" fill="hold" nodeType="after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fade">
                                      <p:cBhvr>
                                        <p:cTn id="6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0770" name="标题 1">
            <a:extLst>
              <a:ext uri="{FF2B5EF4-FFF2-40B4-BE49-F238E27FC236}">
                <a16:creationId xmlns:a16="http://schemas.microsoft.com/office/drawing/2014/main" id="{96379778-B522-1046-9C41-4174A4BA1330}"/>
              </a:ext>
            </a:extLst>
          </p:cNvPr>
          <p:cNvSpPr>
            <a:spLocks noGrp="1" noChangeArrowheads="1"/>
          </p:cNvSpPr>
          <p:nvPr>
            <p:ph type="title"/>
          </p:nvPr>
        </p:nvSpPr>
        <p:spPr/>
        <p:txBody>
          <a:bodyPr/>
          <a:lstStyle/>
          <a:p>
            <a:pPr algn="l"/>
            <a:r>
              <a:rPr lang="zh-CN" altLang="en-US" sz="3600"/>
              <a:t>例，对下面的</a:t>
            </a:r>
            <a:r>
              <a:rPr lang="en-US" altLang="zh-CN" sz="3600"/>
              <a:t>NFA</a:t>
            </a:r>
            <a:r>
              <a:rPr lang="zh-CN" altLang="zh-CN" sz="3600"/>
              <a:t>确定化</a:t>
            </a:r>
            <a:endParaRPr lang="zh-CN" altLang="en-US" sz="3600"/>
          </a:p>
        </p:txBody>
      </p:sp>
      <p:sp>
        <p:nvSpPr>
          <p:cNvPr id="160771" name="Rectangle 2">
            <a:extLst>
              <a:ext uri="{FF2B5EF4-FFF2-40B4-BE49-F238E27FC236}">
                <a16:creationId xmlns:a16="http://schemas.microsoft.com/office/drawing/2014/main" id="{ABA2FFB4-DBE6-8D04-A2BF-DBBEBB929362}"/>
              </a:ext>
            </a:extLst>
          </p:cNvPr>
          <p:cNvSpPr>
            <a:spLocks noChangeArrowheads="1"/>
          </p:cNvSpPr>
          <p:nvPr/>
        </p:nvSpPr>
        <p:spPr bwMode="auto">
          <a:xfrm>
            <a:off x="1524001"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endParaRPr lang="zh-CN" altLang="en-US" sz="2800" b="1">
              <a:solidFill>
                <a:srgbClr val="007A77"/>
              </a:solidFill>
            </a:endParaRPr>
          </a:p>
        </p:txBody>
      </p:sp>
      <p:graphicFrame>
        <p:nvGraphicFramePr>
          <p:cNvPr id="160772" name="对象 4">
            <a:extLst>
              <a:ext uri="{FF2B5EF4-FFF2-40B4-BE49-F238E27FC236}">
                <a16:creationId xmlns:a16="http://schemas.microsoft.com/office/drawing/2014/main" id="{228E4B24-49FD-9E4A-64C7-6500B3238424}"/>
              </a:ext>
            </a:extLst>
          </p:cNvPr>
          <p:cNvGraphicFramePr>
            <a:graphicFrameLocks noChangeAspect="1"/>
          </p:cNvGraphicFramePr>
          <p:nvPr/>
        </p:nvGraphicFramePr>
        <p:xfrm>
          <a:off x="2806701" y="1800225"/>
          <a:ext cx="7127875" cy="2755900"/>
        </p:xfrm>
        <a:graphic>
          <a:graphicData uri="http://schemas.openxmlformats.org/presentationml/2006/ole">
            <mc:AlternateContent xmlns:mc="http://schemas.openxmlformats.org/markup-compatibility/2006">
              <mc:Choice xmlns:v="urn:schemas-microsoft-com:vml" Requires="v">
                <p:oleObj name="Visio" r:id="rId2" imgW="2419377" imgH="934672" progId="Visio.Drawing.11">
                  <p:embed/>
                </p:oleObj>
              </mc:Choice>
              <mc:Fallback>
                <p:oleObj name="Visio" r:id="rId2" imgW="2419377" imgH="934672" progId="Visio.Drawing.11">
                  <p:embed/>
                  <p:pic>
                    <p:nvPicPr>
                      <p:cNvPr id="160772" name="对象 4">
                        <a:extLst>
                          <a:ext uri="{FF2B5EF4-FFF2-40B4-BE49-F238E27FC236}">
                            <a16:creationId xmlns:a16="http://schemas.microsoft.com/office/drawing/2014/main" id="{228E4B24-49FD-9E4A-64C7-6500B3238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701" y="1800225"/>
                        <a:ext cx="7127875"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794" name="Group 44">
            <a:extLst>
              <a:ext uri="{FF2B5EF4-FFF2-40B4-BE49-F238E27FC236}">
                <a16:creationId xmlns:a16="http://schemas.microsoft.com/office/drawing/2014/main" id="{9C82E38B-E894-4E46-A644-202123B0242C}"/>
              </a:ext>
            </a:extLst>
          </p:cNvPr>
          <p:cNvGrpSpPr>
            <a:grpSpLocks/>
          </p:cNvGrpSpPr>
          <p:nvPr/>
        </p:nvGrpSpPr>
        <p:grpSpPr bwMode="auto">
          <a:xfrm>
            <a:off x="2363788" y="932098"/>
            <a:ext cx="7391400" cy="1923814"/>
            <a:chOff x="576" y="515"/>
            <a:chExt cx="4896" cy="1309"/>
          </a:xfrm>
        </p:grpSpPr>
        <p:grpSp>
          <p:nvGrpSpPr>
            <p:cNvPr id="161955" name="Group 5">
              <a:extLst>
                <a:ext uri="{FF2B5EF4-FFF2-40B4-BE49-F238E27FC236}">
                  <a16:creationId xmlns:a16="http://schemas.microsoft.com/office/drawing/2014/main" id="{F2FE53B0-EB4C-E7C4-8F99-0DBB7F3BCB6A}"/>
                </a:ext>
              </a:extLst>
            </p:cNvPr>
            <p:cNvGrpSpPr>
              <a:grpSpLocks/>
            </p:cNvGrpSpPr>
            <p:nvPr/>
          </p:nvGrpSpPr>
          <p:grpSpPr bwMode="auto">
            <a:xfrm>
              <a:off x="768" y="515"/>
              <a:ext cx="4704" cy="1309"/>
              <a:chOff x="768" y="1811"/>
              <a:chExt cx="4704" cy="1309"/>
            </a:xfrm>
          </p:grpSpPr>
          <p:sp>
            <p:nvSpPr>
              <p:cNvPr id="161957" name="Oval 6">
                <a:extLst>
                  <a:ext uri="{FF2B5EF4-FFF2-40B4-BE49-F238E27FC236}">
                    <a16:creationId xmlns:a16="http://schemas.microsoft.com/office/drawing/2014/main" id="{310866CB-2F81-E08A-9120-4F72A71C33FA}"/>
                  </a:ext>
                </a:extLst>
              </p:cNvPr>
              <p:cNvSpPr>
                <a:spLocks noChangeArrowheads="1"/>
              </p:cNvSpPr>
              <p:nvPr/>
            </p:nvSpPr>
            <p:spPr bwMode="auto">
              <a:xfrm>
                <a:off x="2928" y="278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4</a:t>
                </a:r>
              </a:p>
            </p:txBody>
          </p:sp>
          <p:grpSp>
            <p:nvGrpSpPr>
              <p:cNvPr id="161958" name="Group 7">
                <a:extLst>
                  <a:ext uri="{FF2B5EF4-FFF2-40B4-BE49-F238E27FC236}">
                    <a16:creationId xmlns:a16="http://schemas.microsoft.com/office/drawing/2014/main" id="{B3D3EA61-2CF2-6F85-D385-971B500E17F2}"/>
                  </a:ext>
                </a:extLst>
              </p:cNvPr>
              <p:cNvGrpSpPr>
                <a:grpSpLocks/>
              </p:cNvGrpSpPr>
              <p:nvPr/>
            </p:nvGrpSpPr>
            <p:grpSpPr bwMode="auto">
              <a:xfrm>
                <a:off x="5136" y="2304"/>
                <a:ext cx="336" cy="336"/>
                <a:chOff x="3264" y="2256"/>
                <a:chExt cx="336" cy="336"/>
              </a:xfrm>
            </p:grpSpPr>
            <p:sp>
              <p:nvSpPr>
                <p:cNvPr id="161989" name="Oval 8">
                  <a:extLst>
                    <a:ext uri="{FF2B5EF4-FFF2-40B4-BE49-F238E27FC236}">
                      <a16:creationId xmlns:a16="http://schemas.microsoft.com/office/drawing/2014/main" id="{6251ACC9-17FD-0524-D65F-E90523BD5B24}"/>
                    </a:ext>
                  </a:extLst>
                </p:cNvPr>
                <p:cNvSpPr>
                  <a:spLocks noChangeArrowheads="1"/>
                </p:cNvSpPr>
                <p:nvPr/>
              </p:nvSpPr>
              <p:spPr bwMode="auto">
                <a:xfrm>
                  <a:off x="3264" y="225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1990" name="Oval 9">
                  <a:extLst>
                    <a:ext uri="{FF2B5EF4-FFF2-40B4-BE49-F238E27FC236}">
                      <a16:creationId xmlns:a16="http://schemas.microsoft.com/office/drawing/2014/main" id="{8B1B7757-7CDC-25CF-E70C-6EB124309F43}"/>
                    </a:ext>
                  </a:extLst>
                </p:cNvPr>
                <p:cNvSpPr>
                  <a:spLocks noChangeArrowheads="1"/>
                </p:cNvSpPr>
                <p:nvPr/>
              </p:nvSpPr>
              <p:spPr bwMode="auto">
                <a:xfrm>
                  <a:off x="3312" y="2304"/>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f</a:t>
                  </a:r>
                </a:p>
              </p:txBody>
            </p:sp>
          </p:grpSp>
          <p:sp>
            <p:nvSpPr>
              <p:cNvPr id="161959" name="Oval 10">
                <a:extLst>
                  <a:ext uri="{FF2B5EF4-FFF2-40B4-BE49-F238E27FC236}">
                    <a16:creationId xmlns:a16="http://schemas.microsoft.com/office/drawing/2014/main" id="{7E66B423-AB56-0D06-3A21-01882C4E8EF3}"/>
                  </a:ext>
                </a:extLst>
              </p:cNvPr>
              <p:cNvSpPr>
                <a:spLocks noChangeArrowheads="1"/>
              </p:cNvSpPr>
              <p:nvPr/>
            </p:nvSpPr>
            <p:spPr bwMode="auto">
              <a:xfrm>
                <a:off x="2928" y="1872"/>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3</a:t>
                </a:r>
              </a:p>
            </p:txBody>
          </p:sp>
          <p:sp>
            <p:nvSpPr>
              <p:cNvPr id="161960" name="Oval 11">
                <a:extLst>
                  <a:ext uri="{FF2B5EF4-FFF2-40B4-BE49-F238E27FC236}">
                    <a16:creationId xmlns:a16="http://schemas.microsoft.com/office/drawing/2014/main" id="{746070F7-A877-92A9-AAF1-DFAD5F8F17A8}"/>
                  </a:ext>
                </a:extLst>
              </p:cNvPr>
              <p:cNvSpPr>
                <a:spLocks noChangeArrowheads="1"/>
              </p:cNvSpPr>
              <p:nvPr/>
            </p:nvSpPr>
            <p:spPr bwMode="auto">
              <a:xfrm>
                <a:off x="3648"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5</a:t>
                </a:r>
              </a:p>
            </p:txBody>
          </p:sp>
          <p:sp>
            <p:nvSpPr>
              <p:cNvPr id="161961" name="Oval 12">
                <a:extLst>
                  <a:ext uri="{FF2B5EF4-FFF2-40B4-BE49-F238E27FC236}">
                    <a16:creationId xmlns:a16="http://schemas.microsoft.com/office/drawing/2014/main" id="{7D84CC75-DC7C-E59A-9BA2-3760AD64EB7E}"/>
                  </a:ext>
                </a:extLst>
              </p:cNvPr>
              <p:cNvSpPr>
                <a:spLocks noChangeArrowheads="1"/>
              </p:cNvSpPr>
              <p:nvPr/>
            </p:nvSpPr>
            <p:spPr bwMode="auto">
              <a:xfrm>
                <a:off x="4416"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6</a:t>
                </a:r>
              </a:p>
            </p:txBody>
          </p:sp>
          <p:sp>
            <p:nvSpPr>
              <p:cNvPr id="161962" name="Oval 13">
                <a:extLst>
                  <a:ext uri="{FF2B5EF4-FFF2-40B4-BE49-F238E27FC236}">
                    <a16:creationId xmlns:a16="http://schemas.microsoft.com/office/drawing/2014/main" id="{45023BDE-AC73-4177-67A5-D1D6A0ADBA21}"/>
                  </a:ext>
                </a:extLst>
              </p:cNvPr>
              <p:cNvSpPr>
                <a:spLocks noChangeArrowheads="1"/>
              </p:cNvSpPr>
              <p:nvPr/>
            </p:nvSpPr>
            <p:spPr bwMode="auto">
              <a:xfrm>
                <a:off x="2160"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2</a:t>
                </a:r>
              </a:p>
            </p:txBody>
          </p:sp>
          <p:sp>
            <p:nvSpPr>
              <p:cNvPr id="161963" name="Oval 14">
                <a:extLst>
                  <a:ext uri="{FF2B5EF4-FFF2-40B4-BE49-F238E27FC236}">
                    <a16:creationId xmlns:a16="http://schemas.microsoft.com/office/drawing/2014/main" id="{C85B7D8E-2F1C-F63F-108A-FEA981A0F45B}"/>
                  </a:ext>
                </a:extLst>
              </p:cNvPr>
              <p:cNvSpPr>
                <a:spLocks noChangeArrowheads="1"/>
              </p:cNvSpPr>
              <p:nvPr/>
            </p:nvSpPr>
            <p:spPr bwMode="auto">
              <a:xfrm>
                <a:off x="1536"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1</a:t>
                </a:r>
              </a:p>
            </p:txBody>
          </p:sp>
          <p:sp>
            <p:nvSpPr>
              <p:cNvPr id="161964" name="Oval 15">
                <a:extLst>
                  <a:ext uri="{FF2B5EF4-FFF2-40B4-BE49-F238E27FC236}">
                    <a16:creationId xmlns:a16="http://schemas.microsoft.com/office/drawing/2014/main" id="{38834F38-5843-5E48-A576-5497A024E2AA}"/>
                  </a:ext>
                </a:extLst>
              </p:cNvPr>
              <p:cNvSpPr>
                <a:spLocks noChangeArrowheads="1"/>
              </p:cNvSpPr>
              <p:nvPr/>
            </p:nvSpPr>
            <p:spPr bwMode="auto">
              <a:xfrm>
                <a:off x="768"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i</a:t>
                </a:r>
              </a:p>
            </p:txBody>
          </p:sp>
          <p:cxnSp>
            <p:nvCxnSpPr>
              <p:cNvPr id="161965" name="AutoShape 16">
                <a:extLst>
                  <a:ext uri="{FF2B5EF4-FFF2-40B4-BE49-F238E27FC236}">
                    <a16:creationId xmlns:a16="http://schemas.microsoft.com/office/drawing/2014/main" id="{DD54437F-4AFF-8F89-C00E-E29210D780CE}"/>
                  </a:ext>
                </a:extLst>
              </p:cNvPr>
              <p:cNvCxnSpPr>
                <a:cxnSpLocks noChangeShapeType="1"/>
                <a:stCxn id="161964" idx="6"/>
                <a:endCxn id="161963" idx="2"/>
              </p:cNvCxnSpPr>
              <p:nvPr/>
            </p:nvCxnSpPr>
            <p:spPr bwMode="auto">
              <a:xfrm>
                <a:off x="1104" y="2472"/>
                <a:ext cx="43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66" name="AutoShape 17">
                <a:extLst>
                  <a:ext uri="{FF2B5EF4-FFF2-40B4-BE49-F238E27FC236}">
                    <a16:creationId xmlns:a16="http://schemas.microsoft.com/office/drawing/2014/main" id="{71A14AFC-5B11-689B-2B6F-954935E46953}"/>
                  </a:ext>
                </a:extLst>
              </p:cNvPr>
              <p:cNvCxnSpPr>
                <a:cxnSpLocks noChangeShapeType="1"/>
                <a:stCxn id="161963" idx="3"/>
                <a:endCxn id="161963" idx="5"/>
              </p:cNvCxnSpPr>
              <p:nvPr/>
            </p:nvCxnSpPr>
            <p:spPr bwMode="auto">
              <a:xfrm rot="16200000" flipH="1">
                <a:off x="1703" y="2473"/>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67" name="AutoShape 18">
                <a:extLst>
                  <a:ext uri="{FF2B5EF4-FFF2-40B4-BE49-F238E27FC236}">
                    <a16:creationId xmlns:a16="http://schemas.microsoft.com/office/drawing/2014/main" id="{D9EFD134-0A7F-DE62-9B83-4DA0EDDB315F}"/>
                  </a:ext>
                </a:extLst>
              </p:cNvPr>
              <p:cNvCxnSpPr>
                <a:cxnSpLocks noChangeShapeType="1"/>
                <a:stCxn id="161963" idx="6"/>
                <a:endCxn id="161962" idx="2"/>
              </p:cNvCxnSpPr>
              <p:nvPr/>
            </p:nvCxnSpPr>
            <p:spPr bwMode="auto">
              <a:xfrm>
                <a:off x="1872" y="2472"/>
                <a:ext cx="28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68" name="AutoShape 19">
                <a:extLst>
                  <a:ext uri="{FF2B5EF4-FFF2-40B4-BE49-F238E27FC236}">
                    <a16:creationId xmlns:a16="http://schemas.microsoft.com/office/drawing/2014/main" id="{EDECA96A-D16D-18E7-57CA-12BBA296CBF6}"/>
                  </a:ext>
                </a:extLst>
              </p:cNvPr>
              <p:cNvCxnSpPr>
                <a:cxnSpLocks noChangeShapeType="1"/>
                <a:stCxn id="161962" idx="7"/>
                <a:endCxn id="161959" idx="2"/>
              </p:cNvCxnSpPr>
              <p:nvPr/>
            </p:nvCxnSpPr>
            <p:spPr bwMode="auto">
              <a:xfrm rot="-5400000">
                <a:off x="2531" y="1956"/>
                <a:ext cx="313" cy="48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69" name="AutoShape 20">
                <a:extLst>
                  <a:ext uri="{FF2B5EF4-FFF2-40B4-BE49-F238E27FC236}">
                    <a16:creationId xmlns:a16="http://schemas.microsoft.com/office/drawing/2014/main" id="{3595F959-D000-F12B-D11F-A0E95B924CCB}"/>
                  </a:ext>
                </a:extLst>
              </p:cNvPr>
              <p:cNvCxnSpPr>
                <a:cxnSpLocks noChangeShapeType="1"/>
                <a:stCxn id="161962" idx="5"/>
                <a:endCxn id="161957" idx="2"/>
              </p:cNvCxnSpPr>
              <p:nvPr/>
            </p:nvCxnSpPr>
            <p:spPr bwMode="auto">
              <a:xfrm rot="16200000" flipH="1">
                <a:off x="2507" y="2531"/>
                <a:ext cx="361" cy="48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70" name="AutoShape 21">
                <a:extLst>
                  <a:ext uri="{FF2B5EF4-FFF2-40B4-BE49-F238E27FC236}">
                    <a16:creationId xmlns:a16="http://schemas.microsoft.com/office/drawing/2014/main" id="{09A9EC43-4C2F-3607-919C-8A78D6CF1105}"/>
                  </a:ext>
                </a:extLst>
              </p:cNvPr>
              <p:cNvCxnSpPr>
                <a:cxnSpLocks noChangeShapeType="1"/>
                <a:stCxn id="161959" idx="6"/>
                <a:endCxn id="161960" idx="1"/>
              </p:cNvCxnSpPr>
              <p:nvPr/>
            </p:nvCxnSpPr>
            <p:spPr bwMode="auto">
              <a:xfrm>
                <a:off x="3264" y="2040"/>
                <a:ext cx="433" cy="3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71" name="AutoShape 22">
                <a:extLst>
                  <a:ext uri="{FF2B5EF4-FFF2-40B4-BE49-F238E27FC236}">
                    <a16:creationId xmlns:a16="http://schemas.microsoft.com/office/drawing/2014/main" id="{0803C0AC-7734-7487-7214-2E771451E841}"/>
                  </a:ext>
                </a:extLst>
              </p:cNvPr>
              <p:cNvCxnSpPr>
                <a:cxnSpLocks noChangeShapeType="1"/>
                <a:stCxn id="161957" idx="6"/>
                <a:endCxn id="161960" idx="3"/>
              </p:cNvCxnSpPr>
              <p:nvPr/>
            </p:nvCxnSpPr>
            <p:spPr bwMode="auto">
              <a:xfrm flipV="1">
                <a:off x="3264" y="2591"/>
                <a:ext cx="433" cy="36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72" name="AutoShape 23">
                <a:extLst>
                  <a:ext uri="{FF2B5EF4-FFF2-40B4-BE49-F238E27FC236}">
                    <a16:creationId xmlns:a16="http://schemas.microsoft.com/office/drawing/2014/main" id="{A0382850-0F0D-358C-69D2-8B87A10F9C7E}"/>
                  </a:ext>
                </a:extLst>
              </p:cNvPr>
              <p:cNvCxnSpPr>
                <a:cxnSpLocks noChangeShapeType="1"/>
                <a:stCxn id="161960" idx="6"/>
                <a:endCxn id="161961" idx="2"/>
              </p:cNvCxnSpPr>
              <p:nvPr/>
            </p:nvCxnSpPr>
            <p:spPr bwMode="auto">
              <a:xfrm>
                <a:off x="3984" y="2472"/>
                <a:ext cx="43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73" name="AutoShape 24">
                <a:extLst>
                  <a:ext uri="{FF2B5EF4-FFF2-40B4-BE49-F238E27FC236}">
                    <a16:creationId xmlns:a16="http://schemas.microsoft.com/office/drawing/2014/main" id="{A539824C-F927-E582-3463-298195A5BE85}"/>
                  </a:ext>
                </a:extLst>
              </p:cNvPr>
              <p:cNvCxnSpPr>
                <a:cxnSpLocks noChangeShapeType="1"/>
                <a:stCxn id="161961" idx="6"/>
                <a:endCxn id="161989" idx="2"/>
              </p:cNvCxnSpPr>
              <p:nvPr/>
            </p:nvCxnSpPr>
            <p:spPr bwMode="auto">
              <a:xfrm>
                <a:off x="4752" y="2472"/>
                <a:ext cx="3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74" name="AutoShape 25">
                <a:extLst>
                  <a:ext uri="{FF2B5EF4-FFF2-40B4-BE49-F238E27FC236}">
                    <a16:creationId xmlns:a16="http://schemas.microsoft.com/office/drawing/2014/main" id="{46AF62F2-6C4F-EFEA-D5A5-7A0C4E9A10E9}"/>
                  </a:ext>
                </a:extLst>
              </p:cNvPr>
              <p:cNvCxnSpPr>
                <a:cxnSpLocks noChangeShapeType="1"/>
                <a:stCxn id="161963" idx="1"/>
                <a:endCxn id="161963" idx="7"/>
              </p:cNvCxnSpPr>
              <p:nvPr/>
            </p:nvCxnSpPr>
            <p:spPr bwMode="auto">
              <a:xfrm rot="5400000" flipV="1">
                <a:off x="1703" y="2235"/>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1975" name="Text Box 26">
                <a:extLst>
                  <a:ext uri="{FF2B5EF4-FFF2-40B4-BE49-F238E27FC236}">
                    <a16:creationId xmlns:a16="http://schemas.microsoft.com/office/drawing/2014/main" id="{BCF98365-2916-DA5A-6847-F58CADC71493}"/>
                  </a:ext>
                </a:extLst>
              </p:cNvPr>
              <p:cNvSpPr txBox="1">
                <a:spLocks noChangeArrowheads="1"/>
              </p:cNvSpPr>
              <p:nvPr/>
            </p:nvSpPr>
            <p:spPr bwMode="auto">
              <a:xfrm>
                <a:off x="1195" y="2196"/>
                <a:ext cx="21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61976" name="Text Box 27">
                <a:extLst>
                  <a:ext uri="{FF2B5EF4-FFF2-40B4-BE49-F238E27FC236}">
                    <a16:creationId xmlns:a16="http://schemas.microsoft.com/office/drawing/2014/main" id="{8FDE4B47-5059-9090-B64B-2894C5D179C3}"/>
                  </a:ext>
                </a:extLst>
              </p:cNvPr>
              <p:cNvSpPr txBox="1">
                <a:spLocks noChangeArrowheads="1"/>
              </p:cNvSpPr>
              <p:nvPr/>
            </p:nvSpPr>
            <p:spPr bwMode="auto">
              <a:xfrm>
                <a:off x="1916" y="2196"/>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61977" name="Text Box 28">
                <a:extLst>
                  <a:ext uri="{FF2B5EF4-FFF2-40B4-BE49-F238E27FC236}">
                    <a16:creationId xmlns:a16="http://schemas.microsoft.com/office/drawing/2014/main" id="{6A732424-62F8-88EB-7C8C-D8B23CA44F38}"/>
                  </a:ext>
                </a:extLst>
              </p:cNvPr>
              <p:cNvSpPr txBox="1">
                <a:spLocks noChangeArrowheads="1"/>
              </p:cNvSpPr>
              <p:nvPr/>
            </p:nvSpPr>
            <p:spPr bwMode="auto">
              <a:xfrm>
                <a:off x="4076" y="2196"/>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61978" name="Text Box 29">
                <a:extLst>
                  <a:ext uri="{FF2B5EF4-FFF2-40B4-BE49-F238E27FC236}">
                    <a16:creationId xmlns:a16="http://schemas.microsoft.com/office/drawing/2014/main" id="{61AA18DB-CA54-4DA5-86DE-F3F781AC5FFE}"/>
                  </a:ext>
                </a:extLst>
              </p:cNvPr>
              <p:cNvSpPr txBox="1">
                <a:spLocks noChangeArrowheads="1"/>
              </p:cNvSpPr>
              <p:nvPr/>
            </p:nvSpPr>
            <p:spPr bwMode="auto">
              <a:xfrm>
                <a:off x="4843" y="2196"/>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sym typeface="Symbol" panose="05050102010706020507" pitchFamily="18" charset="2"/>
                  </a:rPr>
                  <a:t></a:t>
                </a:r>
                <a:endParaRPr kumimoji="1" lang="en-US" altLang="zh-CN" sz="2400" b="1">
                  <a:solidFill>
                    <a:srgbClr val="007A77"/>
                  </a:solidFill>
                  <a:latin typeface="Times New Roman" panose="02020603050405020304" pitchFamily="18" charset="0"/>
                </a:endParaRPr>
              </a:p>
            </p:txBody>
          </p:sp>
          <p:sp>
            <p:nvSpPr>
              <p:cNvPr id="161979" name="Text Box 30">
                <a:extLst>
                  <a:ext uri="{FF2B5EF4-FFF2-40B4-BE49-F238E27FC236}">
                    <a16:creationId xmlns:a16="http://schemas.microsoft.com/office/drawing/2014/main" id="{388F5208-D4A9-34FF-8268-98B1996ED0CD}"/>
                  </a:ext>
                </a:extLst>
              </p:cNvPr>
              <p:cNvSpPr txBox="1">
                <a:spLocks noChangeArrowheads="1"/>
              </p:cNvSpPr>
              <p:nvPr/>
            </p:nvSpPr>
            <p:spPr bwMode="auto">
              <a:xfrm>
                <a:off x="1521" y="1907"/>
                <a:ext cx="22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1980" name="Text Box 31">
                <a:extLst>
                  <a:ext uri="{FF2B5EF4-FFF2-40B4-BE49-F238E27FC236}">
                    <a16:creationId xmlns:a16="http://schemas.microsoft.com/office/drawing/2014/main" id="{633A96A3-2AF0-7B18-BD52-725E4219A287}"/>
                  </a:ext>
                </a:extLst>
              </p:cNvPr>
              <p:cNvSpPr txBox="1">
                <a:spLocks noChangeArrowheads="1"/>
              </p:cNvSpPr>
              <p:nvPr/>
            </p:nvSpPr>
            <p:spPr bwMode="auto">
              <a:xfrm>
                <a:off x="3396" y="1811"/>
                <a:ext cx="22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1981" name="Text Box 32">
                <a:extLst>
                  <a:ext uri="{FF2B5EF4-FFF2-40B4-BE49-F238E27FC236}">
                    <a16:creationId xmlns:a16="http://schemas.microsoft.com/office/drawing/2014/main" id="{7CF99303-9FF4-8074-2F85-C0F6483C4455}"/>
                  </a:ext>
                </a:extLst>
              </p:cNvPr>
              <p:cNvSpPr txBox="1">
                <a:spLocks noChangeArrowheads="1"/>
              </p:cNvSpPr>
              <p:nvPr/>
            </p:nvSpPr>
            <p:spPr bwMode="auto">
              <a:xfrm>
                <a:off x="4500" y="1907"/>
                <a:ext cx="22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1982" name="Text Box 33">
                <a:extLst>
                  <a:ext uri="{FF2B5EF4-FFF2-40B4-BE49-F238E27FC236}">
                    <a16:creationId xmlns:a16="http://schemas.microsoft.com/office/drawing/2014/main" id="{196CF7F9-C521-6F55-DB3C-5E97BDE0DD30}"/>
                  </a:ext>
                </a:extLst>
              </p:cNvPr>
              <p:cNvSpPr txBox="1">
                <a:spLocks noChangeArrowheads="1"/>
              </p:cNvSpPr>
              <p:nvPr/>
            </p:nvSpPr>
            <p:spPr bwMode="auto">
              <a:xfrm>
                <a:off x="2484" y="1811"/>
                <a:ext cx="22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cxnSp>
            <p:nvCxnSpPr>
              <p:cNvPr id="161983" name="AutoShape 34">
                <a:extLst>
                  <a:ext uri="{FF2B5EF4-FFF2-40B4-BE49-F238E27FC236}">
                    <a16:creationId xmlns:a16="http://schemas.microsoft.com/office/drawing/2014/main" id="{216FF571-E8D1-4ED8-185A-CAB9F0845542}"/>
                  </a:ext>
                </a:extLst>
              </p:cNvPr>
              <p:cNvCxnSpPr>
                <a:cxnSpLocks noChangeShapeType="1"/>
                <a:stCxn id="161961" idx="1"/>
                <a:endCxn id="161961" idx="7"/>
              </p:cNvCxnSpPr>
              <p:nvPr/>
            </p:nvCxnSpPr>
            <p:spPr bwMode="auto">
              <a:xfrm rot="5400000" flipV="1">
                <a:off x="4583" y="2235"/>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1984" name="AutoShape 35">
                <a:extLst>
                  <a:ext uri="{FF2B5EF4-FFF2-40B4-BE49-F238E27FC236}">
                    <a16:creationId xmlns:a16="http://schemas.microsoft.com/office/drawing/2014/main" id="{7EBBC8BC-2879-5780-69DB-E35CAE9915DF}"/>
                  </a:ext>
                </a:extLst>
              </p:cNvPr>
              <p:cNvCxnSpPr>
                <a:cxnSpLocks noChangeShapeType="1"/>
                <a:stCxn id="161961" idx="3"/>
                <a:endCxn id="161961" idx="5"/>
              </p:cNvCxnSpPr>
              <p:nvPr/>
            </p:nvCxnSpPr>
            <p:spPr bwMode="auto">
              <a:xfrm rot="16200000" flipH="1">
                <a:off x="4583" y="2473"/>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1985" name="Text Box 36">
                <a:extLst>
                  <a:ext uri="{FF2B5EF4-FFF2-40B4-BE49-F238E27FC236}">
                    <a16:creationId xmlns:a16="http://schemas.microsoft.com/office/drawing/2014/main" id="{D8DBAE8D-B540-1695-A389-52C4C4F724A0}"/>
                  </a:ext>
                </a:extLst>
              </p:cNvPr>
              <p:cNvSpPr txBox="1">
                <a:spLocks noChangeArrowheads="1"/>
              </p:cNvSpPr>
              <p:nvPr/>
            </p:nvSpPr>
            <p:spPr bwMode="auto">
              <a:xfrm>
                <a:off x="1471" y="2627"/>
                <a:ext cx="23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1986" name="Text Box 37">
                <a:extLst>
                  <a:ext uri="{FF2B5EF4-FFF2-40B4-BE49-F238E27FC236}">
                    <a16:creationId xmlns:a16="http://schemas.microsoft.com/office/drawing/2014/main" id="{371EDBC3-402B-0F16-8A6F-8CA8D5DE5527}"/>
                  </a:ext>
                </a:extLst>
              </p:cNvPr>
              <p:cNvSpPr txBox="1">
                <a:spLocks noChangeArrowheads="1"/>
              </p:cNvSpPr>
              <p:nvPr/>
            </p:nvSpPr>
            <p:spPr bwMode="auto">
              <a:xfrm>
                <a:off x="2485" y="2771"/>
                <a:ext cx="23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1987" name="Text Box 38">
                <a:extLst>
                  <a:ext uri="{FF2B5EF4-FFF2-40B4-BE49-F238E27FC236}">
                    <a16:creationId xmlns:a16="http://schemas.microsoft.com/office/drawing/2014/main" id="{152E2856-7C83-C07F-1736-8FC43EC00BE6}"/>
                  </a:ext>
                </a:extLst>
              </p:cNvPr>
              <p:cNvSpPr txBox="1">
                <a:spLocks noChangeArrowheads="1"/>
              </p:cNvSpPr>
              <p:nvPr/>
            </p:nvSpPr>
            <p:spPr bwMode="auto">
              <a:xfrm>
                <a:off x="3541" y="2723"/>
                <a:ext cx="23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1988" name="Text Box 39">
                <a:extLst>
                  <a:ext uri="{FF2B5EF4-FFF2-40B4-BE49-F238E27FC236}">
                    <a16:creationId xmlns:a16="http://schemas.microsoft.com/office/drawing/2014/main" id="{53BFCCAB-8988-35D4-1E31-D942BA899B90}"/>
                  </a:ext>
                </a:extLst>
              </p:cNvPr>
              <p:cNvSpPr txBox="1">
                <a:spLocks noChangeArrowheads="1"/>
              </p:cNvSpPr>
              <p:nvPr/>
            </p:nvSpPr>
            <p:spPr bwMode="auto">
              <a:xfrm>
                <a:off x="4501" y="2723"/>
                <a:ext cx="23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grpSp>
        <p:sp>
          <p:nvSpPr>
            <p:cNvPr id="161956" name="AutoShape 40">
              <a:extLst>
                <a:ext uri="{FF2B5EF4-FFF2-40B4-BE49-F238E27FC236}">
                  <a16:creationId xmlns:a16="http://schemas.microsoft.com/office/drawing/2014/main" id="{236A54EC-BC86-09A1-2564-3D83459EA6A6}"/>
                </a:ext>
              </a:extLst>
            </p:cNvPr>
            <p:cNvSpPr>
              <a:spLocks noChangeArrowheads="1"/>
            </p:cNvSpPr>
            <p:nvPr/>
          </p:nvSpPr>
          <p:spPr bwMode="auto">
            <a:xfrm>
              <a:off x="576" y="1056"/>
              <a:ext cx="192" cy="306"/>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296" name="Rectangle 432">
            <a:extLst>
              <a:ext uri="{FF2B5EF4-FFF2-40B4-BE49-F238E27FC236}">
                <a16:creationId xmlns:a16="http://schemas.microsoft.com/office/drawing/2014/main" id="{2BAAB06B-2FFD-F249-6010-9FC3425FEB1E}"/>
              </a:ext>
            </a:extLst>
          </p:cNvPr>
          <p:cNvSpPr>
            <a:spLocks noChangeArrowheads="1"/>
          </p:cNvSpPr>
          <p:nvPr/>
        </p:nvSpPr>
        <p:spPr bwMode="auto">
          <a:xfrm>
            <a:off x="3100388" y="3587750"/>
            <a:ext cx="1066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{i,1,2}</a:t>
            </a:r>
            <a:r>
              <a:rPr lang="en-US" altLang="zh-CN" sz="1100" b="1">
                <a:solidFill>
                  <a:srgbClr val="007A77"/>
                </a:solidFill>
              </a:rPr>
              <a:t> </a:t>
            </a:r>
            <a:endParaRPr lang="en-US" altLang="zh-CN" sz="1800" b="1">
              <a:solidFill>
                <a:srgbClr val="007A77"/>
              </a:solidFill>
            </a:endParaRPr>
          </a:p>
        </p:txBody>
      </p:sp>
      <p:grpSp>
        <p:nvGrpSpPr>
          <p:cNvPr id="5" name="Group 445">
            <a:extLst>
              <a:ext uri="{FF2B5EF4-FFF2-40B4-BE49-F238E27FC236}">
                <a16:creationId xmlns:a16="http://schemas.microsoft.com/office/drawing/2014/main" id="{B5EC274A-8BA5-CC56-BF1E-10B0B8F6EEAC}"/>
              </a:ext>
            </a:extLst>
          </p:cNvPr>
          <p:cNvGrpSpPr>
            <a:grpSpLocks/>
          </p:cNvGrpSpPr>
          <p:nvPr/>
        </p:nvGrpSpPr>
        <p:grpSpPr bwMode="auto">
          <a:xfrm>
            <a:off x="5157788" y="3619500"/>
            <a:ext cx="4648200" cy="457200"/>
            <a:chOff x="-3" y="-3"/>
            <a:chExt cx="3346" cy="487"/>
          </a:xfrm>
        </p:grpSpPr>
        <p:grpSp>
          <p:nvGrpSpPr>
            <p:cNvPr id="161943" name="Group 443">
              <a:extLst>
                <a:ext uri="{FF2B5EF4-FFF2-40B4-BE49-F238E27FC236}">
                  <a16:creationId xmlns:a16="http://schemas.microsoft.com/office/drawing/2014/main" id="{F506CE14-7E22-3480-1121-8BFCD4F725DD}"/>
                </a:ext>
              </a:extLst>
            </p:cNvPr>
            <p:cNvGrpSpPr>
              <a:grpSpLocks/>
            </p:cNvGrpSpPr>
            <p:nvPr/>
          </p:nvGrpSpPr>
          <p:grpSpPr bwMode="auto">
            <a:xfrm>
              <a:off x="0" y="0"/>
              <a:ext cx="3340" cy="481"/>
              <a:chOff x="0" y="0"/>
              <a:chExt cx="3340" cy="481"/>
            </a:xfrm>
          </p:grpSpPr>
          <p:grpSp>
            <p:nvGrpSpPr>
              <p:cNvPr id="161945" name="Group 438">
                <a:extLst>
                  <a:ext uri="{FF2B5EF4-FFF2-40B4-BE49-F238E27FC236}">
                    <a16:creationId xmlns:a16="http://schemas.microsoft.com/office/drawing/2014/main" id="{2D33E41B-CDEF-CCA5-90BE-9451012FD3A5}"/>
                  </a:ext>
                </a:extLst>
              </p:cNvPr>
              <p:cNvGrpSpPr>
                <a:grpSpLocks/>
              </p:cNvGrpSpPr>
              <p:nvPr/>
            </p:nvGrpSpPr>
            <p:grpSpPr bwMode="auto">
              <a:xfrm>
                <a:off x="0" y="0"/>
                <a:ext cx="1670" cy="481"/>
                <a:chOff x="0" y="0"/>
                <a:chExt cx="1670" cy="481"/>
              </a:xfrm>
            </p:grpSpPr>
            <p:sp>
              <p:nvSpPr>
                <p:cNvPr id="161951" name="Rectangle 437">
                  <a:extLst>
                    <a:ext uri="{FF2B5EF4-FFF2-40B4-BE49-F238E27FC236}">
                      <a16:creationId xmlns:a16="http://schemas.microsoft.com/office/drawing/2014/main" id="{ACF5D417-ADB2-18BE-34CE-AA0CB6E12201}"/>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52" name="Group 436">
                  <a:extLst>
                    <a:ext uri="{FF2B5EF4-FFF2-40B4-BE49-F238E27FC236}">
                      <a16:creationId xmlns:a16="http://schemas.microsoft.com/office/drawing/2014/main" id="{97836A31-BA3F-899B-D490-9BD54CF8DB17}"/>
                    </a:ext>
                  </a:extLst>
                </p:cNvPr>
                <p:cNvGrpSpPr>
                  <a:grpSpLocks/>
                </p:cNvGrpSpPr>
                <p:nvPr/>
              </p:nvGrpSpPr>
              <p:grpSpPr bwMode="auto">
                <a:xfrm>
                  <a:off x="0" y="0"/>
                  <a:ext cx="1670" cy="481"/>
                  <a:chOff x="0" y="0"/>
                  <a:chExt cx="1670" cy="481"/>
                </a:xfrm>
              </p:grpSpPr>
              <p:sp>
                <p:nvSpPr>
                  <p:cNvPr id="161953" name="Rectangle 433">
                    <a:extLst>
                      <a:ext uri="{FF2B5EF4-FFF2-40B4-BE49-F238E27FC236}">
                        <a16:creationId xmlns:a16="http://schemas.microsoft.com/office/drawing/2014/main" id="{045D509D-B9D7-FBF9-ADE1-14A40B422FAD}"/>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400" b="1">
                        <a:solidFill>
                          <a:srgbClr val="007A77"/>
                        </a:solidFill>
                        <a:latin typeface="Times New Roman" panose="02020603050405020304" pitchFamily="18" charset="0"/>
                        <a:cs typeface="Times New Roman" panose="02020603050405020304" pitchFamily="18" charset="0"/>
                      </a:rPr>
                      <a:t>{1,2,3}</a:t>
                    </a:r>
                  </a:p>
                  <a:p>
                    <a:pPr algn="just" eaLnBrk="0" fontAlgn="base" hangingPunct="0">
                      <a:spcBef>
                        <a:spcPct val="0"/>
                      </a:spcBef>
                      <a:spcAft>
                        <a:spcPct val="0"/>
                      </a:spcAft>
                      <a:buClrTx/>
                      <a:buSzTx/>
                      <a:buNone/>
                    </a:pPr>
                    <a:endParaRPr lang="en-US" altLang="zh-CN" sz="2400" b="1">
                      <a:solidFill>
                        <a:srgbClr val="007A77"/>
                      </a:solidFill>
                    </a:endParaRPr>
                  </a:p>
                </p:txBody>
              </p:sp>
              <p:sp>
                <p:nvSpPr>
                  <p:cNvPr id="161954" name="Rectangle 435">
                    <a:extLst>
                      <a:ext uri="{FF2B5EF4-FFF2-40B4-BE49-F238E27FC236}">
                        <a16:creationId xmlns:a16="http://schemas.microsoft.com/office/drawing/2014/main" id="{22CD2D2E-DB6C-7DAC-B8A0-22A67B46EA7D}"/>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946" name="Group 442">
                <a:extLst>
                  <a:ext uri="{FF2B5EF4-FFF2-40B4-BE49-F238E27FC236}">
                    <a16:creationId xmlns:a16="http://schemas.microsoft.com/office/drawing/2014/main" id="{1713D8DF-A83C-4E00-6A0C-54B84012AEEB}"/>
                  </a:ext>
                </a:extLst>
              </p:cNvPr>
              <p:cNvGrpSpPr>
                <a:grpSpLocks/>
              </p:cNvGrpSpPr>
              <p:nvPr/>
            </p:nvGrpSpPr>
            <p:grpSpPr bwMode="auto">
              <a:xfrm>
                <a:off x="1670" y="0"/>
                <a:ext cx="1670" cy="481"/>
                <a:chOff x="1670" y="0"/>
                <a:chExt cx="1670" cy="481"/>
              </a:xfrm>
            </p:grpSpPr>
            <p:sp>
              <p:nvSpPr>
                <p:cNvPr id="161947" name="Rectangle 441">
                  <a:extLst>
                    <a:ext uri="{FF2B5EF4-FFF2-40B4-BE49-F238E27FC236}">
                      <a16:creationId xmlns:a16="http://schemas.microsoft.com/office/drawing/2014/main" id="{6846C47F-90CC-48E6-DB43-E76DDACBC6BD}"/>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48" name="Group 440">
                  <a:extLst>
                    <a:ext uri="{FF2B5EF4-FFF2-40B4-BE49-F238E27FC236}">
                      <a16:creationId xmlns:a16="http://schemas.microsoft.com/office/drawing/2014/main" id="{254A8C86-DCE1-940C-A721-924CB10DEB2A}"/>
                    </a:ext>
                  </a:extLst>
                </p:cNvPr>
                <p:cNvGrpSpPr>
                  <a:grpSpLocks/>
                </p:cNvGrpSpPr>
                <p:nvPr/>
              </p:nvGrpSpPr>
              <p:grpSpPr bwMode="auto">
                <a:xfrm>
                  <a:off x="1670" y="0"/>
                  <a:ext cx="1670" cy="481"/>
                  <a:chOff x="1670" y="0"/>
                  <a:chExt cx="1670" cy="481"/>
                </a:xfrm>
              </p:grpSpPr>
              <p:sp>
                <p:nvSpPr>
                  <p:cNvPr id="161949" name="Rectangle 434">
                    <a:extLst>
                      <a:ext uri="{FF2B5EF4-FFF2-40B4-BE49-F238E27FC236}">
                        <a16:creationId xmlns:a16="http://schemas.microsoft.com/office/drawing/2014/main" id="{E2C637C7-BB41-9AA1-C207-10089CF106EF}"/>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400" b="1">
                        <a:solidFill>
                          <a:srgbClr val="007A77"/>
                        </a:solidFill>
                        <a:latin typeface="Times New Roman" panose="02020603050405020304" pitchFamily="18" charset="0"/>
                        <a:cs typeface="Times New Roman" panose="02020603050405020304" pitchFamily="18" charset="0"/>
                      </a:rPr>
                      <a:t>{1,2,4}</a:t>
                    </a:r>
                  </a:p>
                  <a:p>
                    <a:pPr algn="just" eaLnBrk="0" fontAlgn="base" hangingPunct="0">
                      <a:spcBef>
                        <a:spcPct val="0"/>
                      </a:spcBef>
                      <a:spcAft>
                        <a:spcPct val="0"/>
                      </a:spcAft>
                      <a:buClrTx/>
                      <a:buSzTx/>
                      <a:buNone/>
                    </a:pPr>
                    <a:endParaRPr lang="en-US" altLang="zh-CN" sz="2400" b="1">
                      <a:solidFill>
                        <a:srgbClr val="007A77"/>
                      </a:solidFill>
                    </a:endParaRPr>
                  </a:p>
                </p:txBody>
              </p:sp>
              <p:sp>
                <p:nvSpPr>
                  <p:cNvPr id="161950" name="Rectangle 439">
                    <a:extLst>
                      <a:ext uri="{FF2B5EF4-FFF2-40B4-BE49-F238E27FC236}">
                        <a16:creationId xmlns:a16="http://schemas.microsoft.com/office/drawing/2014/main" id="{82E90438-9A5B-D7F0-259C-F38EA3F39ABA}"/>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944" name="Rectangle 444">
              <a:extLst>
                <a:ext uri="{FF2B5EF4-FFF2-40B4-BE49-F238E27FC236}">
                  <a16:creationId xmlns:a16="http://schemas.microsoft.com/office/drawing/2014/main" id="{CA6A4566-A812-FA31-4AE6-A64299868AD0}"/>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10" name="Rectangle 446">
            <a:extLst>
              <a:ext uri="{FF2B5EF4-FFF2-40B4-BE49-F238E27FC236}">
                <a16:creationId xmlns:a16="http://schemas.microsoft.com/office/drawing/2014/main" id="{76CA35F8-60FA-5E47-14B2-FF63F3A50305}"/>
              </a:ext>
            </a:extLst>
          </p:cNvPr>
          <p:cNvSpPr>
            <a:spLocks noChangeArrowheads="1"/>
          </p:cNvSpPr>
          <p:nvPr/>
        </p:nvSpPr>
        <p:spPr bwMode="auto">
          <a:xfrm>
            <a:off x="3024188" y="4044950"/>
            <a:ext cx="1143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 </a:t>
            </a:r>
            <a:endParaRPr lang="en-US" altLang="zh-CN" sz="1800" b="1">
              <a:solidFill>
                <a:srgbClr val="007A77"/>
              </a:solidFill>
            </a:endParaRPr>
          </a:p>
        </p:txBody>
      </p:sp>
      <p:grpSp>
        <p:nvGrpSpPr>
          <p:cNvPr id="11" name="Group 459">
            <a:extLst>
              <a:ext uri="{FF2B5EF4-FFF2-40B4-BE49-F238E27FC236}">
                <a16:creationId xmlns:a16="http://schemas.microsoft.com/office/drawing/2014/main" id="{51F3B74E-EEEC-8060-0553-54095A11A0C8}"/>
              </a:ext>
            </a:extLst>
          </p:cNvPr>
          <p:cNvGrpSpPr>
            <a:grpSpLocks/>
          </p:cNvGrpSpPr>
          <p:nvPr/>
        </p:nvGrpSpPr>
        <p:grpSpPr bwMode="auto">
          <a:xfrm>
            <a:off x="5157788" y="4071938"/>
            <a:ext cx="4648200" cy="461962"/>
            <a:chOff x="-3" y="-3"/>
            <a:chExt cx="3346" cy="487"/>
          </a:xfrm>
        </p:grpSpPr>
        <p:grpSp>
          <p:nvGrpSpPr>
            <p:cNvPr id="161931" name="Group 457">
              <a:extLst>
                <a:ext uri="{FF2B5EF4-FFF2-40B4-BE49-F238E27FC236}">
                  <a16:creationId xmlns:a16="http://schemas.microsoft.com/office/drawing/2014/main" id="{70211D1C-DDCC-CE44-49B9-9A57AA7A021D}"/>
                </a:ext>
              </a:extLst>
            </p:cNvPr>
            <p:cNvGrpSpPr>
              <a:grpSpLocks/>
            </p:cNvGrpSpPr>
            <p:nvPr/>
          </p:nvGrpSpPr>
          <p:grpSpPr bwMode="auto">
            <a:xfrm>
              <a:off x="0" y="0"/>
              <a:ext cx="3340" cy="481"/>
              <a:chOff x="0" y="0"/>
              <a:chExt cx="3340" cy="481"/>
            </a:xfrm>
          </p:grpSpPr>
          <p:grpSp>
            <p:nvGrpSpPr>
              <p:cNvPr id="161933" name="Group 452">
                <a:extLst>
                  <a:ext uri="{FF2B5EF4-FFF2-40B4-BE49-F238E27FC236}">
                    <a16:creationId xmlns:a16="http://schemas.microsoft.com/office/drawing/2014/main" id="{8B57390B-A527-E767-2DA3-E1EB1BEEEC04}"/>
                  </a:ext>
                </a:extLst>
              </p:cNvPr>
              <p:cNvGrpSpPr>
                <a:grpSpLocks/>
              </p:cNvGrpSpPr>
              <p:nvPr/>
            </p:nvGrpSpPr>
            <p:grpSpPr bwMode="auto">
              <a:xfrm>
                <a:off x="0" y="0"/>
                <a:ext cx="1670" cy="481"/>
                <a:chOff x="0" y="0"/>
                <a:chExt cx="1670" cy="481"/>
              </a:xfrm>
            </p:grpSpPr>
            <p:sp>
              <p:nvSpPr>
                <p:cNvPr id="161939" name="Rectangle 451">
                  <a:extLst>
                    <a:ext uri="{FF2B5EF4-FFF2-40B4-BE49-F238E27FC236}">
                      <a16:creationId xmlns:a16="http://schemas.microsoft.com/office/drawing/2014/main" id="{1AD99708-F413-2C7D-1B6C-7DD67D2884B1}"/>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40" name="Group 450">
                  <a:extLst>
                    <a:ext uri="{FF2B5EF4-FFF2-40B4-BE49-F238E27FC236}">
                      <a16:creationId xmlns:a16="http://schemas.microsoft.com/office/drawing/2014/main" id="{E61CDB03-823E-F10A-2E03-0FEFE9BD1E1E}"/>
                    </a:ext>
                  </a:extLst>
                </p:cNvPr>
                <p:cNvGrpSpPr>
                  <a:grpSpLocks/>
                </p:cNvGrpSpPr>
                <p:nvPr/>
              </p:nvGrpSpPr>
              <p:grpSpPr bwMode="auto">
                <a:xfrm>
                  <a:off x="0" y="0"/>
                  <a:ext cx="1670" cy="481"/>
                  <a:chOff x="0" y="0"/>
                  <a:chExt cx="1670" cy="481"/>
                </a:xfrm>
              </p:grpSpPr>
              <p:sp>
                <p:nvSpPr>
                  <p:cNvPr id="161941" name="Rectangle 447">
                    <a:extLst>
                      <a:ext uri="{FF2B5EF4-FFF2-40B4-BE49-F238E27FC236}">
                        <a16:creationId xmlns:a16="http://schemas.microsoft.com/office/drawing/2014/main" id="{D370EC84-962B-1DC6-1A73-60449119EA53}"/>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{1,2,3,5,6,f}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42" name="Rectangle 449">
                    <a:extLst>
                      <a:ext uri="{FF2B5EF4-FFF2-40B4-BE49-F238E27FC236}">
                        <a16:creationId xmlns:a16="http://schemas.microsoft.com/office/drawing/2014/main" id="{0C7AA6CD-890E-835F-B87F-C7CFDCF67359}"/>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934" name="Group 456">
                <a:extLst>
                  <a:ext uri="{FF2B5EF4-FFF2-40B4-BE49-F238E27FC236}">
                    <a16:creationId xmlns:a16="http://schemas.microsoft.com/office/drawing/2014/main" id="{78DAFE94-0C65-DDBD-B39B-8FA78CCEAA53}"/>
                  </a:ext>
                </a:extLst>
              </p:cNvPr>
              <p:cNvGrpSpPr>
                <a:grpSpLocks/>
              </p:cNvGrpSpPr>
              <p:nvPr/>
            </p:nvGrpSpPr>
            <p:grpSpPr bwMode="auto">
              <a:xfrm>
                <a:off x="1670" y="0"/>
                <a:ext cx="1670" cy="481"/>
                <a:chOff x="1670" y="0"/>
                <a:chExt cx="1670" cy="481"/>
              </a:xfrm>
            </p:grpSpPr>
            <p:sp>
              <p:nvSpPr>
                <p:cNvPr id="161935" name="Rectangle 455">
                  <a:extLst>
                    <a:ext uri="{FF2B5EF4-FFF2-40B4-BE49-F238E27FC236}">
                      <a16:creationId xmlns:a16="http://schemas.microsoft.com/office/drawing/2014/main" id="{ABB0FD2C-A9BF-7EE7-7C0C-05B7DAC5443C}"/>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36" name="Group 454">
                  <a:extLst>
                    <a:ext uri="{FF2B5EF4-FFF2-40B4-BE49-F238E27FC236}">
                      <a16:creationId xmlns:a16="http://schemas.microsoft.com/office/drawing/2014/main" id="{2C839D0C-E668-9E47-7B38-4E6511CF1F64}"/>
                    </a:ext>
                  </a:extLst>
                </p:cNvPr>
                <p:cNvGrpSpPr>
                  <a:grpSpLocks/>
                </p:cNvGrpSpPr>
                <p:nvPr/>
              </p:nvGrpSpPr>
              <p:grpSpPr bwMode="auto">
                <a:xfrm>
                  <a:off x="1670" y="0"/>
                  <a:ext cx="1670" cy="481"/>
                  <a:chOff x="1670" y="0"/>
                  <a:chExt cx="1670" cy="481"/>
                </a:xfrm>
              </p:grpSpPr>
              <p:sp>
                <p:nvSpPr>
                  <p:cNvPr id="161937" name="Rectangle 448">
                    <a:extLst>
                      <a:ext uri="{FF2B5EF4-FFF2-40B4-BE49-F238E27FC236}">
                        <a16:creationId xmlns:a16="http://schemas.microsoft.com/office/drawing/2014/main" id="{4C37AC96-CA45-7A48-44B0-0B25DCE5A4EC}"/>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38" name="Rectangle 453">
                    <a:extLst>
                      <a:ext uri="{FF2B5EF4-FFF2-40B4-BE49-F238E27FC236}">
                        <a16:creationId xmlns:a16="http://schemas.microsoft.com/office/drawing/2014/main" id="{62BF71AA-AB6A-C2D0-65E4-6DAEE3909EDB}"/>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932" name="Rectangle 458">
              <a:extLst>
                <a:ext uri="{FF2B5EF4-FFF2-40B4-BE49-F238E27FC236}">
                  <a16:creationId xmlns:a16="http://schemas.microsoft.com/office/drawing/2014/main" id="{5D907A90-ED63-6CB8-13E6-CA38CF9679D9}"/>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24" name="Rectangle 460">
            <a:extLst>
              <a:ext uri="{FF2B5EF4-FFF2-40B4-BE49-F238E27FC236}">
                <a16:creationId xmlns:a16="http://schemas.microsoft.com/office/drawing/2014/main" id="{3D86EDEF-AD3C-3549-8001-2B7310426B3C}"/>
              </a:ext>
            </a:extLst>
          </p:cNvPr>
          <p:cNvSpPr>
            <a:spLocks noChangeArrowheads="1"/>
          </p:cNvSpPr>
          <p:nvPr/>
        </p:nvSpPr>
        <p:spPr bwMode="auto">
          <a:xfrm>
            <a:off x="3024188" y="4425950"/>
            <a:ext cx="1219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a:t>
            </a:r>
            <a:r>
              <a:rPr lang="en-US" altLang="zh-CN" sz="1100" b="1">
                <a:solidFill>
                  <a:srgbClr val="007A77"/>
                </a:solidFill>
              </a:rPr>
              <a:t> </a:t>
            </a:r>
            <a:endParaRPr lang="en-US" altLang="zh-CN" sz="1800" b="1">
              <a:solidFill>
                <a:srgbClr val="007A77"/>
              </a:solidFill>
            </a:endParaRPr>
          </a:p>
        </p:txBody>
      </p:sp>
      <p:grpSp>
        <p:nvGrpSpPr>
          <p:cNvPr id="17" name="Group 473">
            <a:extLst>
              <a:ext uri="{FF2B5EF4-FFF2-40B4-BE49-F238E27FC236}">
                <a16:creationId xmlns:a16="http://schemas.microsoft.com/office/drawing/2014/main" id="{4D78AD01-D116-A964-C887-51BEF365FAF2}"/>
              </a:ext>
            </a:extLst>
          </p:cNvPr>
          <p:cNvGrpSpPr>
            <a:grpSpLocks/>
          </p:cNvGrpSpPr>
          <p:nvPr/>
        </p:nvGrpSpPr>
        <p:grpSpPr bwMode="auto">
          <a:xfrm>
            <a:off x="5157788" y="4533901"/>
            <a:ext cx="4648200" cy="461963"/>
            <a:chOff x="-3" y="-3"/>
            <a:chExt cx="3346" cy="487"/>
          </a:xfrm>
        </p:grpSpPr>
        <p:grpSp>
          <p:nvGrpSpPr>
            <p:cNvPr id="161919" name="Group 471">
              <a:extLst>
                <a:ext uri="{FF2B5EF4-FFF2-40B4-BE49-F238E27FC236}">
                  <a16:creationId xmlns:a16="http://schemas.microsoft.com/office/drawing/2014/main" id="{71F5A5D9-0CEA-B446-B25F-2F7BE1461C96}"/>
                </a:ext>
              </a:extLst>
            </p:cNvPr>
            <p:cNvGrpSpPr>
              <a:grpSpLocks/>
            </p:cNvGrpSpPr>
            <p:nvPr/>
          </p:nvGrpSpPr>
          <p:grpSpPr bwMode="auto">
            <a:xfrm>
              <a:off x="0" y="0"/>
              <a:ext cx="3340" cy="481"/>
              <a:chOff x="0" y="0"/>
              <a:chExt cx="3340" cy="481"/>
            </a:xfrm>
          </p:grpSpPr>
          <p:grpSp>
            <p:nvGrpSpPr>
              <p:cNvPr id="161921" name="Group 466">
                <a:extLst>
                  <a:ext uri="{FF2B5EF4-FFF2-40B4-BE49-F238E27FC236}">
                    <a16:creationId xmlns:a16="http://schemas.microsoft.com/office/drawing/2014/main" id="{DDF062A4-92A1-1466-F0B7-EB39630268F3}"/>
                  </a:ext>
                </a:extLst>
              </p:cNvPr>
              <p:cNvGrpSpPr>
                <a:grpSpLocks/>
              </p:cNvGrpSpPr>
              <p:nvPr/>
            </p:nvGrpSpPr>
            <p:grpSpPr bwMode="auto">
              <a:xfrm>
                <a:off x="0" y="0"/>
                <a:ext cx="1670" cy="481"/>
                <a:chOff x="0" y="0"/>
                <a:chExt cx="1670" cy="481"/>
              </a:xfrm>
            </p:grpSpPr>
            <p:sp>
              <p:nvSpPr>
                <p:cNvPr id="161927" name="Rectangle 465">
                  <a:extLst>
                    <a:ext uri="{FF2B5EF4-FFF2-40B4-BE49-F238E27FC236}">
                      <a16:creationId xmlns:a16="http://schemas.microsoft.com/office/drawing/2014/main" id="{309F561F-6BE5-94BB-1B29-665526C4E3F8}"/>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28" name="Group 464">
                  <a:extLst>
                    <a:ext uri="{FF2B5EF4-FFF2-40B4-BE49-F238E27FC236}">
                      <a16:creationId xmlns:a16="http://schemas.microsoft.com/office/drawing/2014/main" id="{9B48BDA1-F048-2107-C5CB-722B4306A54F}"/>
                    </a:ext>
                  </a:extLst>
                </p:cNvPr>
                <p:cNvGrpSpPr>
                  <a:grpSpLocks/>
                </p:cNvGrpSpPr>
                <p:nvPr/>
              </p:nvGrpSpPr>
              <p:grpSpPr bwMode="auto">
                <a:xfrm>
                  <a:off x="0" y="0"/>
                  <a:ext cx="1670" cy="481"/>
                  <a:chOff x="0" y="0"/>
                  <a:chExt cx="1670" cy="481"/>
                </a:xfrm>
              </p:grpSpPr>
              <p:sp>
                <p:nvSpPr>
                  <p:cNvPr id="161929" name="Rectangle 461">
                    <a:extLst>
                      <a:ext uri="{FF2B5EF4-FFF2-40B4-BE49-F238E27FC236}">
                        <a16:creationId xmlns:a16="http://schemas.microsoft.com/office/drawing/2014/main" id="{0DDF302E-4692-5C00-2172-B577F624F459}"/>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30" name="Rectangle 463">
                    <a:extLst>
                      <a:ext uri="{FF2B5EF4-FFF2-40B4-BE49-F238E27FC236}">
                        <a16:creationId xmlns:a16="http://schemas.microsoft.com/office/drawing/2014/main" id="{A0824B48-9046-3DFC-2E73-3723B313AF35}"/>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922" name="Group 470">
                <a:extLst>
                  <a:ext uri="{FF2B5EF4-FFF2-40B4-BE49-F238E27FC236}">
                    <a16:creationId xmlns:a16="http://schemas.microsoft.com/office/drawing/2014/main" id="{C61C3075-A9E6-8882-3315-68D135732DE4}"/>
                  </a:ext>
                </a:extLst>
              </p:cNvPr>
              <p:cNvGrpSpPr>
                <a:grpSpLocks/>
              </p:cNvGrpSpPr>
              <p:nvPr/>
            </p:nvGrpSpPr>
            <p:grpSpPr bwMode="auto">
              <a:xfrm>
                <a:off x="1670" y="0"/>
                <a:ext cx="1670" cy="481"/>
                <a:chOff x="1670" y="0"/>
                <a:chExt cx="1670" cy="481"/>
              </a:xfrm>
            </p:grpSpPr>
            <p:sp>
              <p:nvSpPr>
                <p:cNvPr id="161923" name="Rectangle 469">
                  <a:extLst>
                    <a:ext uri="{FF2B5EF4-FFF2-40B4-BE49-F238E27FC236}">
                      <a16:creationId xmlns:a16="http://schemas.microsoft.com/office/drawing/2014/main" id="{66E41E20-79C5-4F9D-2ACB-B7E398EA7FF9}"/>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24" name="Group 468">
                  <a:extLst>
                    <a:ext uri="{FF2B5EF4-FFF2-40B4-BE49-F238E27FC236}">
                      <a16:creationId xmlns:a16="http://schemas.microsoft.com/office/drawing/2014/main" id="{95439ADB-8F84-430F-5E59-20DD3F6D5DD3}"/>
                    </a:ext>
                  </a:extLst>
                </p:cNvPr>
                <p:cNvGrpSpPr>
                  <a:grpSpLocks/>
                </p:cNvGrpSpPr>
                <p:nvPr/>
              </p:nvGrpSpPr>
              <p:grpSpPr bwMode="auto">
                <a:xfrm>
                  <a:off x="1670" y="0"/>
                  <a:ext cx="1670" cy="481"/>
                  <a:chOff x="1670" y="0"/>
                  <a:chExt cx="1670" cy="481"/>
                </a:xfrm>
              </p:grpSpPr>
              <p:sp>
                <p:nvSpPr>
                  <p:cNvPr id="161925" name="Rectangle 462">
                    <a:extLst>
                      <a:ext uri="{FF2B5EF4-FFF2-40B4-BE49-F238E27FC236}">
                        <a16:creationId xmlns:a16="http://schemas.microsoft.com/office/drawing/2014/main" id="{57AC4309-FC41-80E2-BB11-23CC0600E5BA}"/>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{1,2,4,5,6,f}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26" name="Rectangle 467">
                    <a:extLst>
                      <a:ext uri="{FF2B5EF4-FFF2-40B4-BE49-F238E27FC236}">
                        <a16:creationId xmlns:a16="http://schemas.microsoft.com/office/drawing/2014/main" id="{ADE0A7FD-14D3-7B07-98B4-E565A36F711F}"/>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920" name="Rectangle 472">
              <a:extLst>
                <a:ext uri="{FF2B5EF4-FFF2-40B4-BE49-F238E27FC236}">
                  <a16:creationId xmlns:a16="http://schemas.microsoft.com/office/drawing/2014/main" id="{1B15D821-22CF-04A7-854F-D85E8DBD977B}"/>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38" name="Rectangle 474">
            <a:extLst>
              <a:ext uri="{FF2B5EF4-FFF2-40B4-BE49-F238E27FC236}">
                <a16:creationId xmlns:a16="http://schemas.microsoft.com/office/drawing/2014/main" id="{FED462D7-9CC5-FC77-284B-E84E3A42EA76}"/>
              </a:ext>
            </a:extLst>
          </p:cNvPr>
          <p:cNvSpPr>
            <a:spLocks noChangeArrowheads="1"/>
          </p:cNvSpPr>
          <p:nvPr/>
        </p:nvSpPr>
        <p:spPr bwMode="auto">
          <a:xfrm>
            <a:off x="2947988" y="4883150"/>
            <a:ext cx="1828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{1,2,3,5,6,f}</a:t>
            </a:r>
            <a:r>
              <a:rPr lang="en-US" altLang="zh-CN" sz="1100" b="1">
                <a:solidFill>
                  <a:srgbClr val="007A77"/>
                </a:solidFill>
              </a:rPr>
              <a:t> </a:t>
            </a:r>
            <a:endParaRPr lang="en-US" altLang="zh-CN" sz="1800" b="1">
              <a:solidFill>
                <a:srgbClr val="007A77"/>
              </a:solidFill>
            </a:endParaRPr>
          </a:p>
        </p:txBody>
      </p:sp>
      <p:grpSp>
        <p:nvGrpSpPr>
          <p:cNvPr id="23" name="Group 487">
            <a:extLst>
              <a:ext uri="{FF2B5EF4-FFF2-40B4-BE49-F238E27FC236}">
                <a16:creationId xmlns:a16="http://schemas.microsoft.com/office/drawing/2014/main" id="{5D96177C-5A17-FF3E-AF51-24E4873851AE}"/>
              </a:ext>
            </a:extLst>
          </p:cNvPr>
          <p:cNvGrpSpPr>
            <a:grpSpLocks/>
          </p:cNvGrpSpPr>
          <p:nvPr/>
        </p:nvGrpSpPr>
        <p:grpSpPr bwMode="auto">
          <a:xfrm>
            <a:off x="5157788" y="4991100"/>
            <a:ext cx="4648200" cy="457200"/>
            <a:chOff x="-3" y="-3"/>
            <a:chExt cx="3346" cy="487"/>
          </a:xfrm>
        </p:grpSpPr>
        <p:grpSp>
          <p:nvGrpSpPr>
            <p:cNvPr id="161907" name="Group 485">
              <a:extLst>
                <a:ext uri="{FF2B5EF4-FFF2-40B4-BE49-F238E27FC236}">
                  <a16:creationId xmlns:a16="http://schemas.microsoft.com/office/drawing/2014/main" id="{C82DBB60-CF3C-C016-1777-88918B5F7378}"/>
                </a:ext>
              </a:extLst>
            </p:cNvPr>
            <p:cNvGrpSpPr>
              <a:grpSpLocks/>
            </p:cNvGrpSpPr>
            <p:nvPr/>
          </p:nvGrpSpPr>
          <p:grpSpPr bwMode="auto">
            <a:xfrm>
              <a:off x="0" y="0"/>
              <a:ext cx="3340" cy="481"/>
              <a:chOff x="0" y="0"/>
              <a:chExt cx="3340" cy="481"/>
            </a:xfrm>
          </p:grpSpPr>
          <p:grpSp>
            <p:nvGrpSpPr>
              <p:cNvPr id="161909" name="Group 480">
                <a:extLst>
                  <a:ext uri="{FF2B5EF4-FFF2-40B4-BE49-F238E27FC236}">
                    <a16:creationId xmlns:a16="http://schemas.microsoft.com/office/drawing/2014/main" id="{1AF52F4D-B86B-7D89-16C1-6EAA2AE16097}"/>
                  </a:ext>
                </a:extLst>
              </p:cNvPr>
              <p:cNvGrpSpPr>
                <a:grpSpLocks/>
              </p:cNvGrpSpPr>
              <p:nvPr/>
            </p:nvGrpSpPr>
            <p:grpSpPr bwMode="auto">
              <a:xfrm>
                <a:off x="0" y="0"/>
                <a:ext cx="1670" cy="481"/>
                <a:chOff x="0" y="0"/>
                <a:chExt cx="1670" cy="481"/>
              </a:xfrm>
            </p:grpSpPr>
            <p:sp>
              <p:nvSpPr>
                <p:cNvPr id="161915" name="Rectangle 479">
                  <a:extLst>
                    <a:ext uri="{FF2B5EF4-FFF2-40B4-BE49-F238E27FC236}">
                      <a16:creationId xmlns:a16="http://schemas.microsoft.com/office/drawing/2014/main" id="{CB2A41D3-6C4A-BD2D-C504-7248A6573722}"/>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16" name="Group 478">
                  <a:extLst>
                    <a:ext uri="{FF2B5EF4-FFF2-40B4-BE49-F238E27FC236}">
                      <a16:creationId xmlns:a16="http://schemas.microsoft.com/office/drawing/2014/main" id="{E6C77753-AE3F-C383-BDCA-164FA24DF1B6}"/>
                    </a:ext>
                  </a:extLst>
                </p:cNvPr>
                <p:cNvGrpSpPr>
                  <a:grpSpLocks/>
                </p:cNvGrpSpPr>
                <p:nvPr/>
              </p:nvGrpSpPr>
              <p:grpSpPr bwMode="auto">
                <a:xfrm>
                  <a:off x="0" y="0"/>
                  <a:ext cx="1670" cy="481"/>
                  <a:chOff x="0" y="0"/>
                  <a:chExt cx="1670" cy="481"/>
                </a:xfrm>
              </p:grpSpPr>
              <p:sp>
                <p:nvSpPr>
                  <p:cNvPr id="161917" name="Rectangle 475">
                    <a:extLst>
                      <a:ext uri="{FF2B5EF4-FFF2-40B4-BE49-F238E27FC236}">
                        <a16:creationId xmlns:a16="http://schemas.microsoft.com/office/drawing/2014/main" id="{DC7F5A61-7D66-36CE-107E-A98AD88C42A9}"/>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{1,2,3,5,6,f}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18" name="Rectangle 477">
                    <a:extLst>
                      <a:ext uri="{FF2B5EF4-FFF2-40B4-BE49-F238E27FC236}">
                        <a16:creationId xmlns:a16="http://schemas.microsoft.com/office/drawing/2014/main" id="{6F0ECA22-DF07-F9D0-3D1F-996F7A2BDB54}"/>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910" name="Group 484">
                <a:extLst>
                  <a:ext uri="{FF2B5EF4-FFF2-40B4-BE49-F238E27FC236}">
                    <a16:creationId xmlns:a16="http://schemas.microsoft.com/office/drawing/2014/main" id="{4FCFBBA7-2C7B-5D8D-C09B-40CFAF349C1F}"/>
                  </a:ext>
                </a:extLst>
              </p:cNvPr>
              <p:cNvGrpSpPr>
                <a:grpSpLocks/>
              </p:cNvGrpSpPr>
              <p:nvPr/>
            </p:nvGrpSpPr>
            <p:grpSpPr bwMode="auto">
              <a:xfrm>
                <a:off x="1670" y="0"/>
                <a:ext cx="1670" cy="481"/>
                <a:chOff x="1670" y="0"/>
                <a:chExt cx="1670" cy="481"/>
              </a:xfrm>
            </p:grpSpPr>
            <p:sp>
              <p:nvSpPr>
                <p:cNvPr id="161911" name="Rectangle 483">
                  <a:extLst>
                    <a:ext uri="{FF2B5EF4-FFF2-40B4-BE49-F238E27FC236}">
                      <a16:creationId xmlns:a16="http://schemas.microsoft.com/office/drawing/2014/main" id="{1269B93B-53A9-94C1-CA05-11CA4C40A369}"/>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12" name="Group 482">
                  <a:extLst>
                    <a:ext uri="{FF2B5EF4-FFF2-40B4-BE49-F238E27FC236}">
                      <a16:creationId xmlns:a16="http://schemas.microsoft.com/office/drawing/2014/main" id="{7A33BD40-D30C-DBD8-56F7-01C488AF41D7}"/>
                    </a:ext>
                  </a:extLst>
                </p:cNvPr>
                <p:cNvGrpSpPr>
                  <a:grpSpLocks/>
                </p:cNvGrpSpPr>
                <p:nvPr/>
              </p:nvGrpSpPr>
              <p:grpSpPr bwMode="auto">
                <a:xfrm>
                  <a:off x="1670" y="0"/>
                  <a:ext cx="1670" cy="481"/>
                  <a:chOff x="1670" y="0"/>
                  <a:chExt cx="1670" cy="481"/>
                </a:xfrm>
              </p:grpSpPr>
              <p:sp>
                <p:nvSpPr>
                  <p:cNvPr id="161913" name="Rectangle 476">
                    <a:extLst>
                      <a:ext uri="{FF2B5EF4-FFF2-40B4-BE49-F238E27FC236}">
                        <a16:creationId xmlns:a16="http://schemas.microsoft.com/office/drawing/2014/main" id="{55CD9E10-BA36-6D42-F913-84A34152DA5B}"/>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14" name="Rectangle 481">
                    <a:extLst>
                      <a:ext uri="{FF2B5EF4-FFF2-40B4-BE49-F238E27FC236}">
                        <a16:creationId xmlns:a16="http://schemas.microsoft.com/office/drawing/2014/main" id="{9BFE2CDB-C4F7-F05E-1E75-B71FED9F19F4}"/>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908" name="Rectangle 486">
              <a:extLst>
                <a:ext uri="{FF2B5EF4-FFF2-40B4-BE49-F238E27FC236}">
                  <a16:creationId xmlns:a16="http://schemas.microsoft.com/office/drawing/2014/main" id="{A4386BAB-C385-FB52-E4DA-854025DA2B87}"/>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52" name="Rectangle 488">
            <a:extLst>
              <a:ext uri="{FF2B5EF4-FFF2-40B4-BE49-F238E27FC236}">
                <a16:creationId xmlns:a16="http://schemas.microsoft.com/office/drawing/2014/main" id="{6419DE7D-87C8-6BC1-2268-131D7429811C}"/>
              </a:ext>
            </a:extLst>
          </p:cNvPr>
          <p:cNvSpPr>
            <a:spLocks noChangeArrowheads="1"/>
          </p:cNvSpPr>
          <p:nvPr/>
        </p:nvSpPr>
        <p:spPr bwMode="auto">
          <a:xfrm>
            <a:off x="2947988" y="5340350"/>
            <a:ext cx="2057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{1,2,4,5,6,f}</a:t>
            </a:r>
            <a:r>
              <a:rPr lang="en-US" altLang="zh-CN" sz="1100" b="1">
                <a:solidFill>
                  <a:srgbClr val="007A77"/>
                </a:solidFill>
              </a:rPr>
              <a:t> </a:t>
            </a:r>
            <a:endParaRPr lang="en-US" altLang="zh-CN" sz="1800" b="1">
              <a:solidFill>
                <a:srgbClr val="007A77"/>
              </a:solidFill>
            </a:endParaRPr>
          </a:p>
        </p:txBody>
      </p:sp>
      <p:grpSp>
        <p:nvGrpSpPr>
          <p:cNvPr id="29" name="Group 501">
            <a:extLst>
              <a:ext uri="{FF2B5EF4-FFF2-40B4-BE49-F238E27FC236}">
                <a16:creationId xmlns:a16="http://schemas.microsoft.com/office/drawing/2014/main" id="{96B73574-BEB0-76C8-CE66-9959434E05A9}"/>
              </a:ext>
            </a:extLst>
          </p:cNvPr>
          <p:cNvGrpSpPr>
            <a:grpSpLocks/>
          </p:cNvGrpSpPr>
          <p:nvPr/>
        </p:nvGrpSpPr>
        <p:grpSpPr bwMode="auto">
          <a:xfrm>
            <a:off x="5157788" y="5372100"/>
            <a:ext cx="4648200" cy="457200"/>
            <a:chOff x="-3" y="-3"/>
            <a:chExt cx="3346" cy="487"/>
          </a:xfrm>
        </p:grpSpPr>
        <p:grpSp>
          <p:nvGrpSpPr>
            <p:cNvPr id="161895" name="Group 499">
              <a:extLst>
                <a:ext uri="{FF2B5EF4-FFF2-40B4-BE49-F238E27FC236}">
                  <a16:creationId xmlns:a16="http://schemas.microsoft.com/office/drawing/2014/main" id="{A9BDFDC4-38FC-B254-101D-0C81A8C34327}"/>
                </a:ext>
              </a:extLst>
            </p:cNvPr>
            <p:cNvGrpSpPr>
              <a:grpSpLocks/>
            </p:cNvGrpSpPr>
            <p:nvPr/>
          </p:nvGrpSpPr>
          <p:grpSpPr bwMode="auto">
            <a:xfrm>
              <a:off x="0" y="0"/>
              <a:ext cx="3340" cy="481"/>
              <a:chOff x="0" y="0"/>
              <a:chExt cx="3340" cy="481"/>
            </a:xfrm>
          </p:grpSpPr>
          <p:grpSp>
            <p:nvGrpSpPr>
              <p:cNvPr id="161897" name="Group 494">
                <a:extLst>
                  <a:ext uri="{FF2B5EF4-FFF2-40B4-BE49-F238E27FC236}">
                    <a16:creationId xmlns:a16="http://schemas.microsoft.com/office/drawing/2014/main" id="{DACA321A-3478-1B2E-1649-F1E09BE8FC6A}"/>
                  </a:ext>
                </a:extLst>
              </p:cNvPr>
              <p:cNvGrpSpPr>
                <a:grpSpLocks/>
              </p:cNvGrpSpPr>
              <p:nvPr/>
            </p:nvGrpSpPr>
            <p:grpSpPr bwMode="auto">
              <a:xfrm>
                <a:off x="0" y="0"/>
                <a:ext cx="1670" cy="481"/>
                <a:chOff x="0" y="0"/>
                <a:chExt cx="1670" cy="481"/>
              </a:xfrm>
            </p:grpSpPr>
            <p:sp>
              <p:nvSpPr>
                <p:cNvPr id="161903" name="Rectangle 493">
                  <a:extLst>
                    <a:ext uri="{FF2B5EF4-FFF2-40B4-BE49-F238E27FC236}">
                      <a16:creationId xmlns:a16="http://schemas.microsoft.com/office/drawing/2014/main" id="{002ED51A-976E-0781-65C5-21D87E5F7F5C}"/>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04" name="Group 492">
                  <a:extLst>
                    <a:ext uri="{FF2B5EF4-FFF2-40B4-BE49-F238E27FC236}">
                      <a16:creationId xmlns:a16="http://schemas.microsoft.com/office/drawing/2014/main" id="{2C8F495A-F793-2EE8-4C79-8B4554D44010}"/>
                    </a:ext>
                  </a:extLst>
                </p:cNvPr>
                <p:cNvGrpSpPr>
                  <a:grpSpLocks/>
                </p:cNvGrpSpPr>
                <p:nvPr/>
              </p:nvGrpSpPr>
              <p:grpSpPr bwMode="auto">
                <a:xfrm>
                  <a:off x="0" y="0"/>
                  <a:ext cx="1670" cy="481"/>
                  <a:chOff x="0" y="0"/>
                  <a:chExt cx="1670" cy="481"/>
                </a:xfrm>
              </p:grpSpPr>
              <p:sp>
                <p:nvSpPr>
                  <p:cNvPr id="161905" name="Rectangle 489">
                    <a:extLst>
                      <a:ext uri="{FF2B5EF4-FFF2-40B4-BE49-F238E27FC236}">
                        <a16:creationId xmlns:a16="http://schemas.microsoft.com/office/drawing/2014/main" id="{6CFD4C5D-5BE6-6BF4-C6D4-A61B99250AA9}"/>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06" name="Rectangle 491">
                    <a:extLst>
                      <a:ext uri="{FF2B5EF4-FFF2-40B4-BE49-F238E27FC236}">
                        <a16:creationId xmlns:a16="http://schemas.microsoft.com/office/drawing/2014/main" id="{4C8EBA3D-2319-7EA2-A258-23217CB04DB1}"/>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898" name="Group 498">
                <a:extLst>
                  <a:ext uri="{FF2B5EF4-FFF2-40B4-BE49-F238E27FC236}">
                    <a16:creationId xmlns:a16="http://schemas.microsoft.com/office/drawing/2014/main" id="{400F4537-6AFB-B126-DE80-FFEA41D66DB3}"/>
                  </a:ext>
                </a:extLst>
              </p:cNvPr>
              <p:cNvGrpSpPr>
                <a:grpSpLocks/>
              </p:cNvGrpSpPr>
              <p:nvPr/>
            </p:nvGrpSpPr>
            <p:grpSpPr bwMode="auto">
              <a:xfrm>
                <a:off x="1670" y="0"/>
                <a:ext cx="1670" cy="481"/>
                <a:chOff x="1670" y="0"/>
                <a:chExt cx="1670" cy="481"/>
              </a:xfrm>
            </p:grpSpPr>
            <p:sp>
              <p:nvSpPr>
                <p:cNvPr id="161899" name="Rectangle 497">
                  <a:extLst>
                    <a:ext uri="{FF2B5EF4-FFF2-40B4-BE49-F238E27FC236}">
                      <a16:creationId xmlns:a16="http://schemas.microsoft.com/office/drawing/2014/main" id="{BBDD0E20-A1AD-83E8-0E92-9B9F02DF3E5D}"/>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900" name="Group 496">
                  <a:extLst>
                    <a:ext uri="{FF2B5EF4-FFF2-40B4-BE49-F238E27FC236}">
                      <a16:creationId xmlns:a16="http://schemas.microsoft.com/office/drawing/2014/main" id="{64045331-3D23-A9D0-4555-B8906A85298E}"/>
                    </a:ext>
                  </a:extLst>
                </p:cNvPr>
                <p:cNvGrpSpPr>
                  <a:grpSpLocks/>
                </p:cNvGrpSpPr>
                <p:nvPr/>
              </p:nvGrpSpPr>
              <p:grpSpPr bwMode="auto">
                <a:xfrm>
                  <a:off x="1670" y="0"/>
                  <a:ext cx="1670" cy="481"/>
                  <a:chOff x="1670" y="0"/>
                  <a:chExt cx="1670" cy="481"/>
                </a:xfrm>
              </p:grpSpPr>
              <p:sp>
                <p:nvSpPr>
                  <p:cNvPr id="161901" name="Rectangle 490">
                    <a:extLst>
                      <a:ext uri="{FF2B5EF4-FFF2-40B4-BE49-F238E27FC236}">
                        <a16:creationId xmlns:a16="http://schemas.microsoft.com/office/drawing/2014/main" id="{FE7852E9-9D5B-8A07-81D0-8F9B7AFFFB78}"/>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{1,2,4,5,6,f}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902" name="Rectangle 495">
                    <a:extLst>
                      <a:ext uri="{FF2B5EF4-FFF2-40B4-BE49-F238E27FC236}">
                        <a16:creationId xmlns:a16="http://schemas.microsoft.com/office/drawing/2014/main" id="{A0512DD5-2001-15FC-EDD0-56AF6B61AC33}"/>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896" name="Rectangle 500">
              <a:extLst>
                <a:ext uri="{FF2B5EF4-FFF2-40B4-BE49-F238E27FC236}">
                  <a16:creationId xmlns:a16="http://schemas.microsoft.com/office/drawing/2014/main" id="{B2923007-6763-2EC4-F51F-3F584445D6A9}"/>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66" name="Rectangle 502">
            <a:extLst>
              <a:ext uri="{FF2B5EF4-FFF2-40B4-BE49-F238E27FC236}">
                <a16:creationId xmlns:a16="http://schemas.microsoft.com/office/drawing/2014/main" id="{9D15FAC3-BC6D-1F85-58B3-5EDD50535DE5}"/>
              </a:ext>
            </a:extLst>
          </p:cNvPr>
          <p:cNvSpPr>
            <a:spLocks noChangeArrowheads="1"/>
          </p:cNvSpPr>
          <p:nvPr/>
        </p:nvSpPr>
        <p:spPr bwMode="auto">
          <a:xfrm>
            <a:off x="2947988" y="5753100"/>
            <a:ext cx="1905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{1,2,4,6,f}</a:t>
            </a:r>
            <a:r>
              <a:rPr lang="en-US" altLang="zh-CN" sz="1100" b="1">
                <a:solidFill>
                  <a:srgbClr val="007A77"/>
                </a:solidFill>
              </a:rPr>
              <a:t> </a:t>
            </a:r>
            <a:endParaRPr lang="en-US" altLang="zh-CN" sz="1800" b="1">
              <a:solidFill>
                <a:srgbClr val="007A77"/>
              </a:solidFill>
            </a:endParaRPr>
          </a:p>
        </p:txBody>
      </p:sp>
      <p:grpSp>
        <p:nvGrpSpPr>
          <p:cNvPr id="78852" name="Group 515">
            <a:extLst>
              <a:ext uri="{FF2B5EF4-FFF2-40B4-BE49-F238E27FC236}">
                <a16:creationId xmlns:a16="http://schemas.microsoft.com/office/drawing/2014/main" id="{E4A2C746-9A67-8202-DF88-E55A11374DFB}"/>
              </a:ext>
            </a:extLst>
          </p:cNvPr>
          <p:cNvGrpSpPr>
            <a:grpSpLocks/>
          </p:cNvGrpSpPr>
          <p:nvPr/>
        </p:nvGrpSpPr>
        <p:grpSpPr bwMode="auto">
          <a:xfrm>
            <a:off x="5157788" y="5829300"/>
            <a:ext cx="4648200" cy="457200"/>
            <a:chOff x="-3" y="-3"/>
            <a:chExt cx="3346" cy="487"/>
          </a:xfrm>
        </p:grpSpPr>
        <p:grpSp>
          <p:nvGrpSpPr>
            <p:cNvPr id="161883" name="Group 513">
              <a:extLst>
                <a:ext uri="{FF2B5EF4-FFF2-40B4-BE49-F238E27FC236}">
                  <a16:creationId xmlns:a16="http://schemas.microsoft.com/office/drawing/2014/main" id="{9F46E659-80DC-BA60-D984-DCEEF5F15302}"/>
                </a:ext>
              </a:extLst>
            </p:cNvPr>
            <p:cNvGrpSpPr>
              <a:grpSpLocks/>
            </p:cNvGrpSpPr>
            <p:nvPr/>
          </p:nvGrpSpPr>
          <p:grpSpPr bwMode="auto">
            <a:xfrm>
              <a:off x="0" y="0"/>
              <a:ext cx="3340" cy="481"/>
              <a:chOff x="0" y="0"/>
              <a:chExt cx="3340" cy="481"/>
            </a:xfrm>
          </p:grpSpPr>
          <p:grpSp>
            <p:nvGrpSpPr>
              <p:cNvPr id="161885" name="Group 508">
                <a:extLst>
                  <a:ext uri="{FF2B5EF4-FFF2-40B4-BE49-F238E27FC236}">
                    <a16:creationId xmlns:a16="http://schemas.microsoft.com/office/drawing/2014/main" id="{D0D06B52-58FF-1788-01A7-988CFABB1608}"/>
                  </a:ext>
                </a:extLst>
              </p:cNvPr>
              <p:cNvGrpSpPr>
                <a:grpSpLocks/>
              </p:cNvGrpSpPr>
              <p:nvPr/>
            </p:nvGrpSpPr>
            <p:grpSpPr bwMode="auto">
              <a:xfrm>
                <a:off x="0" y="0"/>
                <a:ext cx="1670" cy="481"/>
                <a:chOff x="0" y="0"/>
                <a:chExt cx="1670" cy="481"/>
              </a:xfrm>
            </p:grpSpPr>
            <p:sp>
              <p:nvSpPr>
                <p:cNvPr id="161891" name="Rectangle 507">
                  <a:extLst>
                    <a:ext uri="{FF2B5EF4-FFF2-40B4-BE49-F238E27FC236}">
                      <a16:creationId xmlns:a16="http://schemas.microsoft.com/office/drawing/2014/main" id="{A1A7BCF4-B5F4-79BA-FE23-2294880F6ADB}"/>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892" name="Group 506">
                  <a:extLst>
                    <a:ext uri="{FF2B5EF4-FFF2-40B4-BE49-F238E27FC236}">
                      <a16:creationId xmlns:a16="http://schemas.microsoft.com/office/drawing/2014/main" id="{9A8144C4-6D1E-C1D8-2BC5-08CA6836B420}"/>
                    </a:ext>
                  </a:extLst>
                </p:cNvPr>
                <p:cNvGrpSpPr>
                  <a:grpSpLocks/>
                </p:cNvGrpSpPr>
                <p:nvPr/>
              </p:nvGrpSpPr>
              <p:grpSpPr bwMode="auto">
                <a:xfrm>
                  <a:off x="0" y="0"/>
                  <a:ext cx="1670" cy="481"/>
                  <a:chOff x="0" y="0"/>
                  <a:chExt cx="1670" cy="481"/>
                </a:xfrm>
              </p:grpSpPr>
              <p:sp>
                <p:nvSpPr>
                  <p:cNvPr id="161893" name="Rectangle 503">
                    <a:extLst>
                      <a:ext uri="{FF2B5EF4-FFF2-40B4-BE49-F238E27FC236}">
                        <a16:creationId xmlns:a16="http://schemas.microsoft.com/office/drawing/2014/main" id="{D6CE539B-A54A-C360-A86A-8E6C6ABEBE92}"/>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894" name="Rectangle 505">
                    <a:extLst>
                      <a:ext uri="{FF2B5EF4-FFF2-40B4-BE49-F238E27FC236}">
                        <a16:creationId xmlns:a16="http://schemas.microsoft.com/office/drawing/2014/main" id="{94E7C46A-E4B2-AF51-ACE9-56779FD4CFC8}"/>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886" name="Group 512">
                <a:extLst>
                  <a:ext uri="{FF2B5EF4-FFF2-40B4-BE49-F238E27FC236}">
                    <a16:creationId xmlns:a16="http://schemas.microsoft.com/office/drawing/2014/main" id="{81D8E418-2E6A-B680-2850-212761683CAF}"/>
                  </a:ext>
                </a:extLst>
              </p:cNvPr>
              <p:cNvGrpSpPr>
                <a:grpSpLocks/>
              </p:cNvGrpSpPr>
              <p:nvPr/>
            </p:nvGrpSpPr>
            <p:grpSpPr bwMode="auto">
              <a:xfrm>
                <a:off x="1670" y="0"/>
                <a:ext cx="1670" cy="481"/>
                <a:chOff x="1670" y="0"/>
                <a:chExt cx="1670" cy="481"/>
              </a:xfrm>
            </p:grpSpPr>
            <p:sp>
              <p:nvSpPr>
                <p:cNvPr id="161887" name="Rectangle 511">
                  <a:extLst>
                    <a:ext uri="{FF2B5EF4-FFF2-40B4-BE49-F238E27FC236}">
                      <a16:creationId xmlns:a16="http://schemas.microsoft.com/office/drawing/2014/main" id="{5485E907-DE1B-398D-A3C8-F5A30E1F23C2}"/>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888" name="Group 510">
                  <a:extLst>
                    <a:ext uri="{FF2B5EF4-FFF2-40B4-BE49-F238E27FC236}">
                      <a16:creationId xmlns:a16="http://schemas.microsoft.com/office/drawing/2014/main" id="{B57569FB-8018-30AD-AF0A-5C7074C05843}"/>
                    </a:ext>
                  </a:extLst>
                </p:cNvPr>
                <p:cNvGrpSpPr>
                  <a:grpSpLocks/>
                </p:cNvGrpSpPr>
                <p:nvPr/>
              </p:nvGrpSpPr>
              <p:grpSpPr bwMode="auto">
                <a:xfrm>
                  <a:off x="1670" y="0"/>
                  <a:ext cx="1670" cy="481"/>
                  <a:chOff x="1670" y="0"/>
                  <a:chExt cx="1670" cy="481"/>
                </a:xfrm>
              </p:grpSpPr>
              <p:sp>
                <p:nvSpPr>
                  <p:cNvPr id="161889" name="Rectangle 504">
                    <a:extLst>
                      <a:ext uri="{FF2B5EF4-FFF2-40B4-BE49-F238E27FC236}">
                        <a16:creationId xmlns:a16="http://schemas.microsoft.com/office/drawing/2014/main" id="{8FD55727-F396-4965-AB55-8D71ECD6FA62}"/>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{1,2,4,5,6,f}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890" name="Rectangle 509">
                    <a:extLst>
                      <a:ext uri="{FF2B5EF4-FFF2-40B4-BE49-F238E27FC236}">
                        <a16:creationId xmlns:a16="http://schemas.microsoft.com/office/drawing/2014/main" id="{F27562A9-3F39-C434-2FD2-8F65CD6F6BEB}"/>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884" name="Rectangle 514">
              <a:extLst>
                <a:ext uri="{FF2B5EF4-FFF2-40B4-BE49-F238E27FC236}">
                  <a16:creationId xmlns:a16="http://schemas.microsoft.com/office/drawing/2014/main" id="{62755EFD-C5B0-17DF-5CBD-3CB0DBA20C42}"/>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sp>
        <p:nvSpPr>
          <p:cNvPr id="37380" name="Rectangle 516">
            <a:extLst>
              <a:ext uri="{FF2B5EF4-FFF2-40B4-BE49-F238E27FC236}">
                <a16:creationId xmlns:a16="http://schemas.microsoft.com/office/drawing/2014/main" id="{5E9E479A-9E85-5AF0-292F-136D0C37CF61}"/>
              </a:ext>
            </a:extLst>
          </p:cNvPr>
          <p:cNvSpPr>
            <a:spLocks noChangeArrowheads="1"/>
          </p:cNvSpPr>
          <p:nvPr/>
        </p:nvSpPr>
        <p:spPr bwMode="auto">
          <a:xfrm>
            <a:off x="2947988" y="6178550"/>
            <a:ext cx="1676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{1,2,3,6,f}</a:t>
            </a:r>
            <a:r>
              <a:rPr lang="en-US" altLang="zh-CN" sz="1100" b="1">
                <a:solidFill>
                  <a:srgbClr val="007A77"/>
                </a:solidFill>
              </a:rPr>
              <a:t> </a:t>
            </a:r>
            <a:endParaRPr lang="en-US" altLang="zh-CN" sz="1800" b="1">
              <a:solidFill>
                <a:srgbClr val="007A77"/>
              </a:solidFill>
            </a:endParaRPr>
          </a:p>
        </p:txBody>
      </p:sp>
      <p:grpSp>
        <p:nvGrpSpPr>
          <p:cNvPr id="78858" name="Group 529">
            <a:extLst>
              <a:ext uri="{FF2B5EF4-FFF2-40B4-BE49-F238E27FC236}">
                <a16:creationId xmlns:a16="http://schemas.microsoft.com/office/drawing/2014/main" id="{EB31E794-DD55-3417-7C02-45571C026492}"/>
              </a:ext>
            </a:extLst>
          </p:cNvPr>
          <p:cNvGrpSpPr>
            <a:grpSpLocks/>
          </p:cNvGrpSpPr>
          <p:nvPr/>
        </p:nvGrpSpPr>
        <p:grpSpPr bwMode="auto">
          <a:xfrm>
            <a:off x="5157788" y="6286500"/>
            <a:ext cx="4648200" cy="457200"/>
            <a:chOff x="-3" y="-3"/>
            <a:chExt cx="3346" cy="487"/>
          </a:xfrm>
        </p:grpSpPr>
        <p:grpSp>
          <p:nvGrpSpPr>
            <p:cNvPr id="161871" name="Group 527">
              <a:extLst>
                <a:ext uri="{FF2B5EF4-FFF2-40B4-BE49-F238E27FC236}">
                  <a16:creationId xmlns:a16="http://schemas.microsoft.com/office/drawing/2014/main" id="{FD6D2DD9-1298-F275-D523-955BC1082DCA}"/>
                </a:ext>
              </a:extLst>
            </p:cNvPr>
            <p:cNvGrpSpPr>
              <a:grpSpLocks/>
            </p:cNvGrpSpPr>
            <p:nvPr/>
          </p:nvGrpSpPr>
          <p:grpSpPr bwMode="auto">
            <a:xfrm>
              <a:off x="0" y="0"/>
              <a:ext cx="3340" cy="481"/>
              <a:chOff x="0" y="0"/>
              <a:chExt cx="3340" cy="481"/>
            </a:xfrm>
          </p:grpSpPr>
          <p:grpSp>
            <p:nvGrpSpPr>
              <p:cNvPr id="161873" name="Group 522">
                <a:extLst>
                  <a:ext uri="{FF2B5EF4-FFF2-40B4-BE49-F238E27FC236}">
                    <a16:creationId xmlns:a16="http://schemas.microsoft.com/office/drawing/2014/main" id="{138CCFF3-C13E-F929-6952-2D25C3EE9168}"/>
                  </a:ext>
                </a:extLst>
              </p:cNvPr>
              <p:cNvGrpSpPr>
                <a:grpSpLocks/>
              </p:cNvGrpSpPr>
              <p:nvPr/>
            </p:nvGrpSpPr>
            <p:grpSpPr bwMode="auto">
              <a:xfrm>
                <a:off x="0" y="0"/>
                <a:ext cx="1670" cy="481"/>
                <a:chOff x="0" y="0"/>
                <a:chExt cx="1670" cy="481"/>
              </a:xfrm>
            </p:grpSpPr>
            <p:sp>
              <p:nvSpPr>
                <p:cNvPr id="161879" name="Rectangle 521">
                  <a:extLst>
                    <a:ext uri="{FF2B5EF4-FFF2-40B4-BE49-F238E27FC236}">
                      <a16:creationId xmlns:a16="http://schemas.microsoft.com/office/drawing/2014/main" id="{32A563E2-2A48-87AC-4F61-23C20C282687}"/>
                    </a:ext>
                  </a:extLst>
                </p:cNvPr>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880" name="Group 520">
                  <a:extLst>
                    <a:ext uri="{FF2B5EF4-FFF2-40B4-BE49-F238E27FC236}">
                      <a16:creationId xmlns:a16="http://schemas.microsoft.com/office/drawing/2014/main" id="{9C4AE150-A920-FAD6-A884-40B1FBB982A1}"/>
                    </a:ext>
                  </a:extLst>
                </p:cNvPr>
                <p:cNvGrpSpPr>
                  <a:grpSpLocks/>
                </p:cNvGrpSpPr>
                <p:nvPr/>
              </p:nvGrpSpPr>
              <p:grpSpPr bwMode="auto">
                <a:xfrm>
                  <a:off x="0" y="0"/>
                  <a:ext cx="1670" cy="481"/>
                  <a:chOff x="0" y="0"/>
                  <a:chExt cx="1670" cy="481"/>
                </a:xfrm>
              </p:grpSpPr>
              <p:sp>
                <p:nvSpPr>
                  <p:cNvPr id="161881" name="Rectangle 517">
                    <a:extLst>
                      <a:ext uri="{FF2B5EF4-FFF2-40B4-BE49-F238E27FC236}">
                        <a16:creationId xmlns:a16="http://schemas.microsoft.com/office/drawing/2014/main" id="{5E5BDAA3-CAD3-519B-005A-D13879F53B3D}"/>
                      </a:ext>
                    </a:extLst>
                  </p:cNvPr>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{1,2,3,5,6,f}</a:t>
                    </a:r>
                    <a:endParaRPr lang="en-US" altLang="zh-CN" sz="1800" b="1">
                      <a:solidFill>
                        <a:srgbClr val="007A77"/>
                      </a:solidFill>
                    </a:endParaRPr>
                  </a:p>
                </p:txBody>
              </p:sp>
              <p:sp>
                <p:nvSpPr>
                  <p:cNvPr id="161882" name="Rectangle 519">
                    <a:extLst>
                      <a:ext uri="{FF2B5EF4-FFF2-40B4-BE49-F238E27FC236}">
                        <a16:creationId xmlns:a16="http://schemas.microsoft.com/office/drawing/2014/main" id="{90B46B09-E5BE-F4DA-1A4C-5E0FD1D7B00A}"/>
                      </a:ext>
                    </a:extLst>
                  </p:cNvPr>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nvGrpSpPr>
              <p:cNvPr id="161874" name="Group 526">
                <a:extLst>
                  <a:ext uri="{FF2B5EF4-FFF2-40B4-BE49-F238E27FC236}">
                    <a16:creationId xmlns:a16="http://schemas.microsoft.com/office/drawing/2014/main" id="{413A2AF4-8038-5DEC-AFDD-6AC9BF7EFD26}"/>
                  </a:ext>
                </a:extLst>
              </p:cNvPr>
              <p:cNvGrpSpPr>
                <a:grpSpLocks/>
              </p:cNvGrpSpPr>
              <p:nvPr/>
            </p:nvGrpSpPr>
            <p:grpSpPr bwMode="auto">
              <a:xfrm>
                <a:off x="1670" y="0"/>
                <a:ext cx="1670" cy="481"/>
                <a:chOff x="1670" y="0"/>
                <a:chExt cx="1670" cy="481"/>
              </a:xfrm>
            </p:grpSpPr>
            <p:sp>
              <p:nvSpPr>
                <p:cNvPr id="161875" name="Rectangle 525">
                  <a:extLst>
                    <a:ext uri="{FF2B5EF4-FFF2-40B4-BE49-F238E27FC236}">
                      <a16:creationId xmlns:a16="http://schemas.microsoft.com/office/drawing/2014/main" id="{F20BB7F2-D14E-43CE-5CB0-57941B776269}"/>
                    </a:ext>
                  </a:extLst>
                </p:cNvPr>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nvGrpSpPr>
                <p:cNvPr id="161876" name="Group 524">
                  <a:extLst>
                    <a:ext uri="{FF2B5EF4-FFF2-40B4-BE49-F238E27FC236}">
                      <a16:creationId xmlns:a16="http://schemas.microsoft.com/office/drawing/2014/main" id="{23B222AD-827E-AB66-1787-631B7D0E6411}"/>
                    </a:ext>
                  </a:extLst>
                </p:cNvPr>
                <p:cNvGrpSpPr>
                  <a:grpSpLocks/>
                </p:cNvGrpSpPr>
                <p:nvPr/>
              </p:nvGrpSpPr>
              <p:grpSpPr bwMode="auto">
                <a:xfrm>
                  <a:off x="1670" y="0"/>
                  <a:ext cx="1670" cy="481"/>
                  <a:chOff x="1670" y="0"/>
                  <a:chExt cx="1670" cy="481"/>
                </a:xfrm>
              </p:grpSpPr>
              <p:sp>
                <p:nvSpPr>
                  <p:cNvPr id="161877" name="Rectangle 518">
                    <a:extLst>
                      <a:ext uri="{FF2B5EF4-FFF2-40B4-BE49-F238E27FC236}">
                        <a16:creationId xmlns:a16="http://schemas.microsoft.com/office/drawing/2014/main" id="{53B63988-0336-485C-57E8-702A44E67FCB}"/>
                      </a:ext>
                    </a:extLst>
                  </p:cNvPr>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ClrTx/>
                      <a:buSzTx/>
                      <a:buNone/>
                    </a:pPr>
                    <a:r>
                      <a:rPr lang="en-US" altLang="zh-CN" sz="2600" b="1">
                        <a:solidFill>
                          <a:srgbClr val="007A77"/>
                        </a:solidFill>
                        <a:latin typeface="Times New Roman" panose="02020603050405020304" pitchFamily="18" charset="0"/>
                        <a:cs typeface="Times New Roman" panose="02020603050405020304" pitchFamily="18" charset="0"/>
                      </a:rPr>
                      <a:t>{1,2,4,6,f}</a:t>
                    </a:r>
                    <a:endParaRPr lang="en-US" altLang="zh-CN" sz="1200" b="1">
                      <a:solidFill>
                        <a:srgbClr val="007A77"/>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SzTx/>
                      <a:buNone/>
                    </a:pPr>
                    <a:endParaRPr lang="en-US" altLang="zh-CN" sz="1800" b="1">
                      <a:solidFill>
                        <a:srgbClr val="007A77"/>
                      </a:solidFill>
                    </a:endParaRPr>
                  </a:p>
                </p:txBody>
              </p:sp>
              <p:sp>
                <p:nvSpPr>
                  <p:cNvPr id="161878" name="Rectangle 523">
                    <a:extLst>
                      <a:ext uri="{FF2B5EF4-FFF2-40B4-BE49-F238E27FC236}">
                        <a16:creationId xmlns:a16="http://schemas.microsoft.com/office/drawing/2014/main" id="{F4FCD758-71DC-C14D-7939-BBED43AB0286}"/>
                      </a:ext>
                    </a:extLst>
                  </p:cNvPr>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grpSp>
        <p:sp>
          <p:nvSpPr>
            <p:cNvPr id="161872" name="Rectangle 528">
              <a:extLst>
                <a:ext uri="{FF2B5EF4-FFF2-40B4-BE49-F238E27FC236}">
                  <a16:creationId xmlns:a16="http://schemas.microsoft.com/office/drawing/2014/main" id="{0F91A80E-6339-2E91-4B4D-2B6C8C5ED2C3}"/>
                </a:ext>
              </a:extLst>
            </p:cNvPr>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78864" name="Group 553">
            <a:extLst>
              <a:ext uri="{FF2B5EF4-FFF2-40B4-BE49-F238E27FC236}">
                <a16:creationId xmlns:a16="http://schemas.microsoft.com/office/drawing/2014/main" id="{9B369156-369C-720F-86CE-0B098701B848}"/>
              </a:ext>
            </a:extLst>
          </p:cNvPr>
          <p:cNvGrpSpPr>
            <a:grpSpLocks/>
          </p:cNvGrpSpPr>
          <p:nvPr/>
        </p:nvGrpSpPr>
        <p:grpSpPr bwMode="auto">
          <a:xfrm>
            <a:off x="2795588" y="3619500"/>
            <a:ext cx="2362200" cy="3124200"/>
            <a:chOff x="-3" y="-3"/>
            <a:chExt cx="1662" cy="3199"/>
          </a:xfrm>
        </p:grpSpPr>
        <p:grpSp>
          <p:nvGrpSpPr>
            <p:cNvPr id="161848" name="Group 551">
              <a:extLst>
                <a:ext uri="{FF2B5EF4-FFF2-40B4-BE49-F238E27FC236}">
                  <a16:creationId xmlns:a16="http://schemas.microsoft.com/office/drawing/2014/main" id="{7383580D-A15C-B492-B937-05AD09E315D0}"/>
                </a:ext>
              </a:extLst>
            </p:cNvPr>
            <p:cNvGrpSpPr>
              <a:grpSpLocks/>
            </p:cNvGrpSpPr>
            <p:nvPr/>
          </p:nvGrpSpPr>
          <p:grpSpPr bwMode="auto">
            <a:xfrm>
              <a:off x="0" y="0"/>
              <a:ext cx="1656" cy="3193"/>
              <a:chOff x="0" y="0"/>
              <a:chExt cx="1656" cy="3193"/>
            </a:xfrm>
          </p:grpSpPr>
          <p:grpSp>
            <p:nvGrpSpPr>
              <p:cNvPr id="161850" name="Group 538">
                <a:extLst>
                  <a:ext uri="{FF2B5EF4-FFF2-40B4-BE49-F238E27FC236}">
                    <a16:creationId xmlns:a16="http://schemas.microsoft.com/office/drawing/2014/main" id="{3880DF87-A66F-F20C-6A89-630C26FD6910}"/>
                  </a:ext>
                </a:extLst>
              </p:cNvPr>
              <p:cNvGrpSpPr>
                <a:grpSpLocks/>
              </p:cNvGrpSpPr>
              <p:nvPr/>
            </p:nvGrpSpPr>
            <p:grpSpPr bwMode="auto">
              <a:xfrm>
                <a:off x="0" y="0"/>
                <a:ext cx="1656" cy="452"/>
                <a:chOff x="0" y="0"/>
                <a:chExt cx="1656" cy="452"/>
              </a:xfrm>
            </p:grpSpPr>
            <p:sp>
              <p:nvSpPr>
                <p:cNvPr id="161869" name="Rectangle 530">
                  <a:extLst>
                    <a:ext uri="{FF2B5EF4-FFF2-40B4-BE49-F238E27FC236}">
                      <a16:creationId xmlns:a16="http://schemas.microsoft.com/office/drawing/2014/main" id="{08CD79CD-E3F2-EDF3-3D8C-A199B135856E}"/>
                    </a:ext>
                  </a:extLst>
                </p:cNvPr>
                <p:cNvSpPr>
                  <a:spLocks noChangeArrowheads="1"/>
                </p:cNvSpPr>
                <p:nvPr/>
              </p:nvSpPr>
              <p:spPr bwMode="auto">
                <a:xfrm>
                  <a:off x="43" y="0"/>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S</a:t>
                  </a:r>
                  <a:endParaRPr lang="en-US" altLang="zh-CN" sz="1800" b="1">
                    <a:solidFill>
                      <a:srgbClr val="007A77"/>
                    </a:solidFill>
                  </a:endParaRPr>
                </a:p>
              </p:txBody>
            </p:sp>
            <p:sp>
              <p:nvSpPr>
                <p:cNvPr id="161870" name="Rectangle 537">
                  <a:extLst>
                    <a:ext uri="{FF2B5EF4-FFF2-40B4-BE49-F238E27FC236}">
                      <a16:creationId xmlns:a16="http://schemas.microsoft.com/office/drawing/2014/main" id="{B425B07A-FE07-C634-A7A5-BC49F2F62B9E}"/>
                    </a:ext>
                  </a:extLst>
                </p:cNvPr>
                <p:cNvSpPr>
                  <a:spLocks noChangeArrowheads="1"/>
                </p:cNvSpPr>
                <p:nvPr/>
              </p:nvSpPr>
              <p:spPr bwMode="auto">
                <a:xfrm>
                  <a:off x="0" y="0"/>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1" name="Group 540">
                <a:extLst>
                  <a:ext uri="{FF2B5EF4-FFF2-40B4-BE49-F238E27FC236}">
                    <a16:creationId xmlns:a16="http://schemas.microsoft.com/office/drawing/2014/main" id="{F1C50799-798F-48BD-AE97-9DAA2E347464}"/>
                  </a:ext>
                </a:extLst>
              </p:cNvPr>
              <p:cNvGrpSpPr>
                <a:grpSpLocks/>
              </p:cNvGrpSpPr>
              <p:nvPr/>
            </p:nvGrpSpPr>
            <p:grpSpPr bwMode="auto">
              <a:xfrm>
                <a:off x="0" y="452"/>
                <a:ext cx="1656" cy="481"/>
                <a:chOff x="0" y="452"/>
                <a:chExt cx="1656" cy="481"/>
              </a:xfrm>
            </p:grpSpPr>
            <p:sp>
              <p:nvSpPr>
                <p:cNvPr id="161867" name="Rectangle 531">
                  <a:extLst>
                    <a:ext uri="{FF2B5EF4-FFF2-40B4-BE49-F238E27FC236}">
                      <a16:creationId xmlns:a16="http://schemas.microsoft.com/office/drawing/2014/main" id="{D20A78D0-3DAC-9B5C-0AA1-B9446D156A10}"/>
                    </a:ext>
                  </a:extLst>
                </p:cNvPr>
                <p:cNvSpPr>
                  <a:spLocks noChangeArrowheads="1"/>
                </p:cNvSpPr>
                <p:nvPr/>
              </p:nvSpPr>
              <p:spPr bwMode="auto">
                <a:xfrm>
                  <a:off x="43" y="452"/>
                  <a:ext cx="1570"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A</a:t>
                  </a:r>
                  <a:endParaRPr lang="en-US" altLang="zh-CN" sz="1800" b="1">
                    <a:solidFill>
                      <a:srgbClr val="007A77"/>
                    </a:solidFill>
                  </a:endParaRPr>
                </a:p>
              </p:txBody>
            </p:sp>
            <p:sp>
              <p:nvSpPr>
                <p:cNvPr id="161868" name="Rectangle 539">
                  <a:extLst>
                    <a:ext uri="{FF2B5EF4-FFF2-40B4-BE49-F238E27FC236}">
                      <a16:creationId xmlns:a16="http://schemas.microsoft.com/office/drawing/2014/main" id="{B801749F-D5B1-ED7E-F29A-7EB07AD05E44}"/>
                    </a:ext>
                  </a:extLst>
                </p:cNvPr>
                <p:cNvSpPr>
                  <a:spLocks noChangeArrowheads="1"/>
                </p:cNvSpPr>
                <p:nvPr/>
              </p:nvSpPr>
              <p:spPr bwMode="auto">
                <a:xfrm>
                  <a:off x="0" y="452"/>
                  <a:ext cx="1656"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2" name="Group 542">
                <a:extLst>
                  <a:ext uri="{FF2B5EF4-FFF2-40B4-BE49-F238E27FC236}">
                    <a16:creationId xmlns:a16="http://schemas.microsoft.com/office/drawing/2014/main" id="{D2C7AD1B-60CB-D919-73D7-378C928481C4}"/>
                  </a:ext>
                </a:extLst>
              </p:cNvPr>
              <p:cNvGrpSpPr>
                <a:grpSpLocks/>
              </p:cNvGrpSpPr>
              <p:nvPr/>
            </p:nvGrpSpPr>
            <p:grpSpPr bwMode="auto">
              <a:xfrm>
                <a:off x="0" y="933"/>
                <a:ext cx="1656" cy="452"/>
                <a:chOff x="0" y="933"/>
                <a:chExt cx="1656" cy="452"/>
              </a:xfrm>
            </p:grpSpPr>
            <p:sp>
              <p:nvSpPr>
                <p:cNvPr id="161865" name="Rectangle 532">
                  <a:extLst>
                    <a:ext uri="{FF2B5EF4-FFF2-40B4-BE49-F238E27FC236}">
                      <a16:creationId xmlns:a16="http://schemas.microsoft.com/office/drawing/2014/main" id="{81B66058-B289-94DF-367D-3B004A44666C}"/>
                    </a:ext>
                  </a:extLst>
                </p:cNvPr>
                <p:cNvSpPr>
                  <a:spLocks noChangeArrowheads="1"/>
                </p:cNvSpPr>
                <p:nvPr/>
              </p:nvSpPr>
              <p:spPr bwMode="auto">
                <a:xfrm>
                  <a:off x="43" y="933"/>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B</a:t>
                  </a:r>
                  <a:endParaRPr lang="en-US" altLang="zh-CN" sz="1800" b="1">
                    <a:solidFill>
                      <a:srgbClr val="007A77"/>
                    </a:solidFill>
                  </a:endParaRPr>
                </a:p>
              </p:txBody>
            </p:sp>
            <p:sp>
              <p:nvSpPr>
                <p:cNvPr id="161866" name="Rectangle 541">
                  <a:extLst>
                    <a:ext uri="{FF2B5EF4-FFF2-40B4-BE49-F238E27FC236}">
                      <a16:creationId xmlns:a16="http://schemas.microsoft.com/office/drawing/2014/main" id="{5C52045A-4E90-5F92-BB29-901F3BE2BBFC}"/>
                    </a:ext>
                  </a:extLst>
                </p:cNvPr>
                <p:cNvSpPr>
                  <a:spLocks noChangeArrowheads="1"/>
                </p:cNvSpPr>
                <p:nvPr/>
              </p:nvSpPr>
              <p:spPr bwMode="auto">
                <a:xfrm>
                  <a:off x="0" y="933"/>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3" name="Group 544">
                <a:extLst>
                  <a:ext uri="{FF2B5EF4-FFF2-40B4-BE49-F238E27FC236}">
                    <a16:creationId xmlns:a16="http://schemas.microsoft.com/office/drawing/2014/main" id="{41BF99C4-17EB-11F8-35B1-9639815B1B7A}"/>
                  </a:ext>
                </a:extLst>
              </p:cNvPr>
              <p:cNvGrpSpPr>
                <a:grpSpLocks/>
              </p:cNvGrpSpPr>
              <p:nvPr/>
            </p:nvGrpSpPr>
            <p:grpSpPr bwMode="auto">
              <a:xfrm>
                <a:off x="0" y="1385"/>
                <a:ext cx="1656" cy="452"/>
                <a:chOff x="0" y="1385"/>
                <a:chExt cx="1656" cy="452"/>
              </a:xfrm>
            </p:grpSpPr>
            <p:sp>
              <p:nvSpPr>
                <p:cNvPr id="161863" name="Rectangle 533">
                  <a:extLst>
                    <a:ext uri="{FF2B5EF4-FFF2-40B4-BE49-F238E27FC236}">
                      <a16:creationId xmlns:a16="http://schemas.microsoft.com/office/drawing/2014/main" id="{844E60A1-5FA4-613A-4CA7-B26D5F5FAB6E}"/>
                    </a:ext>
                  </a:extLst>
                </p:cNvPr>
                <p:cNvSpPr>
                  <a:spLocks noChangeArrowheads="1"/>
                </p:cNvSpPr>
                <p:nvPr/>
              </p:nvSpPr>
              <p:spPr bwMode="auto">
                <a:xfrm>
                  <a:off x="43" y="1385"/>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C</a:t>
                  </a:r>
                  <a:endParaRPr lang="en-US" altLang="zh-CN" sz="1800" b="1">
                    <a:solidFill>
                      <a:srgbClr val="007A77"/>
                    </a:solidFill>
                  </a:endParaRPr>
                </a:p>
              </p:txBody>
            </p:sp>
            <p:sp>
              <p:nvSpPr>
                <p:cNvPr id="161864" name="Rectangle 543">
                  <a:extLst>
                    <a:ext uri="{FF2B5EF4-FFF2-40B4-BE49-F238E27FC236}">
                      <a16:creationId xmlns:a16="http://schemas.microsoft.com/office/drawing/2014/main" id="{AAE4380E-ECC9-C3DA-2CB0-9B66985B7B8A}"/>
                    </a:ext>
                  </a:extLst>
                </p:cNvPr>
                <p:cNvSpPr>
                  <a:spLocks noChangeArrowheads="1"/>
                </p:cNvSpPr>
                <p:nvPr/>
              </p:nvSpPr>
              <p:spPr bwMode="auto">
                <a:xfrm>
                  <a:off x="0" y="1385"/>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4" name="Group 546">
                <a:extLst>
                  <a:ext uri="{FF2B5EF4-FFF2-40B4-BE49-F238E27FC236}">
                    <a16:creationId xmlns:a16="http://schemas.microsoft.com/office/drawing/2014/main" id="{C4FFD6D4-3322-3AA2-3682-EC2290B5010C}"/>
                  </a:ext>
                </a:extLst>
              </p:cNvPr>
              <p:cNvGrpSpPr>
                <a:grpSpLocks/>
              </p:cNvGrpSpPr>
              <p:nvPr/>
            </p:nvGrpSpPr>
            <p:grpSpPr bwMode="auto">
              <a:xfrm>
                <a:off x="0" y="1837"/>
                <a:ext cx="1656" cy="452"/>
                <a:chOff x="0" y="1837"/>
                <a:chExt cx="1656" cy="452"/>
              </a:xfrm>
            </p:grpSpPr>
            <p:sp>
              <p:nvSpPr>
                <p:cNvPr id="161861" name="Rectangle 534">
                  <a:extLst>
                    <a:ext uri="{FF2B5EF4-FFF2-40B4-BE49-F238E27FC236}">
                      <a16:creationId xmlns:a16="http://schemas.microsoft.com/office/drawing/2014/main" id="{4C8FAA84-1529-591F-43A3-23001452D366}"/>
                    </a:ext>
                  </a:extLst>
                </p:cNvPr>
                <p:cNvSpPr>
                  <a:spLocks noChangeArrowheads="1"/>
                </p:cNvSpPr>
                <p:nvPr/>
              </p:nvSpPr>
              <p:spPr bwMode="auto">
                <a:xfrm>
                  <a:off x="43" y="1837"/>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D</a:t>
                  </a:r>
                  <a:endParaRPr lang="en-US" altLang="zh-CN" sz="1800" b="1">
                    <a:solidFill>
                      <a:srgbClr val="007A77"/>
                    </a:solidFill>
                  </a:endParaRPr>
                </a:p>
              </p:txBody>
            </p:sp>
            <p:sp>
              <p:nvSpPr>
                <p:cNvPr id="161862" name="Rectangle 545">
                  <a:extLst>
                    <a:ext uri="{FF2B5EF4-FFF2-40B4-BE49-F238E27FC236}">
                      <a16:creationId xmlns:a16="http://schemas.microsoft.com/office/drawing/2014/main" id="{DB185021-57F5-09BA-512F-2718C60BC8C3}"/>
                    </a:ext>
                  </a:extLst>
                </p:cNvPr>
                <p:cNvSpPr>
                  <a:spLocks noChangeArrowheads="1"/>
                </p:cNvSpPr>
                <p:nvPr/>
              </p:nvSpPr>
              <p:spPr bwMode="auto">
                <a:xfrm>
                  <a:off x="0" y="1837"/>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5" name="Group 548">
                <a:extLst>
                  <a:ext uri="{FF2B5EF4-FFF2-40B4-BE49-F238E27FC236}">
                    <a16:creationId xmlns:a16="http://schemas.microsoft.com/office/drawing/2014/main" id="{C09E665C-D3FD-1F26-0000-C238050A994A}"/>
                  </a:ext>
                </a:extLst>
              </p:cNvPr>
              <p:cNvGrpSpPr>
                <a:grpSpLocks/>
              </p:cNvGrpSpPr>
              <p:nvPr/>
            </p:nvGrpSpPr>
            <p:grpSpPr bwMode="auto">
              <a:xfrm>
                <a:off x="0" y="2289"/>
                <a:ext cx="1656" cy="452"/>
                <a:chOff x="0" y="2289"/>
                <a:chExt cx="1656" cy="452"/>
              </a:xfrm>
            </p:grpSpPr>
            <p:sp>
              <p:nvSpPr>
                <p:cNvPr id="161859" name="Rectangle 535">
                  <a:extLst>
                    <a:ext uri="{FF2B5EF4-FFF2-40B4-BE49-F238E27FC236}">
                      <a16:creationId xmlns:a16="http://schemas.microsoft.com/office/drawing/2014/main" id="{E425137C-9A6D-22E9-F3B1-19BB52DA211F}"/>
                    </a:ext>
                  </a:extLst>
                </p:cNvPr>
                <p:cNvSpPr>
                  <a:spLocks noChangeArrowheads="1"/>
                </p:cNvSpPr>
                <p:nvPr/>
              </p:nvSpPr>
              <p:spPr bwMode="auto">
                <a:xfrm>
                  <a:off x="43" y="2289"/>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E</a:t>
                  </a:r>
                  <a:endParaRPr lang="en-US" altLang="zh-CN" sz="1800" b="1">
                    <a:solidFill>
                      <a:srgbClr val="007A77"/>
                    </a:solidFill>
                  </a:endParaRPr>
                </a:p>
              </p:txBody>
            </p:sp>
            <p:sp>
              <p:nvSpPr>
                <p:cNvPr id="161860" name="Rectangle 547">
                  <a:extLst>
                    <a:ext uri="{FF2B5EF4-FFF2-40B4-BE49-F238E27FC236}">
                      <a16:creationId xmlns:a16="http://schemas.microsoft.com/office/drawing/2014/main" id="{6CDE8D0F-9E94-E308-6DFA-AA6BC270FEEC}"/>
                    </a:ext>
                  </a:extLst>
                </p:cNvPr>
                <p:cNvSpPr>
                  <a:spLocks noChangeArrowheads="1"/>
                </p:cNvSpPr>
                <p:nvPr/>
              </p:nvSpPr>
              <p:spPr bwMode="auto">
                <a:xfrm>
                  <a:off x="0" y="2289"/>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56" name="Group 550">
                <a:extLst>
                  <a:ext uri="{FF2B5EF4-FFF2-40B4-BE49-F238E27FC236}">
                    <a16:creationId xmlns:a16="http://schemas.microsoft.com/office/drawing/2014/main" id="{D97CCC71-ABA4-1CDD-A6D1-96AD3EC7C538}"/>
                  </a:ext>
                </a:extLst>
              </p:cNvPr>
              <p:cNvGrpSpPr>
                <a:grpSpLocks/>
              </p:cNvGrpSpPr>
              <p:nvPr/>
            </p:nvGrpSpPr>
            <p:grpSpPr bwMode="auto">
              <a:xfrm>
                <a:off x="0" y="2741"/>
                <a:ext cx="1656" cy="452"/>
                <a:chOff x="0" y="2741"/>
                <a:chExt cx="1656" cy="452"/>
              </a:xfrm>
            </p:grpSpPr>
            <p:sp>
              <p:nvSpPr>
                <p:cNvPr id="161857" name="Rectangle 536">
                  <a:extLst>
                    <a:ext uri="{FF2B5EF4-FFF2-40B4-BE49-F238E27FC236}">
                      <a16:creationId xmlns:a16="http://schemas.microsoft.com/office/drawing/2014/main" id="{D3D99C69-C62B-AD63-747C-FD2BE569FC90}"/>
                    </a:ext>
                  </a:extLst>
                </p:cNvPr>
                <p:cNvSpPr>
                  <a:spLocks noChangeArrowheads="1"/>
                </p:cNvSpPr>
                <p:nvPr/>
              </p:nvSpPr>
              <p:spPr bwMode="auto">
                <a:xfrm>
                  <a:off x="43" y="2741"/>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r>
                    <a:rPr lang="en-US" altLang="zh-CN" sz="2600" b="1">
                      <a:solidFill>
                        <a:srgbClr val="FF0000"/>
                      </a:solidFill>
                      <a:latin typeface="Times New Roman" panose="02020603050405020304" pitchFamily="18" charset="0"/>
                      <a:cs typeface="Times New Roman" panose="02020603050405020304" pitchFamily="18" charset="0"/>
                    </a:rPr>
                    <a:t>F</a:t>
                  </a:r>
                  <a:endParaRPr lang="en-US" altLang="zh-CN" sz="1800" b="1">
                    <a:solidFill>
                      <a:srgbClr val="007A77"/>
                    </a:solidFill>
                  </a:endParaRPr>
                </a:p>
              </p:txBody>
            </p:sp>
            <p:sp>
              <p:nvSpPr>
                <p:cNvPr id="161858" name="Rectangle 549">
                  <a:extLst>
                    <a:ext uri="{FF2B5EF4-FFF2-40B4-BE49-F238E27FC236}">
                      <a16:creationId xmlns:a16="http://schemas.microsoft.com/office/drawing/2014/main" id="{C9A819D2-FE95-2DE2-D39A-E32C688E85FF}"/>
                    </a:ext>
                  </a:extLst>
                </p:cNvPr>
                <p:cNvSpPr>
                  <a:spLocks noChangeArrowheads="1"/>
                </p:cNvSpPr>
                <p:nvPr/>
              </p:nvSpPr>
              <p:spPr bwMode="auto">
                <a:xfrm>
                  <a:off x="0" y="2741"/>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sp>
          <p:nvSpPr>
            <p:cNvPr id="161849" name="Rectangle 552">
              <a:extLst>
                <a:ext uri="{FF2B5EF4-FFF2-40B4-BE49-F238E27FC236}">
                  <a16:creationId xmlns:a16="http://schemas.microsoft.com/office/drawing/2014/main" id="{069813BE-A3C9-3D24-71FC-C8C99ED2483E}"/>
                </a:ext>
              </a:extLst>
            </p:cNvPr>
            <p:cNvSpPr>
              <a:spLocks noChangeArrowheads="1"/>
            </p:cNvSpPr>
            <p:nvPr/>
          </p:nvSpPr>
          <p:spPr bwMode="auto">
            <a:xfrm>
              <a:off x="-3" y="-3"/>
              <a:ext cx="1662" cy="3199"/>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78873" name="Group 628">
            <a:extLst>
              <a:ext uri="{FF2B5EF4-FFF2-40B4-BE49-F238E27FC236}">
                <a16:creationId xmlns:a16="http://schemas.microsoft.com/office/drawing/2014/main" id="{5E8F0A1F-A32C-E023-28F2-3837F8F2E62A}"/>
              </a:ext>
            </a:extLst>
          </p:cNvPr>
          <p:cNvGrpSpPr>
            <a:grpSpLocks/>
          </p:cNvGrpSpPr>
          <p:nvPr/>
        </p:nvGrpSpPr>
        <p:grpSpPr bwMode="auto">
          <a:xfrm>
            <a:off x="7137399" y="3657601"/>
            <a:ext cx="3074986" cy="3159125"/>
            <a:chOff x="3407" y="2040"/>
            <a:chExt cx="1937" cy="1990"/>
          </a:xfrm>
        </p:grpSpPr>
        <p:sp>
          <p:nvSpPr>
            <p:cNvPr id="161846" name="Text Box 626">
              <a:extLst>
                <a:ext uri="{FF2B5EF4-FFF2-40B4-BE49-F238E27FC236}">
                  <a16:creationId xmlns:a16="http://schemas.microsoft.com/office/drawing/2014/main" id="{99EBE3FC-85AD-0A31-D56C-DF05CFB3AD25}"/>
                </a:ext>
              </a:extLst>
            </p:cNvPr>
            <p:cNvSpPr txBox="1">
              <a:spLocks noChangeArrowheads="1"/>
            </p:cNvSpPr>
            <p:nvPr/>
          </p:nvSpPr>
          <p:spPr bwMode="auto">
            <a:xfrm>
              <a:off x="3407" y="2040"/>
              <a:ext cx="257" cy="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Aft>
                  <a:spcPct val="0"/>
                </a:spcAft>
                <a:buClrTx/>
                <a:buSzTx/>
                <a:buNone/>
              </a:pPr>
              <a:r>
                <a:rPr lang="en-US" altLang="zh-CN" sz="2400" b="1">
                  <a:solidFill>
                    <a:srgbClr val="FF6600"/>
                  </a:solidFill>
                </a:rPr>
                <a:t>A</a:t>
              </a:r>
            </a:p>
            <a:p>
              <a:pPr algn="ctr" fontAlgn="base">
                <a:spcAft>
                  <a:spcPct val="0"/>
                </a:spcAft>
                <a:buClrTx/>
                <a:buSzTx/>
                <a:buNone/>
              </a:pPr>
              <a:r>
                <a:rPr lang="en-US" altLang="zh-CN" sz="2400" b="1">
                  <a:solidFill>
                    <a:srgbClr val="FF6600"/>
                  </a:solidFill>
                </a:rPr>
                <a:t>C</a:t>
              </a:r>
            </a:p>
            <a:p>
              <a:pPr algn="ctr" fontAlgn="base">
                <a:spcAft>
                  <a:spcPct val="0"/>
                </a:spcAft>
                <a:buClrTx/>
                <a:buSzTx/>
                <a:buNone/>
              </a:pPr>
              <a:r>
                <a:rPr lang="en-US" altLang="zh-CN" sz="2400" b="1">
                  <a:solidFill>
                    <a:srgbClr val="FF6600"/>
                  </a:solidFill>
                </a:rPr>
                <a:t>A</a:t>
              </a:r>
            </a:p>
            <a:p>
              <a:pPr algn="ctr" fontAlgn="base">
                <a:spcAft>
                  <a:spcPct val="0"/>
                </a:spcAft>
                <a:buClrTx/>
                <a:buSzTx/>
                <a:buNone/>
              </a:pPr>
              <a:r>
                <a:rPr lang="en-US" altLang="zh-CN" sz="2400" b="1">
                  <a:solidFill>
                    <a:srgbClr val="FF6600"/>
                  </a:solidFill>
                </a:rPr>
                <a:t>C</a:t>
              </a:r>
            </a:p>
            <a:p>
              <a:pPr algn="ctr" fontAlgn="base">
                <a:spcAft>
                  <a:spcPct val="0"/>
                </a:spcAft>
                <a:buClrTx/>
                <a:buSzTx/>
                <a:buNone/>
              </a:pPr>
              <a:r>
                <a:rPr lang="en-US" altLang="zh-CN" sz="2400" b="1">
                  <a:solidFill>
                    <a:srgbClr val="FF6600"/>
                  </a:solidFill>
                </a:rPr>
                <a:t>F</a:t>
              </a:r>
            </a:p>
            <a:p>
              <a:pPr algn="ctr" fontAlgn="base">
                <a:spcAft>
                  <a:spcPct val="0"/>
                </a:spcAft>
                <a:buClrTx/>
                <a:buSzTx/>
                <a:buNone/>
              </a:pPr>
              <a:r>
                <a:rPr lang="en-US" altLang="zh-CN" sz="2400" b="1">
                  <a:solidFill>
                    <a:srgbClr val="FF6600"/>
                  </a:solidFill>
                </a:rPr>
                <a:t>F</a:t>
              </a:r>
            </a:p>
            <a:p>
              <a:pPr algn="ctr" fontAlgn="base">
                <a:spcAft>
                  <a:spcPct val="0"/>
                </a:spcAft>
                <a:buClrTx/>
                <a:buSzTx/>
                <a:buNone/>
              </a:pPr>
              <a:r>
                <a:rPr lang="en-US" altLang="zh-CN" sz="2400" b="1">
                  <a:solidFill>
                    <a:srgbClr val="FF6600"/>
                  </a:solidFill>
                </a:rPr>
                <a:t>C</a:t>
              </a:r>
            </a:p>
          </p:txBody>
        </p:sp>
        <p:sp>
          <p:nvSpPr>
            <p:cNvPr id="161847" name="Text Box 627">
              <a:extLst>
                <a:ext uri="{FF2B5EF4-FFF2-40B4-BE49-F238E27FC236}">
                  <a16:creationId xmlns:a16="http://schemas.microsoft.com/office/drawing/2014/main" id="{4EB69F35-11FE-EB74-303E-CCE14DC813E9}"/>
                </a:ext>
              </a:extLst>
            </p:cNvPr>
            <p:cNvSpPr txBox="1">
              <a:spLocks noChangeArrowheads="1"/>
            </p:cNvSpPr>
            <p:nvPr/>
          </p:nvSpPr>
          <p:spPr bwMode="auto">
            <a:xfrm>
              <a:off x="5087" y="2064"/>
              <a:ext cx="257" cy="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Aft>
                  <a:spcPct val="0"/>
                </a:spcAft>
                <a:buClrTx/>
                <a:buSzTx/>
                <a:buNone/>
              </a:pPr>
              <a:r>
                <a:rPr lang="en-US" altLang="zh-CN" sz="2400" b="1">
                  <a:solidFill>
                    <a:srgbClr val="FF6600"/>
                  </a:solidFill>
                </a:rPr>
                <a:t>B</a:t>
              </a:r>
            </a:p>
            <a:p>
              <a:pPr algn="ctr" fontAlgn="base">
                <a:spcAft>
                  <a:spcPct val="0"/>
                </a:spcAft>
                <a:buClrTx/>
                <a:buSzTx/>
                <a:buNone/>
              </a:pPr>
              <a:r>
                <a:rPr lang="en-US" altLang="zh-CN" sz="2400" b="1">
                  <a:solidFill>
                    <a:srgbClr val="FF6600"/>
                  </a:solidFill>
                </a:rPr>
                <a:t>B</a:t>
              </a:r>
            </a:p>
            <a:p>
              <a:pPr algn="ctr" fontAlgn="base">
                <a:spcAft>
                  <a:spcPct val="0"/>
                </a:spcAft>
                <a:buClrTx/>
                <a:buSzTx/>
                <a:buNone/>
              </a:pPr>
              <a:r>
                <a:rPr lang="en-US" altLang="zh-CN" sz="2400" b="1">
                  <a:solidFill>
                    <a:srgbClr val="FF6600"/>
                  </a:solidFill>
                </a:rPr>
                <a:t>D</a:t>
              </a:r>
            </a:p>
            <a:p>
              <a:pPr algn="ctr" fontAlgn="base">
                <a:spcAft>
                  <a:spcPct val="0"/>
                </a:spcAft>
                <a:buClrTx/>
                <a:buSzTx/>
                <a:buNone/>
              </a:pPr>
              <a:r>
                <a:rPr lang="en-US" altLang="zh-CN" sz="2400" b="1">
                  <a:solidFill>
                    <a:srgbClr val="FF6600"/>
                  </a:solidFill>
                </a:rPr>
                <a:t>E</a:t>
              </a:r>
            </a:p>
            <a:p>
              <a:pPr algn="ctr" fontAlgn="base">
                <a:spcAft>
                  <a:spcPct val="0"/>
                </a:spcAft>
                <a:buClrTx/>
                <a:buSzTx/>
                <a:buNone/>
              </a:pPr>
              <a:r>
                <a:rPr lang="en-US" altLang="zh-CN" sz="2400" b="1">
                  <a:solidFill>
                    <a:srgbClr val="FF6600"/>
                  </a:solidFill>
                </a:rPr>
                <a:t>D</a:t>
              </a:r>
            </a:p>
            <a:p>
              <a:pPr algn="ctr" fontAlgn="base">
                <a:spcAft>
                  <a:spcPct val="0"/>
                </a:spcAft>
                <a:buClrTx/>
                <a:buSzTx/>
                <a:buNone/>
              </a:pPr>
              <a:r>
                <a:rPr lang="en-US" altLang="zh-CN" sz="2400" b="1">
                  <a:solidFill>
                    <a:srgbClr val="FF6600"/>
                  </a:solidFill>
                </a:rPr>
                <a:t>D</a:t>
              </a:r>
            </a:p>
            <a:p>
              <a:pPr algn="ctr" fontAlgn="base">
                <a:spcAft>
                  <a:spcPct val="0"/>
                </a:spcAft>
                <a:buClrTx/>
                <a:buSzTx/>
                <a:buNone/>
              </a:pPr>
              <a:r>
                <a:rPr lang="en-US" altLang="zh-CN" sz="2400" b="1">
                  <a:solidFill>
                    <a:srgbClr val="FF6600"/>
                  </a:solidFill>
                </a:rPr>
                <a:t>E</a:t>
              </a:r>
            </a:p>
          </p:txBody>
        </p:sp>
      </p:grpSp>
      <p:grpSp>
        <p:nvGrpSpPr>
          <p:cNvPr id="161811" name="Group 629">
            <a:extLst>
              <a:ext uri="{FF2B5EF4-FFF2-40B4-BE49-F238E27FC236}">
                <a16:creationId xmlns:a16="http://schemas.microsoft.com/office/drawing/2014/main" id="{4496AD89-7606-421F-5872-C49E837BD9E9}"/>
              </a:ext>
            </a:extLst>
          </p:cNvPr>
          <p:cNvGrpSpPr>
            <a:grpSpLocks/>
          </p:cNvGrpSpPr>
          <p:nvPr/>
        </p:nvGrpSpPr>
        <p:grpSpPr bwMode="auto">
          <a:xfrm>
            <a:off x="2795588" y="3619500"/>
            <a:ext cx="2362200" cy="3124200"/>
            <a:chOff x="-3" y="-3"/>
            <a:chExt cx="1662" cy="3199"/>
          </a:xfrm>
        </p:grpSpPr>
        <p:grpSp>
          <p:nvGrpSpPr>
            <p:cNvPr id="161823" name="Group 630">
              <a:extLst>
                <a:ext uri="{FF2B5EF4-FFF2-40B4-BE49-F238E27FC236}">
                  <a16:creationId xmlns:a16="http://schemas.microsoft.com/office/drawing/2014/main" id="{8251CE58-9A2E-9BB9-501C-9707E62EA36F}"/>
                </a:ext>
              </a:extLst>
            </p:cNvPr>
            <p:cNvGrpSpPr>
              <a:grpSpLocks/>
            </p:cNvGrpSpPr>
            <p:nvPr/>
          </p:nvGrpSpPr>
          <p:grpSpPr bwMode="auto">
            <a:xfrm>
              <a:off x="0" y="0"/>
              <a:ext cx="1656" cy="3193"/>
              <a:chOff x="0" y="0"/>
              <a:chExt cx="1656" cy="3193"/>
            </a:xfrm>
          </p:grpSpPr>
          <p:grpSp>
            <p:nvGrpSpPr>
              <p:cNvPr id="161825" name="Group 631">
                <a:extLst>
                  <a:ext uri="{FF2B5EF4-FFF2-40B4-BE49-F238E27FC236}">
                    <a16:creationId xmlns:a16="http://schemas.microsoft.com/office/drawing/2014/main" id="{CF327598-A25B-1682-27E4-D7074B8FD334}"/>
                  </a:ext>
                </a:extLst>
              </p:cNvPr>
              <p:cNvGrpSpPr>
                <a:grpSpLocks/>
              </p:cNvGrpSpPr>
              <p:nvPr/>
            </p:nvGrpSpPr>
            <p:grpSpPr bwMode="auto">
              <a:xfrm>
                <a:off x="0" y="0"/>
                <a:ext cx="1656" cy="452"/>
                <a:chOff x="0" y="0"/>
                <a:chExt cx="1656" cy="452"/>
              </a:xfrm>
            </p:grpSpPr>
            <p:sp>
              <p:nvSpPr>
                <p:cNvPr id="161844" name="Rectangle 632">
                  <a:extLst>
                    <a:ext uri="{FF2B5EF4-FFF2-40B4-BE49-F238E27FC236}">
                      <a16:creationId xmlns:a16="http://schemas.microsoft.com/office/drawing/2014/main" id="{29CE8FC7-ED8B-A9A0-D0F0-3B1A72DB2293}"/>
                    </a:ext>
                  </a:extLst>
                </p:cNvPr>
                <p:cNvSpPr>
                  <a:spLocks noChangeArrowheads="1"/>
                </p:cNvSpPr>
                <p:nvPr/>
              </p:nvSpPr>
              <p:spPr bwMode="auto">
                <a:xfrm>
                  <a:off x="43" y="0"/>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45" name="Rectangle 633">
                  <a:extLst>
                    <a:ext uri="{FF2B5EF4-FFF2-40B4-BE49-F238E27FC236}">
                      <a16:creationId xmlns:a16="http://schemas.microsoft.com/office/drawing/2014/main" id="{64D6514E-711C-0362-DBFE-44A098BE5EE1}"/>
                    </a:ext>
                  </a:extLst>
                </p:cNvPr>
                <p:cNvSpPr>
                  <a:spLocks noChangeArrowheads="1"/>
                </p:cNvSpPr>
                <p:nvPr/>
              </p:nvSpPr>
              <p:spPr bwMode="auto">
                <a:xfrm>
                  <a:off x="0" y="0"/>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26" name="Group 634">
                <a:extLst>
                  <a:ext uri="{FF2B5EF4-FFF2-40B4-BE49-F238E27FC236}">
                    <a16:creationId xmlns:a16="http://schemas.microsoft.com/office/drawing/2014/main" id="{A2726B32-1220-F392-FFD9-A7FC017DA4BB}"/>
                  </a:ext>
                </a:extLst>
              </p:cNvPr>
              <p:cNvGrpSpPr>
                <a:grpSpLocks/>
              </p:cNvGrpSpPr>
              <p:nvPr/>
            </p:nvGrpSpPr>
            <p:grpSpPr bwMode="auto">
              <a:xfrm>
                <a:off x="0" y="452"/>
                <a:ext cx="1656" cy="481"/>
                <a:chOff x="0" y="452"/>
                <a:chExt cx="1656" cy="481"/>
              </a:xfrm>
            </p:grpSpPr>
            <p:sp>
              <p:nvSpPr>
                <p:cNvPr id="161842" name="Rectangle 635">
                  <a:extLst>
                    <a:ext uri="{FF2B5EF4-FFF2-40B4-BE49-F238E27FC236}">
                      <a16:creationId xmlns:a16="http://schemas.microsoft.com/office/drawing/2014/main" id="{3EAB0F97-4E26-316C-3C9E-021F173AE1C8}"/>
                    </a:ext>
                  </a:extLst>
                </p:cNvPr>
                <p:cNvSpPr>
                  <a:spLocks noChangeArrowheads="1"/>
                </p:cNvSpPr>
                <p:nvPr/>
              </p:nvSpPr>
              <p:spPr bwMode="auto">
                <a:xfrm>
                  <a:off x="43" y="452"/>
                  <a:ext cx="1570"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43" name="Rectangle 636">
                  <a:extLst>
                    <a:ext uri="{FF2B5EF4-FFF2-40B4-BE49-F238E27FC236}">
                      <a16:creationId xmlns:a16="http://schemas.microsoft.com/office/drawing/2014/main" id="{070790C6-08CC-99D5-C895-740E3D130954}"/>
                    </a:ext>
                  </a:extLst>
                </p:cNvPr>
                <p:cNvSpPr>
                  <a:spLocks noChangeArrowheads="1"/>
                </p:cNvSpPr>
                <p:nvPr/>
              </p:nvSpPr>
              <p:spPr bwMode="auto">
                <a:xfrm>
                  <a:off x="0" y="452"/>
                  <a:ext cx="1656"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27" name="Group 637">
                <a:extLst>
                  <a:ext uri="{FF2B5EF4-FFF2-40B4-BE49-F238E27FC236}">
                    <a16:creationId xmlns:a16="http://schemas.microsoft.com/office/drawing/2014/main" id="{E9FC7DB0-FC45-377D-096E-5A628D5358FA}"/>
                  </a:ext>
                </a:extLst>
              </p:cNvPr>
              <p:cNvGrpSpPr>
                <a:grpSpLocks/>
              </p:cNvGrpSpPr>
              <p:nvPr/>
            </p:nvGrpSpPr>
            <p:grpSpPr bwMode="auto">
              <a:xfrm>
                <a:off x="0" y="933"/>
                <a:ext cx="1656" cy="452"/>
                <a:chOff x="0" y="933"/>
                <a:chExt cx="1656" cy="452"/>
              </a:xfrm>
            </p:grpSpPr>
            <p:sp>
              <p:nvSpPr>
                <p:cNvPr id="161840" name="Rectangle 638">
                  <a:extLst>
                    <a:ext uri="{FF2B5EF4-FFF2-40B4-BE49-F238E27FC236}">
                      <a16:creationId xmlns:a16="http://schemas.microsoft.com/office/drawing/2014/main" id="{F12ED4A5-F5A0-B963-5616-CDF3D55ABDC4}"/>
                    </a:ext>
                  </a:extLst>
                </p:cNvPr>
                <p:cNvSpPr>
                  <a:spLocks noChangeArrowheads="1"/>
                </p:cNvSpPr>
                <p:nvPr/>
              </p:nvSpPr>
              <p:spPr bwMode="auto">
                <a:xfrm>
                  <a:off x="43" y="933"/>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41" name="Rectangle 639">
                  <a:extLst>
                    <a:ext uri="{FF2B5EF4-FFF2-40B4-BE49-F238E27FC236}">
                      <a16:creationId xmlns:a16="http://schemas.microsoft.com/office/drawing/2014/main" id="{0C76F5B6-1FC5-610E-8D5D-64ECE3E5A5F9}"/>
                    </a:ext>
                  </a:extLst>
                </p:cNvPr>
                <p:cNvSpPr>
                  <a:spLocks noChangeArrowheads="1"/>
                </p:cNvSpPr>
                <p:nvPr/>
              </p:nvSpPr>
              <p:spPr bwMode="auto">
                <a:xfrm>
                  <a:off x="0" y="933"/>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28" name="Group 640">
                <a:extLst>
                  <a:ext uri="{FF2B5EF4-FFF2-40B4-BE49-F238E27FC236}">
                    <a16:creationId xmlns:a16="http://schemas.microsoft.com/office/drawing/2014/main" id="{0DD2FF34-F5D5-40C2-641A-DC5B36D074C3}"/>
                  </a:ext>
                </a:extLst>
              </p:cNvPr>
              <p:cNvGrpSpPr>
                <a:grpSpLocks/>
              </p:cNvGrpSpPr>
              <p:nvPr/>
            </p:nvGrpSpPr>
            <p:grpSpPr bwMode="auto">
              <a:xfrm>
                <a:off x="0" y="1385"/>
                <a:ext cx="1656" cy="452"/>
                <a:chOff x="0" y="1385"/>
                <a:chExt cx="1656" cy="452"/>
              </a:xfrm>
            </p:grpSpPr>
            <p:sp>
              <p:nvSpPr>
                <p:cNvPr id="161838" name="Rectangle 641">
                  <a:extLst>
                    <a:ext uri="{FF2B5EF4-FFF2-40B4-BE49-F238E27FC236}">
                      <a16:creationId xmlns:a16="http://schemas.microsoft.com/office/drawing/2014/main" id="{CE16A2BD-D709-54A3-3053-306BCF838A21}"/>
                    </a:ext>
                  </a:extLst>
                </p:cNvPr>
                <p:cNvSpPr>
                  <a:spLocks noChangeArrowheads="1"/>
                </p:cNvSpPr>
                <p:nvPr/>
              </p:nvSpPr>
              <p:spPr bwMode="auto">
                <a:xfrm>
                  <a:off x="43" y="1385"/>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39" name="Rectangle 642">
                  <a:extLst>
                    <a:ext uri="{FF2B5EF4-FFF2-40B4-BE49-F238E27FC236}">
                      <a16:creationId xmlns:a16="http://schemas.microsoft.com/office/drawing/2014/main" id="{5B25A03C-54D4-9227-2E85-13EA7350BD8A}"/>
                    </a:ext>
                  </a:extLst>
                </p:cNvPr>
                <p:cNvSpPr>
                  <a:spLocks noChangeArrowheads="1"/>
                </p:cNvSpPr>
                <p:nvPr/>
              </p:nvSpPr>
              <p:spPr bwMode="auto">
                <a:xfrm>
                  <a:off x="0" y="1385"/>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29" name="Group 643">
                <a:extLst>
                  <a:ext uri="{FF2B5EF4-FFF2-40B4-BE49-F238E27FC236}">
                    <a16:creationId xmlns:a16="http://schemas.microsoft.com/office/drawing/2014/main" id="{5FA7E81E-64D2-171E-C9DD-9F1A63B56B10}"/>
                  </a:ext>
                </a:extLst>
              </p:cNvPr>
              <p:cNvGrpSpPr>
                <a:grpSpLocks/>
              </p:cNvGrpSpPr>
              <p:nvPr/>
            </p:nvGrpSpPr>
            <p:grpSpPr bwMode="auto">
              <a:xfrm>
                <a:off x="0" y="1837"/>
                <a:ext cx="1656" cy="452"/>
                <a:chOff x="0" y="1837"/>
                <a:chExt cx="1656" cy="452"/>
              </a:xfrm>
            </p:grpSpPr>
            <p:sp>
              <p:nvSpPr>
                <p:cNvPr id="161836" name="Rectangle 644">
                  <a:extLst>
                    <a:ext uri="{FF2B5EF4-FFF2-40B4-BE49-F238E27FC236}">
                      <a16:creationId xmlns:a16="http://schemas.microsoft.com/office/drawing/2014/main" id="{4ABADCD9-655B-44DD-4BAC-9EF775A86625}"/>
                    </a:ext>
                  </a:extLst>
                </p:cNvPr>
                <p:cNvSpPr>
                  <a:spLocks noChangeArrowheads="1"/>
                </p:cNvSpPr>
                <p:nvPr/>
              </p:nvSpPr>
              <p:spPr bwMode="auto">
                <a:xfrm>
                  <a:off x="43" y="1837"/>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37" name="Rectangle 645">
                  <a:extLst>
                    <a:ext uri="{FF2B5EF4-FFF2-40B4-BE49-F238E27FC236}">
                      <a16:creationId xmlns:a16="http://schemas.microsoft.com/office/drawing/2014/main" id="{72FA657B-0275-D813-4B05-1695D4CA2A97}"/>
                    </a:ext>
                  </a:extLst>
                </p:cNvPr>
                <p:cNvSpPr>
                  <a:spLocks noChangeArrowheads="1"/>
                </p:cNvSpPr>
                <p:nvPr/>
              </p:nvSpPr>
              <p:spPr bwMode="auto">
                <a:xfrm>
                  <a:off x="0" y="1837"/>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30" name="Group 646">
                <a:extLst>
                  <a:ext uri="{FF2B5EF4-FFF2-40B4-BE49-F238E27FC236}">
                    <a16:creationId xmlns:a16="http://schemas.microsoft.com/office/drawing/2014/main" id="{3216E84A-BDCC-D322-2BFD-F3C9934A5AFF}"/>
                  </a:ext>
                </a:extLst>
              </p:cNvPr>
              <p:cNvGrpSpPr>
                <a:grpSpLocks/>
              </p:cNvGrpSpPr>
              <p:nvPr/>
            </p:nvGrpSpPr>
            <p:grpSpPr bwMode="auto">
              <a:xfrm>
                <a:off x="0" y="2289"/>
                <a:ext cx="1656" cy="452"/>
                <a:chOff x="0" y="2289"/>
                <a:chExt cx="1656" cy="452"/>
              </a:xfrm>
            </p:grpSpPr>
            <p:sp>
              <p:nvSpPr>
                <p:cNvPr id="161834" name="Rectangle 647">
                  <a:extLst>
                    <a:ext uri="{FF2B5EF4-FFF2-40B4-BE49-F238E27FC236}">
                      <a16:creationId xmlns:a16="http://schemas.microsoft.com/office/drawing/2014/main" id="{B2015A45-ADC9-BADE-305E-82CE5CFF42B6}"/>
                    </a:ext>
                  </a:extLst>
                </p:cNvPr>
                <p:cNvSpPr>
                  <a:spLocks noChangeArrowheads="1"/>
                </p:cNvSpPr>
                <p:nvPr/>
              </p:nvSpPr>
              <p:spPr bwMode="auto">
                <a:xfrm>
                  <a:off x="43" y="2289"/>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35" name="Rectangle 648">
                  <a:extLst>
                    <a:ext uri="{FF2B5EF4-FFF2-40B4-BE49-F238E27FC236}">
                      <a16:creationId xmlns:a16="http://schemas.microsoft.com/office/drawing/2014/main" id="{A1755D16-8D52-FB30-5EB0-266738707FEE}"/>
                    </a:ext>
                  </a:extLst>
                </p:cNvPr>
                <p:cNvSpPr>
                  <a:spLocks noChangeArrowheads="1"/>
                </p:cNvSpPr>
                <p:nvPr/>
              </p:nvSpPr>
              <p:spPr bwMode="auto">
                <a:xfrm>
                  <a:off x="0" y="2289"/>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nvGrpSpPr>
              <p:cNvPr id="161831" name="Group 649">
                <a:extLst>
                  <a:ext uri="{FF2B5EF4-FFF2-40B4-BE49-F238E27FC236}">
                    <a16:creationId xmlns:a16="http://schemas.microsoft.com/office/drawing/2014/main" id="{08ED10E2-D23A-E72B-6491-E24E442CB156}"/>
                  </a:ext>
                </a:extLst>
              </p:cNvPr>
              <p:cNvGrpSpPr>
                <a:grpSpLocks/>
              </p:cNvGrpSpPr>
              <p:nvPr/>
            </p:nvGrpSpPr>
            <p:grpSpPr bwMode="auto">
              <a:xfrm>
                <a:off x="0" y="2741"/>
                <a:ext cx="1656" cy="452"/>
                <a:chOff x="0" y="2741"/>
                <a:chExt cx="1656" cy="452"/>
              </a:xfrm>
            </p:grpSpPr>
            <p:sp>
              <p:nvSpPr>
                <p:cNvPr id="161832" name="Rectangle 650">
                  <a:extLst>
                    <a:ext uri="{FF2B5EF4-FFF2-40B4-BE49-F238E27FC236}">
                      <a16:creationId xmlns:a16="http://schemas.microsoft.com/office/drawing/2014/main" id="{9935674A-55AA-0757-1DE5-49AF2161E8A6}"/>
                    </a:ext>
                  </a:extLst>
                </p:cNvPr>
                <p:cNvSpPr>
                  <a:spLocks noChangeArrowheads="1"/>
                </p:cNvSpPr>
                <p:nvPr/>
              </p:nvSpPr>
              <p:spPr bwMode="auto">
                <a:xfrm>
                  <a:off x="43" y="2741"/>
                  <a:ext cx="1570"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buNone/>
                  </a:pPr>
                  <a:endParaRPr lang="zh-CN" altLang="zh-CN" sz="1800" b="1">
                    <a:solidFill>
                      <a:srgbClr val="007A77"/>
                    </a:solidFill>
                  </a:endParaRPr>
                </a:p>
              </p:txBody>
            </p:sp>
            <p:sp>
              <p:nvSpPr>
                <p:cNvPr id="161833" name="Rectangle 651">
                  <a:extLst>
                    <a:ext uri="{FF2B5EF4-FFF2-40B4-BE49-F238E27FC236}">
                      <a16:creationId xmlns:a16="http://schemas.microsoft.com/office/drawing/2014/main" id="{36F3363C-CC67-75EA-47C7-71848A69C5E1}"/>
                    </a:ext>
                  </a:extLst>
                </p:cNvPr>
                <p:cNvSpPr>
                  <a:spLocks noChangeArrowheads="1"/>
                </p:cNvSpPr>
                <p:nvPr/>
              </p:nvSpPr>
              <p:spPr bwMode="auto">
                <a:xfrm>
                  <a:off x="0" y="2741"/>
                  <a:ext cx="1656" cy="4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pSp>
        <p:sp>
          <p:nvSpPr>
            <p:cNvPr id="161824" name="Rectangle 652">
              <a:extLst>
                <a:ext uri="{FF2B5EF4-FFF2-40B4-BE49-F238E27FC236}">
                  <a16:creationId xmlns:a16="http://schemas.microsoft.com/office/drawing/2014/main" id="{8A7A0D36-E1F7-81DB-4FB4-273213DB8250}"/>
                </a:ext>
              </a:extLst>
            </p:cNvPr>
            <p:cNvSpPr>
              <a:spLocks noChangeArrowheads="1"/>
            </p:cNvSpPr>
            <p:nvPr/>
          </p:nvSpPr>
          <p:spPr bwMode="auto">
            <a:xfrm>
              <a:off x="-3" y="-3"/>
              <a:ext cx="1662" cy="3199"/>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grpSp>
      <p:graphicFrame>
        <p:nvGraphicFramePr>
          <p:cNvPr id="37529" name="Group 665">
            <a:extLst>
              <a:ext uri="{FF2B5EF4-FFF2-40B4-BE49-F238E27FC236}">
                <a16:creationId xmlns:a16="http://schemas.microsoft.com/office/drawing/2014/main" id="{3DE7D4C8-5A78-2730-5E28-F7A6FC005A03}"/>
              </a:ext>
            </a:extLst>
          </p:cNvPr>
          <p:cNvGraphicFramePr>
            <a:graphicFrameLocks noGrp="1"/>
          </p:cNvGraphicFramePr>
          <p:nvPr/>
        </p:nvGraphicFramePr>
        <p:xfrm>
          <a:off x="2795588" y="3086101"/>
          <a:ext cx="7010400" cy="517602"/>
        </p:xfrm>
        <a:graphic>
          <a:graphicData uri="http://schemas.openxmlformats.org/drawingml/2006/table">
            <a:tbl>
              <a:tblPr/>
              <a:tblGrid>
                <a:gridCol w="2386012">
                  <a:extLst>
                    <a:ext uri="{9D8B030D-6E8A-4147-A177-3AD203B41FA5}">
                      <a16:colId xmlns:a16="http://schemas.microsoft.com/office/drawing/2014/main" val="20000"/>
                    </a:ext>
                  </a:extLst>
                </a:gridCol>
                <a:gridCol w="2287588">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tblGrid>
              <a:tr h="517525">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I</a:t>
                      </a:r>
                    </a:p>
                  </a:txBody>
                  <a:tcPr marT="45441" marB="454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I</a:t>
                      </a:r>
                      <a:r>
                        <a:rPr kumimoji="0"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a</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800" b="0" i="0" u="none" strike="noStrike" cap="none" normalizeH="0" baseline="-25000" dirty="0" err="1">
                          <a:ln>
                            <a:noFill/>
                          </a:ln>
                          <a:solidFill>
                            <a:schemeClr val="tx1"/>
                          </a:solidFill>
                          <a:effectLst/>
                          <a:latin typeface="Arial" panose="020B0604020202020204" pitchFamily="34" charset="0"/>
                          <a:ea typeface="宋体" panose="02010600030101010101" pitchFamily="2" charset="-122"/>
                        </a:rPr>
                        <a:t>b</a:t>
                      </a:r>
                      <a:endParaRPr kumimoji="0" lang="en-US" altLang="zh-CN" sz="28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45441" marB="454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1822" name="标题 1">
            <a:extLst>
              <a:ext uri="{FF2B5EF4-FFF2-40B4-BE49-F238E27FC236}">
                <a16:creationId xmlns:a16="http://schemas.microsoft.com/office/drawing/2014/main" id="{3F30909D-90D2-C585-65C4-A2331C5764E2}"/>
              </a:ext>
            </a:extLst>
          </p:cNvPr>
          <p:cNvSpPr>
            <a:spLocks noGrp="1" noChangeArrowheads="1"/>
          </p:cNvSpPr>
          <p:nvPr>
            <p:ph type="title"/>
          </p:nvPr>
        </p:nvSpPr>
        <p:spPr>
          <a:xfrm>
            <a:off x="1825625" y="-60325"/>
            <a:ext cx="8540750" cy="1143000"/>
          </a:xfrm>
        </p:spPr>
        <p:txBody>
          <a:bodyPr/>
          <a:lstStyle/>
          <a:p>
            <a:pPr algn="l"/>
            <a:r>
              <a:rPr lang="zh-CN" altLang="en-US" sz="3600"/>
              <a:t>例，对下面的</a:t>
            </a:r>
            <a:r>
              <a:rPr lang="en-US" altLang="zh-CN" sz="3600"/>
              <a:t>NFA</a:t>
            </a:r>
            <a:r>
              <a:rPr lang="zh-CN" altLang="zh-CN" sz="3600"/>
              <a:t>确定化</a:t>
            </a:r>
            <a:endParaRPr lang="zh-CN" altLang="en-US" sz="36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72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73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73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733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735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2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3736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885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3738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885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7886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78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96" grpId="0" autoUpdateAnimBg="0"/>
      <p:bldP spid="37310" grpId="0" autoUpdateAnimBg="0"/>
      <p:bldP spid="37324" grpId="0" autoUpdateAnimBg="0"/>
      <p:bldP spid="37338" grpId="0" autoUpdateAnimBg="0"/>
      <p:bldP spid="37352" grpId="0" autoUpdateAnimBg="0"/>
      <p:bldP spid="37366" grpId="0" autoUpdateAnimBg="0"/>
      <p:bldP spid="37380"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08C0ED99-24B4-12A7-0ED0-5298E5F4E10D}"/>
              </a:ext>
            </a:extLst>
          </p:cNvPr>
          <p:cNvSpPr>
            <a:spLocks noGrp="1" noChangeArrowheads="1"/>
          </p:cNvSpPr>
          <p:nvPr>
            <p:ph type="title"/>
          </p:nvPr>
        </p:nvSpPr>
        <p:spPr/>
        <p:txBody>
          <a:bodyPr/>
          <a:lstStyle/>
          <a:p>
            <a:pPr eaLnBrk="1" hangingPunct="1"/>
            <a:r>
              <a:rPr lang="zh-CN" altLang="en-US"/>
              <a:t>等价的</a:t>
            </a:r>
            <a:r>
              <a:rPr lang="en-US" altLang="zh-CN"/>
              <a:t>DFA</a:t>
            </a:r>
          </a:p>
        </p:txBody>
      </p:sp>
      <p:sp>
        <p:nvSpPr>
          <p:cNvPr id="163843" name="Rectangle 3">
            <a:extLst>
              <a:ext uri="{FF2B5EF4-FFF2-40B4-BE49-F238E27FC236}">
                <a16:creationId xmlns:a16="http://schemas.microsoft.com/office/drawing/2014/main" id="{76DDB7BB-2F9A-1819-0E62-48C64B9879E1}"/>
              </a:ext>
            </a:extLst>
          </p:cNvPr>
          <p:cNvSpPr>
            <a:spLocks noGrp="1" noChangeArrowheads="1"/>
          </p:cNvSpPr>
          <p:nvPr>
            <p:ph type="body" idx="1"/>
          </p:nvPr>
        </p:nvSpPr>
        <p:spPr>
          <a:xfrm>
            <a:off x="1981200" y="1600200"/>
            <a:ext cx="8229600" cy="914400"/>
          </a:xfrm>
        </p:spPr>
        <p:txBody>
          <a:bodyPr/>
          <a:lstStyle/>
          <a:p>
            <a:pPr eaLnBrk="1" hangingPunct="1"/>
            <a:endParaRPr lang="zh-CN" altLang="zh-CN"/>
          </a:p>
        </p:txBody>
      </p:sp>
      <p:grpSp>
        <p:nvGrpSpPr>
          <p:cNvPr id="163844" name="Group 4">
            <a:extLst>
              <a:ext uri="{FF2B5EF4-FFF2-40B4-BE49-F238E27FC236}">
                <a16:creationId xmlns:a16="http://schemas.microsoft.com/office/drawing/2014/main" id="{7371E773-27EA-B1A3-F957-FD82E3A0297C}"/>
              </a:ext>
            </a:extLst>
          </p:cNvPr>
          <p:cNvGrpSpPr>
            <a:grpSpLocks/>
          </p:cNvGrpSpPr>
          <p:nvPr/>
        </p:nvGrpSpPr>
        <p:grpSpPr bwMode="auto">
          <a:xfrm>
            <a:off x="2514601" y="1751014"/>
            <a:ext cx="7585075" cy="3967163"/>
            <a:chOff x="624" y="1103"/>
            <a:chExt cx="4778" cy="2499"/>
          </a:xfrm>
        </p:grpSpPr>
        <p:sp>
          <p:nvSpPr>
            <p:cNvPr id="163845" name="Text Box 5">
              <a:extLst>
                <a:ext uri="{FF2B5EF4-FFF2-40B4-BE49-F238E27FC236}">
                  <a16:creationId xmlns:a16="http://schemas.microsoft.com/office/drawing/2014/main" id="{84B13F16-F187-B8C9-DD75-C1D8F07CF2FB}"/>
                </a:ext>
              </a:extLst>
            </p:cNvPr>
            <p:cNvSpPr txBox="1">
              <a:spLocks noChangeArrowheads="1"/>
            </p:cNvSpPr>
            <p:nvPr/>
          </p:nvSpPr>
          <p:spPr bwMode="auto">
            <a:xfrm>
              <a:off x="3402" y="110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grpSp>
          <p:nvGrpSpPr>
            <p:cNvPr id="163846" name="Group 6">
              <a:extLst>
                <a:ext uri="{FF2B5EF4-FFF2-40B4-BE49-F238E27FC236}">
                  <a16:creationId xmlns:a16="http://schemas.microsoft.com/office/drawing/2014/main" id="{CB408EBE-C64A-8DC8-512E-73EF26EF4E56}"/>
                </a:ext>
              </a:extLst>
            </p:cNvPr>
            <p:cNvGrpSpPr>
              <a:grpSpLocks/>
            </p:cNvGrpSpPr>
            <p:nvPr/>
          </p:nvGrpSpPr>
          <p:grpSpPr bwMode="auto">
            <a:xfrm>
              <a:off x="864" y="1535"/>
              <a:ext cx="4538" cy="2067"/>
              <a:chOff x="864" y="1535"/>
              <a:chExt cx="4538" cy="2067"/>
            </a:xfrm>
          </p:grpSpPr>
          <p:grpSp>
            <p:nvGrpSpPr>
              <p:cNvPr id="163856" name="Group 7">
                <a:extLst>
                  <a:ext uri="{FF2B5EF4-FFF2-40B4-BE49-F238E27FC236}">
                    <a16:creationId xmlns:a16="http://schemas.microsoft.com/office/drawing/2014/main" id="{99E4D333-2703-F3D1-523D-F2B2D09B7BFC}"/>
                  </a:ext>
                </a:extLst>
              </p:cNvPr>
              <p:cNvGrpSpPr>
                <a:grpSpLocks/>
              </p:cNvGrpSpPr>
              <p:nvPr/>
            </p:nvGrpSpPr>
            <p:grpSpPr bwMode="auto">
              <a:xfrm>
                <a:off x="3264" y="1536"/>
                <a:ext cx="432" cy="432"/>
                <a:chOff x="4320" y="2160"/>
                <a:chExt cx="432" cy="432"/>
              </a:xfrm>
            </p:grpSpPr>
            <p:sp>
              <p:nvSpPr>
                <p:cNvPr id="163892" name="Oval 8">
                  <a:extLst>
                    <a:ext uri="{FF2B5EF4-FFF2-40B4-BE49-F238E27FC236}">
                      <a16:creationId xmlns:a16="http://schemas.microsoft.com/office/drawing/2014/main" id="{659B7932-03C5-0473-3EE8-7FBEC314659F}"/>
                    </a:ext>
                  </a:extLst>
                </p:cNvPr>
                <p:cNvSpPr>
                  <a:spLocks noChangeArrowheads="1"/>
                </p:cNvSpPr>
                <p:nvPr/>
              </p:nvSpPr>
              <p:spPr bwMode="auto">
                <a:xfrm>
                  <a:off x="4320" y="2160"/>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93" name="Oval 9">
                  <a:extLst>
                    <a:ext uri="{FF2B5EF4-FFF2-40B4-BE49-F238E27FC236}">
                      <a16:creationId xmlns:a16="http://schemas.microsoft.com/office/drawing/2014/main" id="{76340E27-E067-A460-7C9E-74AD840036C9}"/>
                    </a:ext>
                  </a:extLst>
                </p:cNvPr>
                <p:cNvSpPr>
                  <a:spLocks noChangeArrowheads="1"/>
                </p:cNvSpPr>
                <p:nvPr/>
              </p:nvSpPr>
              <p:spPr bwMode="auto">
                <a:xfrm>
                  <a:off x="4368" y="2208"/>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C</a:t>
                  </a:r>
                </a:p>
              </p:txBody>
            </p:sp>
          </p:grpSp>
          <p:grpSp>
            <p:nvGrpSpPr>
              <p:cNvPr id="163857" name="Group 10">
                <a:extLst>
                  <a:ext uri="{FF2B5EF4-FFF2-40B4-BE49-F238E27FC236}">
                    <a16:creationId xmlns:a16="http://schemas.microsoft.com/office/drawing/2014/main" id="{CAB3F839-BD3C-54A6-B33B-AA1C1C25145C}"/>
                  </a:ext>
                </a:extLst>
              </p:cNvPr>
              <p:cNvGrpSpPr>
                <a:grpSpLocks/>
              </p:cNvGrpSpPr>
              <p:nvPr/>
            </p:nvGrpSpPr>
            <p:grpSpPr bwMode="auto">
              <a:xfrm>
                <a:off x="3264" y="2784"/>
                <a:ext cx="432" cy="432"/>
                <a:chOff x="3456" y="2688"/>
                <a:chExt cx="432" cy="432"/>
              </a:xfrm>
            </p:grpSpPr>
            <p:sp>
              <p:nvSpPr>
                <p:cNvPr id="163890" name="Oval 11">
                  <a:extLst>
                    <a:ext uri="{FF2B5EF4-FFF2-40B4-BE49-F238E27FC236}">
                      <a16:creationId xmlns:a16="http://schemas.microsoft.com/office/drawing/2014/main" id="{7842839D-D9C8-6B71-E962-6AAF2753787A}"/>
                    </a:ext>
                  </a:extLst>
                </p:cNvPr>
                <p:cNvSpPr>
                  <a:spLocks noChangeArrowheads="1"/>
                </p:cNvSpPr>
                <p:nvPr/>
              </p:nvSpPr>
              <p:spPr bwMode="auto">
                <a:xfrm>
                  <a:off x="3456"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91" name="Oval 12">
                  <a:extLst>
                    <a:ext uri="{FF2B5EF4-FFF2-40B4-BE49-F238E27FC236}">
                      <a16:creationId xmlns:a16="http://schemas.microsoft.com/office/drawing/2014/main" id="{7D902F0F-2292-423C-8C5C-F5D3B6BA64BA}"/>
                    </a:ext>
                  </a:extLst>
                </p:cNvPr>
                <p:cNvSpPr>
                  <a:spLocks noChangeArrowheads="1"/>
                </p:cNvSpPr>
                <p:nvPr/>
              </p:nvSpPr>
              <p:spPr bwMode="auto">
                <a:xfrm>
                  <a:off x="3504"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D</a:t>
                  </a:r>
                </a:p>
              </p:txBody>
            </p:sp>
          </p:grpSp>
          <p:sp>
            <p:nvSpPr>
              <p:cNvPr id="163858" name="Oval 13">
                <a:extLst>
                  <a:ext uri="{FF2B5EF4-FFF2-40B4-BE49-F238E27FC236}">
                    <a16:creationId xmlns:a16="http://schemas.microsoft.com/office/drawing/2014/main" id="{E00FD750-F602-AE81-C1C1-9B36FDCADEB3}"/>
                  </a:ext>
                </a:extLst>
              </p:cNvPr>
              <p:cNvSpPr>
                <a:spLocks noChangeArrowheads="1"/>
              </p:cNvSpPr>
              <p:nvPr/>
            </p:nvSpPr>
            <p:spPr bwMode="auto">
              <a:xfrm>
                <a:off x="1872" y="2784"/>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59" name="Oval 14">
                <a:extLst>
                  <a:ext uri="{FF2B5EF4-FFF2-40B4-BE49-F238E27FC236}">
                    <a16:creationId xmlns:a16="http://schemas.microsoft.com/office/drawing/2014/main" id="{CBC54A39-129B-B236-0EC2-7CA0A97183A1}"/>
                  </a:ext>
                </a:extLst>
              </p:cNvPr>
              <p:cNvSpPr>
                <a:spLocks noChangeArrowheads="1"/>
              </p:cNvSpPr>
              <p:nvPr/>
            </p:nvSpPr>
            <p:spPr bwMode="auto">
              <a:xfrm>
                <a:off x="1872" y="153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grpSp>
            <p:nvGrpSpPr>
              <p:cNvPr id="163860" name="Group 15">
                <a:extLst>
                  <a:ext uri="{FF2B5EF4-FFF2-40B4-BE49-F238E27FC236}">
                    <a16:creationId xmlns:a16="http://schemas.microsoft.com/office/drawing/2014/main" id="{95DCE522-1F19-FC74-399A-C1F041061455}"/>
                  </a:ext>
                </a:extLst>
              </p:cNvPr>
              <p:cNvGrpSpPr>
                <a:grpSpLocks/>
              </p:cNvGrpSpPr>
              <p:nvPr/>
            </p:nvGrpSpPr>
            <p:grpSpPr bwMode="auto">
              <a:xfrm>
                <a:off x="4608" y="1536"/>
                <a:ext cx="432" cy="432"/>
                <a:chOff x="3120" y="1536"/>
                <a:chExt cx="432" cy="432"/>
              </a:xfrm>
            </p:grpSpPr>
            <p:sp>
              <p:nvSpPr>
                <p:cNvPr id="163888" name="Oval 16">
                  <a:extLst>
                    <a:ext uri="{FF2B5EF4-FFF2-40B4-BE49-F238E27FC236}">
                      <a16:creationId xmlns:a16="http://schemas.microsoft.com/office/drawing/2014/main" id="{64EE96EB-370C-58F9-7A88-6424A8E17943}"/>
                    </a:ext>
                  </a:extLst>
                </p:cNvPr>
                <p:cNvSpPr>
                  <a:spLocks noChangeArrowheads="1"/>
                </p:cNvSpPr>
                <p:nvPr/>
              </p:nvSpPr>
              <p:spPr bwMode="auto">
                <a:xfrm>
                  <a:off x="3120" y="153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89" name="Oval 17">
                  <a:extLst>
                    <a:ext uri="{FF2B5EF4-FFF2-40B4-BE49-F238E27FC236}">
                      <a16:creationId xmlns:a16="http://schemas.microsoft.com/office/drawing/2014/main" id="{E2A11461-76DB-8143-D5E7-B27670E7F8D9}"/>
                    </a:ext>
                  </a:extLst>
                </p:cNvPr>
                <p:cNvSpPr>
                  <a:spLocks noChangeArrowheads="1"/>
                </p:cNvSpPr>
                <p:nvPr/>
              </p:nvSpPr>
              <p:spPr bwMode="auto">
                <a:xfrm>
                  <a:off x="3168" y="158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E</a:t>
                  </a:r>
                </a:p>
              </p:txBody>
            </p:sp>
          </p:grpSp>
          <p:grpSp>
            <p:nvGrpSpPr>
              <p:cNvPr id="163861" name="Group 18">
                <a:extLst>
                  <a:ext uri="{FF2B5EF4-FFF2-40B4-BE49-F238E27FC236}">
                    <a16:creationId xmlns:a16="http://schemas.microsoft.com/office/drawing/2014/main" id="{FBFC0779-14C9-5072-9D68-EFE141AEF810}"/>
                  </a:ext>
                </a:extLst>
              </p:cNvPr>
              <p:cNvGrpSpPr>
                <a:grpSpLocks/>
              </p:cNvGrpSpPr>
              <p:nvPr/>
            </p:nvGrpSpPr>
            <p:grpSpPr bwMode="auto">
              <a:xfrm>
                <a:off x="4608" y="2784"/>
                <a:ext cx="432" cy="432"/>
                <a:chOff x="4224" y="2688"/>
                <a:chExt cx="432" cy="432"/>
              </a:xfrm>
            </p:grpSpPr>
            <p:sp>
              <p:nvSpPr>
                <p:cNvPr id="163886" name="Oval 19">
                  <a:extLst>
                    <a:ext uri="{FF2B5EF4-FFF2-40B4-BE49-F238E27FC236}">
                      <a16:creationId xmlns:a16="http://schemas.microsoft.com/office/drawing/2014/main" id="{48C72DCD-C7C9-9CD1-F78A-1AC159911A23}"/>
                    </a:ext>
                  </a:extLst>
                </p:cNvPr>
                <p:cNvSpPr>
                  <a:spLocks noChangeArrowheads="1"/>
                </p:cNvSpPr>
                <p:nvPr/>
              </p:nvSpPr>
              <p:spPr bwMode="auto">
                <a:xfrm>
                  <a:off x="4224"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87" name="Oval 20">
                  <a:extLst>
                    <a:ext uri="{FF2B5EF4-FFF2-40B4-BE49-F238E27FC236}">
                      <a16:creationId xmlns:a16="http://schemas.microsoft.com/office/drawing/2014/main" id="{BD9B6C05-4576-F009-AD5A-A575361559D9}"/>
                    </a:ext>
                  </a:extLst>
                </p:cNvPr>
                <p:cNvSpPr>
                  <a:spLocks noChangeArrowheads="1"/>
                </p:cNvSpPr>
                <p:nvPr/>
              </p:nvSpPr>
              <p:spPr bwMode="auto">
                <a:xfrm>
                  <a:off x="4272"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F</a:t>
                  </a:r>
                </a:p>
              </p:txBody>
            </p:sp>
          </p:grpSp>
          <p:sp>
            <p:nvSpPr>
              <p:cNvPr id="163862" name="Oval 21">
                <a:extLst>
                  <a:ext uri="{FF2B5EF4-FFF2-40B4-BE49-F238E27FC236}">
                    <a16:creationId xmlns:a16="http://schemas.microsoft.com/office/drawing/2014/main" id="{BDCBD2E8-2930-F8E1-1247-2FB83016B920}"/>
                  </a:ext>
                </a:extLst>
              </p:cNvPr>
              <p:cNvSpPr>
                <a:spLocks noChangeArrowheads="1"/>
              </p:cNvSpPr>
              <p:nvPr/>
            </p:nvSpPr>
            <p:spPr bwMode="auto">
              <a:xfrm>
                <a:off x="864" y="220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S</a:t>
                </a:r>
              </a:p>
            </p:txBody>
          </p:sp>
          <p:cxnSp>
            <p:nvCxnSpPr>
              <p:cNvPr id="163863" name="AutoShape 22">
                <a:extLst>
                  <a:ext uri="{FF2B5EF4-FFF2-40B4-BE49-F238E27FC236}">
                    <a16:creationId xmlns:a16="http://schemas.microsoft.com/office/drawing/2014/main" id="{CBF16101-2FF0-30AE-D8AB-B9D594BE818C}"/>
                  </a:ext>
                </a:extLst>
              </p:cNvPr>
              <p:cNvCxnSpPr>
                <a:cxnSpLocks noChangeShapeType="1"/>
                <a:stCxn id="163862" idx="0"/>
                <a:endCxn id="163859" idx="2"/>
              </p:cNvCxnSpPr>
              <p:nvPr/>
            </p:nvCxnSpPr>
            <p:spPr bwMode="auto">
              <a:xfrm rot="-5400000">
                <a:off x="1248" y="1584"/>
                <a:ext cx="456" cy="79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4" name="AutoShape 23">
                <a:extLst>
                  <a:ext uri="{FF2B5EF4-FFF2-40B4-BE49-F238E27FC236}">
                    <a16:creationId xmlns:a16="http://schemas.microsoft.com/office/drawing/2014/main" id="{15F7232A-4045-A9BF-C44E-D743DC11CC8C}"/>
                  </a:ext>
                </a:extLst>
              </p:cNvPr>
              <p:cNvCxnSpPr>
                <a:cxnSpLocks noChangeShapeType="1"/>
                <a:stCxn id="163862" idx="4"/>
                <a:endCxn id="163858" idx="2"/>
              </p:cNvCxnSpPr>
              <p:nvPr/>
            </p:nvCxnSpPr>
            <p:spPr bwMode="auto">
              <a:xfrm rot="16200000" flipH="1">
                <a:off x="1296" y="2424"/>
                <a:ext cx="360" cy="79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5" name="AutoShape 24">
                <a:extLst>
                  <a:ext uri="{FF2B5EF4-FFF2-40B4-BE49-F238E27FC236}">
                    <a16:creationId xmlns:a16="http://schemas.microsoft.com/office/drawing/2014/main" id="{F623C40A-4A87-DBB8-84A7-0F8BB07E61F5}"/>
                  </a:ext>
                </a:extLst>
              </p:cNvPr>
              <p:cNvCxnSpPr>
                <a:cxnSpLocks noChangeShapeType="1"/>
                <a:stCxn id="163858" idx="7"/>
                <a:endCxn id="163859" idx="5"/>
              </p:cNvCxnSpPr>
              <p:nvPr/>
            </p:nvCxnSpPr>
            <p:spPr bwMode="auto">
              <a:xfrm rot="-5400000">
                <a:off x="1770" y="2376"/>
                <a:ext cx="9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6" name="AutoShape 25">
                <a:extLst>
                  <a:ext uri="{FF2B5EF4-FFF2-40B4-BE49-F238E27FC236}">
                    <a16:creationId xmlns:a16="http://schemas.microsoft.com/office/drawing/2014/main" id="{62A5DBC1-DC9B-2DF4-1A08-8DAF3E4605B1}"/>
                  </a:ext>
                </a:extLst>
              </p:cNvPr>
              <p:cNvCxnSpPr>
                <a:cxnSpLocks noChangeShapeType="1"/>
                <a:stCxn id="163859" idx="3"/>
                <a:endCxn id="163858" idx="1"/>
              </p:cNvCxnSpPr>
              <p:nvPr/>
            </p:nvCxnSpPr>
            <p:spPr bwMode="auto">
              <a:xfrm rot="5400000">
                <a:off x="1464" y="2376"/>
                <a:ext cx="9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7" name="AutoShape 26">
                <a:extLst>
                  <a:ext uri="{FF2B5EF4-FFF2-40B4-BE49-F238E27FC236}">
                    <a16:creationId xmlns:a16="http://schemas.microsoft.com/office/drawing/2014/main" id="{2969F122-36FE-30E0-FD76-33DE8624FE91}"/>
                  </a:ext>
                </a:extLst>
              </p:cNvPr>
              <p:cNvCxnSpPr>
                <a:cxnSpLocks noChangeShapeType="1"/>
                <a:stCxn id="163859" idx="6"/>
                <a:endCxn id="163892" idx="2"/>
              </p:cNvCxnSpPr>
              <p:nvPr/>
            </p:nvCxnSpPr>
            <p:spPr bwMode="auto">
              <a:xfrm>
                <a:off x="2304" y="1752"/>
                <a:ext cx="96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8" name="AutoShape 27">
                <a:extLst>
                  <a:ext uri="{FF2B5EF4-FFF2-40B4-BE49-F238E27FC236}">
                    <a16:creationId xmlns:a16="http://schemas.microsoft.com/office/drawing/2014/main" id="{46DD20D9-90D2-953D-025A-01725FF7B500}"/>
                  </a:ext>
                </a:extLst>
              </p:cNvPr>
              <p:cNvCxnSpPr>
                <a:cxnSpLocks noChangeShapeType="1"/>
                <a:stCxn id="163858" idx="6"/>
                <a:endCxn id="163890" idx="2"/>
              </p:cNvCxnSpPr>
              <p:nvPr/>
            </p:nvCxnSpPr>
            <p:spPr bwMode="auto">
              <a:xfrm>
                <a:off x="2304" y="3000"/>
                <a:ext cx="96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69" name="AutoShape 28">
                <a:extLst>
                  <a:ext uri="{FF2B5EF4-FFF2-40B4-BE49-F238E27FC236}">
                    <a16:creationId xmlns:a16="http://schemas.microsoft.com/office/drawing/2014/main" id="{471859D5-9F36-444C-D4DC-350E4E60A735}"/>
                  </a:ext>
                </a:extLst>
              </p:cNvPr>
              <p:cNvCxnSpPr>
                <a:cxnSpLocks noChangeShapeType="1"/>
                <a:stCxn id="163890" idx="6"/>
                <a:endCxn id="163886" idx="2"/>
              </p:cNvCxnSpPr>
              <p:nvPr/>
            </p:nvCxnSpPr>
            <p:spPr bwMode="auto">
              <a:xfrm>
                <a:off x="3696" y="3000"/>
                <a:ext cx="9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70" name="AutoShape 29">
                <a:extLst>
                  <a:ext uri="{FF2B5EF4-FFF2-40B4-BE49-F238E27FC236}">
                    <a16:creationId xmlns:a16="http://schemas.microsoft.com/office/drawing/2014/main" id="{9129E3FD-BE40-6B1D-5DB9-10D9C87DE0B6}"/>
                  </a:ext>
                </a:extLst>
              </p:cNvPr>
              <p:cNvCxnSpPr>
                <a:cxnSpLocks noChangeShapeType="1"/>
                <a:stCxn id="163892" idx="6"/>
                <a:endCxn id="163888" idx="2"/>
              </p:cNvCxnSpPr>
              <p:nvPr/>
            </p:nvCxnSpPr>
            <p:spPr bwMode="auto">
              <a:xfrm>
                <a:off x="3696" y="1752"/>
                <a:ext cx="9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71" name="AutoShape 30">
                <a:extLst>
                  <a:ext uri="{FF2B5EF4-FFF2-40B4-BE49-F238E27FC236}">
                    <a16:creationId xmlns:a16="http://schemas.microsoft.com/office/drawing/2014/main" id="{C3B3B6AF-2ECB-4E38-879C-1940B960C8F4}"/>
                  </a:ext>
                </a:extLst>
              </p:cNvPr>
              <p:cNvCxnSpPr>
                <a:cxnSpLocks noChangeShapeType="1"/>
                <a:stCxn id="163888" idx="4"/>
                <a:endCxn id="163886" idx="0"/>
              </p:cNvCxnSpPr>
              <p:nvPr/>
            </p:nvCxnSpPr>
            <p:spPr bwMode="auto">
              <a:xfrm rot="5400000">
                <a:off x="4416" y="2376"/>
                <a:ext cx="81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72" name="AutoShape 31">
                <a:extLst>
                  <a:ext uri="{FF2B5EF4-FFF2-40B4-BE49-F238E27FC236}">
                    <a16:creationId xmlns:a16="http://schemas.microsoft.com/office/drawing/2014/main" id="{5B83F1DB-4259-5C22-1A34-C38EBBC48D18}"/>
                  </a:ext>
                </a:extLst>
              </p:cNvPr>
              <p:cNvCxnSpPr>
                <a:cxnSpLocks noChangeShapeType="1"/>
                <a:stCxn id="163886" idx="6"/>
                <a:endCxn id="163888" idx="6"/>
              </p:cNvCxnSpPr>
              <p:nvPr/>
            </p:nvCxnSpPr>
            <p:spPr bwMode="auto">
              <a:xfrm flipV="1">
                <a:off x="5040" y="1752"/>
                <a:ext cx="1" cy="1248"/>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73" name="AutoShape 32">
                <a:extLst>
                  <a:ext uri="{FF2B5EF4-FFF2-40B4-BE49-F238E27FC236}">
                    <a16:creationId xmlns:a16="http://schemas.microsoft.com/office/drawing/2014/main" id="{C479A372-E093-5153-0A73-4B7520E59404}"/>
                  </a:ext>
                </a:extLst>
              </p:cNvPr>
              <p:cNvCxnSpPr>
                <a:cxnSpLocks noChangeShapeType="1"/>
                <a:stCxn id="163892" idx="1"/>
                <a:endCxn id="163893" idx="7"/>
              </p:cNvCxnSpPr>
              <p:nvPr/>
            </p:nvCxnSpPr>
            <p:spPr bwMode="auto">
              <a:xfrm rot="5400000" flipV="1">
                <a:off x="3446" y="1480"/>
                <a:ext cx="34" cy="272"/>
              </a:xfrm>
              <a:prstGeom prst="curvedConnector3">
                <a:avLst>
                  <a:gd name="adj1" fmla="val -60882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874" name="AutoShape 33">
                <a:extLst>
                  <a:ext uri="{FF2B5EF4-FFF2-40B4-BE49-F238E27FC236}">
                    <a16:creationId xmlns:a16="http://schemas.microsoft.com/office/drawing/2014/main" id="{6035B3BF-522A-4806-752B-3C1CC973E07D}"/>
                  </a:ext>
                </a:extLst>
              </p:cNvPr>
              <p:cNvCxnSpPr>
                <a:cxnSpLocks noChangeShapeType="1"/>
                <a:stCxn id="163890" idx="3"/>
                <a:endCxn id="163890" idx="5"/>
              </p:cNvCxnSpPr>
              <p:nvPr/>
            </p:nvCxnSpPr>
            <p:spPr bwMode="auto">
              <a:xfrm rot="16200000" flipH="1">
                <a:off x="3479" y="3001"/>
                <a:ext cx="1" cy="306"/>
              </a:xfrm>
              <a:prstGeom prst="curvedConnector3">
                <a:avLst>
                  <a:gd name="adj1" fmla="val 207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3875" name="Text Box 34">
                <a:extLst>
                  <a:ext uri="{FF2B5EF4-FFF2-40B4-BE49-F238E27FC236}">
                    <a16:creationId xmlns:a16="http://schemas.microsoft.com/office/drawing/2014/main" id="{A983EA63-E261-38BB-504D-40FACA5D22D5}"/>
                  </a:ext>
                </a:extLst>
              </p:cNvPr>
              <p:cNvSpPr txBox="1">
                <a:spLocks noChangeArrowheads="1"/>
              </p:cNvSpPr>
              <p:nvPr/>
            </p:nvSpPr>
            <p:spPr bwMode="auto">
              <a:xfrm>
                <a:off x="5178" y="2303"/>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76" name="Text Box 35">
                <a:extLst>
                  <a:ext uri="{FF2B5EF4-FFF2-40B4-BE49-F238E27FC236}">
                    <a16:creationId xmlns:a16="http://schemas.microsoft.com/office/drawing/2014/main" id="{92C74852-8B40-F387-957A-6BDA6B64A8A4}"/>
                  </a:ext>
                </a:extLst>
              </p:cNvPr>
              <p:cNvSpPr txBox="1">
                <a:spLocks noChangeArrowheads="1"/>
              </p:cNvSpPr>
              <p:nvPr/>
            </p:nvSpPr>
            <p:spPr bwMode="auto">
              <a:xfrm>
                <a:off x="1194" y="1631"/>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77" name="Text Box 36">
                <a:extLst>
                  <a:ext uri="{FF2B5EF4-FFF2-40B4-BE49-F238E27FC236}">
                    <a16:creationId xmlns:a16="http://schemas.microsoft.com/office/drawing/2014/main" id="{F6B03881-CD46-7BB1-D0F2-915BEBDFE7A2}"/>
                  </a:ext>
                </a:extLst>
              </p:cNvPr>
              <p:cNvSpPr txBox="1">
                <a:spLocks noChangeArrowheads="1"/>
              </p:cNvSpPr>
              <p:nvPr/>
            </p:nvSpPr>
            <p:spPr bwMode="auto">
              <a:xfrm>
                <a:off x="2202" y="225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78" name="Text Box 37">
                <a:extLst>
                  <a:ext uri="{FF2B5EF4-FFF2-40B4-BE49-F238E27FC236}">
                    <a16:creationId xmlns:a16="http://schemas.microsoft.com/office/drawing/2014/main" id="{DA38C57D-E0C0-C9AC-B43B-7706E5C43759}"/>
                  </a:ext>
                </a:extLst>
              </p:cNvPr>
              <p:cNvSpPr txBox="1">
                <a:spLocks noChangeArrowheads="1"/>
              </p:cNvSpPr>
              <p:nvPr/>
            </p:nvSpPr>
            <p:spPr bwMode="auto">
              <a:xfrm>
                <a:off x="2730" y="153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79" name="Text Box 38">
                <a:extLst>
                  <a:ext uri="{FF2B5EF4-FFF2-40B4-BE49-F238E27FC236}">
                    <a16:creationId xmlns:a16="http://schemas.microsoft.com/office/drawing/2014/main" id="{059CC988-5F80-E16E-AE03-22F286D7EB71}"/>
                  </a:ext>
                </a:extLst>
              </p:cNvPr>
              <p:cNvSpPr txBox="1">
                <a:spLocks noChangeArrowheads="1"/>
              </p:cNvSpPr>
              <p:nvPr/>
            </p:nvSpPr>
            <p:spPr bwMode="auto">
              <a:xfrm>
                <a:off x="4650" y="225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80" name="Text Box 39">
                <a:extLst>
                  <a:ext uri="{FF2B5EF4-FFF2-40B4-BE49-F238E27FC236}">
                    <a16:creationId xmlns:a16="http://schemas.microsoft.com/office/drawing/2014/main" id="{A343EABE-371C-DE63-3530-56214DF0F252}"/>
                  </a:ext>
                </a:extLst>
              </p:cNvPr>
              <p:cNvSpPr txBox="1">
                <a:spLocks noChangeArrowheads="1"/>
              </p:cNvSpPr>
              <p:nvPr/>
            </p:nvSpPr>
            <p:spPr bwMode="auto">
              <a:xfrm>
                <a:off x="4170" y="2927"/>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81" name="Text Box 40">
                <a:extLst>
                  <a:ext uri="{FF2B5EF4-FFF2-40B4-BE49-F238E27FC236}">
                    <a16:creationId xmlns:a16="http://schemas.microsoft.com/office/drawing/2014/main" id="{87EED994-FEA4-F824-132E-2BD5DA59196A}"/>
                  </a:ext>
                </a:extLst>
              </p:cNvPr>
              <p:cNvSpPr txBox="1">
                <a:spLocks noChangeArrowheads="1"/>
              </p:cNvSpPr>
              <p:nvPr/>
            </p:nvSpPr>
            <p:spPr bwMode="auto">
              <a:xfrm>
                <a:off x="1338" y="2879"/>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82" name="Text Box 41">
                <a:extLst>
                  <a:ext uri="{FF2B5EF4-FFF2-40B4-BE49-F238E27FC236}">
                    <a16:creationId xmlns:a16="http://schemas.microsoft.com/office/drawing/2014/main" id="{46280751-2FF4-C11C-EA78-DCCC4215B8F8}"/>
                  </a:ext>
                </a:extLst>
              </p:cNvPr>
              <p:cNvSpPr txBox="1">
                <a:spLocks noChangeArrowheads="1"/>
              </p:cNvSpPr>
              <p:nvPr/>
            </p:nvSpPr>
            <p:spPr bwMode="auto">
              <a:xfrm>
                <a:off x="1722" y="2303"/>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83" name="Text Box 42">
                <a:extLst>
                  <a:ext uri="{FF2B5EF4-FFF2-40B4-BE49-F238E27FC236}">
                    <a16:creationId xmlns:a16="http://schemas.microsoft.com/office/drawing/2014/main" id="{DC579097-D64B-74D7-B60C-D479183F00CE}"/>
                  </a:ext>
                </a:extLst>
              </p:cNvPr>
              <p:cNvSpPr txBox="1">
                <a:spLocks noChangeArrowheads="1"/>
              </p:cNvSpPr>
              <p:nvPr/>
            </p:nvSpPr>
            <p:spPr bwMode="auto">
              <a:xfrm>
                <a:off x="2778" y="297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84" name="Text Box 43">
                <a:extLst>
                  <a:ext uri="{FF2B5EF4-FFF2-40B4-BE49-F238E27FC236}">
                    <a16:creationId xmlns:a16="http://schemas.microsoft.com/office/drawing/2014/main" id="{351C5542-952A-427D-D625-D685B75F63C6}"/>
                  </a:ext>
                </a:extLst>
              </p:cNvPr>
              <p:cNvSpPr txBox="1">
                <a:spLocks noChangeArrowheads="1"/>
              </p:cNvSpPr>
              <p:nvPr/>
            </p:nvSpPr>
            <p:spPr bwMode="auto">
              <a:xfrm>
                <a:off x="4074" y="153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sp>
            <p:nvSpPr>
              <p:cNvPr id="163885" name="Text Box 44">
                <a:extLst>
                  <a:ext uri="{FF2B5EF4-FFF2-40B4-BE49-F238E27FC236}">
                    <a16:creationId xmlns:a16="http://schemas.microsoft.com/office/drawing/2014/main" id="{DF7E32E6-C4BC-B43B-708B-6E54C98DEEB2}"/>
                  </a:ext>
                </a:extLst>
              </p:cNvPr>
              <p:cNvSpPr txBox="1">
                <a:spLocks noChangeArrowheads="1"/>
              </p:cNvSpPr>
              <p:nvPr/>
            </p:nvSpPr>
            <p:spPr bwMode="auto">
              <a:xfrm>
                <a:off x="3402" y="3311"/>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grpSp>
        <p:sp>
          <p:nvSpPr>
            <p:cNvPr id="163847" name="AutoShape 45">
              <a:extLst>
                <a:ext uri="{FF2B5EF4-FFF2-40B4-BE49-F238E27FC236}">
                  <a16:creationId xmlns:a16="http://schemas.microsoft.com/office/drawing/2014/main" id="{A395900F-A5C8-9538-AD94-6729983823A7}"/>
                </a:ext>
              </a:extLst>
            </p:cNvPr>
            <p:cNvSpPr>
              <a:spLocks noChangeArrowheads="1"/>
            </p:cNvSpPr>
            <p:nvPr/>
          </p:nvSpPr>
          <p:spPr bwMode="auto">
            <a:xfrm>
              <a:off x="720" y="2400"/>
              <a:ext cx="48" cy="48"/>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48" name="AutoShape 46">
              <a:extLst>
                <a:ext uri="{FF2B5EF4-FFF2-40B4-BE49-F238E27FC236}">
                  <a16:creationId xmlns:a16="http://schemas.microsoft.com/office/drawing/2014/main" id="{7E33DA66-E1F6-7358-17F0-0EDDAAF9E5BC}"/>
                </a:ext>
              </a:extLst>
            </p:cNvPr>
            <p:cNvSpPr>
              <a:spLocks noChangeArrowheads="1"/>
            </p:cNvSpPr>
            <p:nvPr/>
          </p:nvSpPr>
          <p:spPr bwMode="auto">
            <a:xfrm>
              <a:off x="624" y="2315"/>
              <a:ext cx="262" cy="240"/>
            </a:xfrm>
            <a:prstGeom prst="rightArrow">
              <a:avLst>
                <a:gd name="adj1" fmla="val 50000"/>
                <a:gd name="adj2" fmla="val 27292"/>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cxnSp>
          <p:nvCxnSpPr>
            <p:cNvPr id="163849" name="AutoShape 47">
              <a:extLst>
                <a:ext uri="{FF2B5EF4-FFF2-40B4-BE49-F238E27FC236}">
                  <a16:creationId xmlns:a16="http://schemas.microsoft.com/office/drawing/2014/main" id="{CB0DF46C-B514-9545-823A-8CC63A4E8C33}"/>
                </a:ext>
              </a:extLst>
            </p:cNvPr>
            <p:cNvCxnSpPr>
              <a:cxnSpLocks noChangeShapeType="1"/>
              <a:stCxn id="163887" idx="1"/>
              <a:endCxn id="163893" idx="5"/>
            </p:cNvCxnSpPr>
            <p:nvPr/>
          </p:nvCxnSpPr>
          <p:spPr bwMode="auto">
            <a:xfrm flipH="1" flipV="1">
              <a:off x="3599" y="1871"/>
              <a:ext cx="1106" cy="1010"/>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63850" name="AutoShape 48">
              <a:extLst>
                <a:ext uri="{FF2B5EF4-FFF2-40B4-BE49-F238E27FC236}">
                  <a16:creationId xmlns:a16="http://schemas.microsoft.com/office/drawing/2014/main" id="{E12D28B1-E9C5-F16B-16EF-5E03A57342A4}"/>
                </a:ext>
              </a:extLst>
            </p:cNvPr>
            <p:cNvCxnSpPr>
              <a:cxnSpLocks noChangeShapeType="1"/>
            </p:cNvCxnSpPr>
            <p:nvPr/>
          </p:nvCxnSpPr>
          <p:spPr bwMode="auto">
            <a:xfrm flipH="1">
              <a:off x="3600" y="1872"/>
              <a:ext cx="1106" cy="1010"/>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63851" name="Text Box 49">
              <a:extLst>
                <a:ext uri="{FF2B5EF4-FFF2-40B4-BE49-F238E27FC236}">
                  <a16:creationId xmlns:a16="http://schemas.microsoft.com/office/drawing/2014/main" id="{3B754CAE-4C0B-06C2-B5AA-3794C1A4BB82}"/>
                </a:ext>
              </a:extLst>
            </p:cNvPr>
            <p:cNvSpPr txBox="1">
              <a:spLocks noChangeArrowheads="1"/>
            </p:cNvSpPr>
            <p:nvPr/>
          </p:nvSpPr>
          <p:spPr bwMode="auto">
            <a:xfrm>
              <a:off x="3690" y="201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a</a:t>
              </a:r>
            </a:p>
          </p:txBody>
        </p:sp>
        <p:sp>
          <p:nvSpPr>
            <p:cNvPr id="163852" name="Text Box 50">
              <a:extLst>
                <a:ext uri="{FF2B5EF4-FFF2-40B4-BE49-F238E27FC236}">
                  <a16:creationId xmlns:a16="http://schemas.microsoft.com/office/drawing/2014/main" id="{AE5AB600-2C66-BF0C-26B0-E4DFB5494404}"/>
                </a:ext>
              </a:extLst>
            </p:cNvPr>
            <p:cNvSpPr txBox="1">
              <a:spLocks noChangeArrowheads="1"/>
            </p:cNvSpPr>
            <p:nvPr/>
          </p:nvSpPr>
          <p:spPr bwMode="auto">
            <a:xfrm>
              <a:off x="3738" y="249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b</a:t>
              </a:r>
            </a:p>
          </p:txBody>
        </p:sp>
        <p:grpSp>
          <p:nvGrpSpPr>
            <p:cNvPr id="163853" name="Group 51">
              <a:extLst>
                <a:ext uri="{FF2B5EF4-FFF2-40B4-BE49-F238E27FC236}">
                  <a16:creationId xmlns:a16="http://schemas.microsoft.com/office/drawing/2014/main" id="{90CCEC50-C098-735F-9610-38600FDFAD4D}"/>
                </a:ext>
              </a:extLst>
            </p:cNvPr>
            <p:cNvGrpSpPr>
              <a:grpSpLocks/>
            </p:cNvGrpSpPr>
            <p:nvPr/>
          </p:nvGrpSpPr>
          <p:grpSpPr bwMode="auto">
            <a:xfrm>
              <a:off x="4608" y="2784"/>
              <a:ext cx="432" cy="432"/>
              <a:chOff x="4224" y="2688"/>
              <a:chExt cx="432" cy="432"/>
            </a:xfrm>
          </p:grpSpPr>
          <p:sp>
            <p:nvSpPr>
              <p:cNvPr id="163854" name="Oval 52">
                <a:extLst>
                  <a:ext uri="{FF2B5EF4-FFF2-40B4-BE49-F238E27FC236}">
                    <a16:creationId xmlns:a16="http://schemas.microsoft.com/office/drawing/2014/main" id="{403AEEE6-3398-8963-77F6-38EAA71B788E}"/>
                  </a:ext>
                </a:extLst>
              </p:cNvPr>
              <p:cNvSpPr>
                <a:spLocks noChangeArrowheads="1"/>
              </p:cNvSpPr>
              <p:nvPr/>
            </p:nvSpPr>
            <p:spPr bwMode="auto">
              <a:xfrm>
                <a:off x="4224"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800" b="1">
                  <a:solidFill>
                    <a:srgbClr val="007A77"/>
                  </a:solidFill>
                </a:endParaRPr>
              </a:p>
            </p:txBody>
          </p:sp>
          <p:sp>
            <p:nvSpPr>
              <p:cNvPr id="163855" name="Oval 53">
                <a:extLst>
                  <a:ext uri="{FF2B5EF4-FFF2-40B4-BE49-F238E27FC236}">
                    <a16:creationId xmlns:a16="http://schemas.microsoft.com/office/drawing/2014/main" id="{D967A9F9-CD98-8050-22ED-4C5A6B0C3B08}"/>
                  </a:ext>
                </a:extLst>
              </p:cNvPr>
              <p:cNvSpPr>
                <a:spLocks noChangeArrowheads="1"/>
              </p:cNvSpPr>
              <p:nvPr/>
            </p:nvSpPr>
            <p:spPr bwMode="auto">
              <a:xfrm>
                <a:off x="4272"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7A77"/>
                    </a:solidFill>
                    <a:latin typeface="Times New Roman" panose="02020603050405020304" pitchFamily="18" charset="0"/>
                  </a:rPr>
                  <a:t>F</a:t>
                </a:r>
              </a:p>
            </p:txBody>
          </p:sp>
        </p:grpSp>
      </p:gr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BCD8268-8FB6-3DFE-D146-08F9584245CD}"/>
              </a:ext>
            </a:extLst>
          </p:cNvPr>
          <p:cNvGrpSpPr>
            <a:grpSpLocks/>
          </p:cNvGrpSpPr>
          <p:nvPr/>
        </p:nvGrpSpPr>
        <p:grpSpPr bwMode="auto">
          <a:xfrm>
            <a:off x="1774825" y="549276"/>
            <a:ext cx="4681538" cy="606425"/>
            <a:chOff x="249" y="890"/>
            <a:chExt cx="2812" cy="408"/>
          </a:xfrm>
        </p:grpSpPr>
        <p:grpSp>
          <p:nvGrpSpPr>
            <p:cNvPr id="165975" name="Group 3">
              <a:extLst>
                <a:ext uri="{FF2B5EF4-FFF2-40B4-BE49-F238E27FC236}">
                  <a16:creationId xmlns:a16="http://schemas.microsoft.com/office/drawing/2014/main" id="{31FC5030-30CC-8B40-7BFC-1BFFB8C160F9}"/>
                </a:ext>
              </a:extLst>
            </p:cNvPr>
            <p:cNvGrpSpPr>
              <a:grpSpLocks/>
            </p:cNvGrpSpPr>
            <p:nvPr/>
          </p:nvGrpSpPr>
          <p:grpSpPr bwMode="auto">
            <a:xfrm>
              <a:off x="249" y="890"/>
              <a:ext cx="2812" cy="408"/>
              <a:chOff x="720" y="480"/>
              <a:chExt cx="4224" cy="1390"/>
            </a:xfrm>
          </p:grpSpPr>
          <p:graphicFrame>
            <p:nvGraphicFramePr>
              <p:cNvPr id="165977" name="Object 4">
                <a:extLst>
                  <a:ext uri="{FF2B5EF4-FFF2-40B4-BE49-F238E27FC236}">
                    <a16:creationId xmlns:a16="http://schemas.microsoft.com/office/drawing/2014/main" id="{C542A5CE-C22B-895A-4BC0-6C91950F7C80}"/>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65977" name="Object 4">
                            <a:extLst>
                              <a:ext uri="{FF2B5EF4-FFF2-40B4-BE49-F238E27FC236}">
                                <a16:creationId xmlns:a16="http://schemas.microsoft.com/office/drawing/2014/main" id="{C542A5CE-C22B-895A-4BC0-6C91950F7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5978" name="Object 5">
                <a:extLst>
                  <a:ext uri="{FF2B5EF4-FFF2-40B4-BE49-F238E27FC236}">
                    <a16:creationId xmlns:a16="http://schemas.microsoft.com/office/drawing/2014/main" id="{04A6F909-01DF-82B5-D1D0-6DE0914F76DE}"/>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65978" name="Object 5">
                            <a:extLst>
                              <a:ext uri="{FF2B5EF4-FFF2-40B4-BE49-F238E27FC236}">
                                <a16:creationId xmlns:a16="http://schemas.microsoft.com/office/drawing/2014/main" id="{04A6F909-01DF-82B5-D1D0-6DE0914F7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5976" name="Text Box 6">
              <a:extLst>
                <a:ext uri="{FF2B5EF4-FFF2-40B4-BE49-F238E27FC236}">
                  <a16:creationId xmlns:a16="http://schemas.microsoft.com/office/drawing/2014/main" id="{0C7EAB16-2EDF-8D46-A9EF-5D132DC025A1}"/>
                </a:ext>
              </a:extLst>
            </p:cNvPr>
            <p:cNvSpPr txBox="1">
              <a:spLocks noChangeArrowheads="1"/>
            </p:cNvSpPr>
            <p:nvPr/>
          </p:nvSpPr>
          <p:spPr bwMode="auto">
            <a:xfrm>
              <a:off x="340" y="935"/>
              <a:ext cx="267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3-17</a:t>
              </a:r>
              <a:r>
                <a:rPr lang="zh-CN" altLang="en-US" sz="2000" b="1">
                  <a:solidFill>
                    <a:srgbClr val="003399"/>
                  </a:solidFill>
                  <a:latin typeface="宋体" panose="02010600030101010101" pitchFamily="2" charset="-122"/>
                </a:rPr>
                <a:t>：考虑下图所示</a:t>
              </a:r>
              <a:r>
                <a:rPr lang="en-US" altLang="zh-CN" sz="2000" b="1">
                  <a:solidFill>
                    <a:srgbClr val="DC5900"/>
                  </a:solidFill>
                  <a:latin typeface="宋体" panose="02010600030101010101" pitchFamily="2" charset="-122"/>
                </a:rPr>
                <a:t>NFA</a:t>
              </a:r>
              <a:r>
                <a:rPr lang="zh-CN" altLang="en-US" sz="2000" b="1">
                  <a:solidFill>
                    <a:srgbClr val="003399"/>
                  </a:solidFill>
                  <a:latin typeface="宋体" panose="02010600030101010101" pitchFamily="2" charset="-122"/>
                </a:rPr>
                <a:t>的</a:t>
              </a:r>
              <a:r>
                <a:rPr lang="zh-CN" altLang="en-US" sz="2000" b="1">
                  <a:solidFill>
                    <a:srgbClr val="DC5900"/>
                  </a:solidFill>
                  <a:latin typeface="宋体" panose="02010600030101010101" pitchFamily="2" charset="-122"/>
                </a:rPr>
                <a:t>确定化</a:t>
              </a:r>
              <a:r>
                <a:rPr lang="zh-CN" altLang="en-US" sz="2000" b="1">
                  <a:solidFill>
                    <a:srgbClr val="003399"/>
                  </a:solidFill>
                  <a:latin typeface="宋体" panose="02010600030101010101" pitchFamily="2" charset="-122"/>
                </a:rPr>
                <a:t>：</a:t>
              </a:r>
            </a:p>
          </p:txBody>
        </p:sp>
      </p:grpSp>
      <p:sp>
        <p:nvSpPr>
          <p:cNvPr id="72711" name="Line 7">
            <a:extLst>
              <a:ext uri="{FF2B5EF4-FFF2-40B4-BE49-F238E27FC236}">
                <a16:creationId xmlns:a16="http://schemas.microsoft.com/office/drawing/2014/main" id="{CAA9EEB3-7279-3167-994D-4842B0622058}"/>
              </a:ext>
            </a:extLst>
          </p:cNvPr>
          <p:cNvSpPr>
            <a:spLocks noChangeShapeType="1"/>
          </p:cNvSpPr>
          <p:nvPr/>
        </p:nvSpPr>
        <p:spPr bwMode="auto">
          <a:xfrm flipV="1">
            <a:off x="5159375" y="1665288"/>
            <a:ext cx="647700" cy="4318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12" name="AutoShape 8">
            <a:extLst>
              <a:ext uri="{FF2B5EF4-FFF2-40B4-BE49-F238E27FC236}">
                <a16:creationId xmlns:a16="http://schemas.microsoft.com/office/drawing/2014/main" id="{E8B4B69E-FD39-8B75-6FD1-8B2187BA3BCB}"/>
              </a:ext>
            </a:extLst>
          </p:cNvPr>
          <p:cNvSpPr>
            <a:spLocks noChangeArrowheads="1"/>
          </p:cNvSpPr>
          <p:nvPr/>
        </p:nvSpPr>
        <p:spPr bwMode="auto">
          <a:xfrm>
            <a:off x="9698038" y="2125335"/>
            <a:ext cx="569912" cy="56263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y</a:t>
            </a:r>
          </a:p>
        </p:txBody>
      </p:sp>
      <p:sp>
        <p:nvSpPr>
          <p:cNvPr id="72713" name="AutoShape 9">
            <a:extLst>
              <a:ext uri="{FF2B5EF4-FFF2-40B4-BE49-F238E27FC236}">
                <a16:creationId xmlns:a16="http://schemas.microsoft.com/office/drawing/2014/main" id="{73C6D1C9-9D32-DED4-B233-7617EA491AAA}"/>
              </a:ext>
            </a:extLst>
          </p:cNvPr>
          <p:cNvSpPr>
            <a:spLocks noChangeArrowheads="1"/>
          </p:cNvSpPr>
          <p:nvPr/>
        </p:nvSpPr>
        <p:spPr bwMode="auto">
          <a:xfrm>
            <a:off x="1849438" y="2082473"/>
            <a:ext cx="569912"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x</a:t>
            </a:r>
          </a:p>
        </p:txBody>
      </p:sp>
      <p:sp>
        <p:nvSpPr>
          <p:cNvPr id="72714" name="AutoShape 10">
            <a:extLst>
              <a:ext uri="{FF2B5EF4-FFF2-40B4-BE49-F238E27FC236}">
                <a16:creationId xmlns:a16="http://schemas.microsoft.com/office/drawing/2014/main" id="{09F87473-E2A3-6A31-DD41-DC7599038B63}"/>
              </a:ext>
            </a:extLst>
          </p:cNvPr>
          <p:cNvSpPr>
            <a:spLocks noChangeArrowheads="1"/>
          </p:cNvSpPr>
          <p:nvPr/>
        </p:nvSpPr>
        <p:spPr bwMode="auto">
          <a:xfrm>
            <a:off x="4873626" y="2082473"/>
            <a:ext cx="569913"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72715" name="AutoShape 11">
            <a:extLst>
              <a:ext uri="{FF2B5EF4-FFF2-40B4-BE49-F238E27FC236}">
                <a16:creationId xmlns:a16="http://schemas.microsoft.com/office/drawing/2014/main" id="{2DA15E01-661A-B38E-A1F4-7115036D57C7}"/>
              </a:ext>
            </a:extLst>
          </p:cNvPr>
          <p:cNvSpPr>
            <a:spLocks noChangeArrowheads="1"/>
          </p:cNvSpPr>
          <p:nvPr/>
        </p:nvSpPr>
        <p:spPr bwMode="auto">
          <a:xfrm>
            <a:off x="3360738" y="2082473"/>
            <a:ext cx="569912"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5</a:t>
            </a:r>
          </a:p>
        </p:txBody>
      </p:sp>
      <p:sp>
        <p:nvSpPr>
          <p:cNvPr id="72716" name="Text Box 12">
            <a:extLst>
              <a:ext uri="{FF2B5EF4-FFF2-40B4-BE49-F238E27FC236}">
                <a16:creationId xmlns:a16="http://schemas.microsoft.com/office/drawing/2014/main" id="{EA1F008A-969D-EE16-A304-DD79A48FCA27}"/>
              </a:ext>
            </a:extLst>
          </p:cNvPr>
          <p:cNvSpPr txBox="1">
            <a:spLocks noChangeArrowheads="1"/>
          </p:cNvSpPr>
          <p:nvPr/>
        </p:nvSpPr>
        <p:spPr bwMode="auto">
          <a:xfrm>
            <a:off x="8472488" y="1377951"/>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72717" name="Text Box 13">
            <a:extLst>
              <a:ext uri="{FF2B5EF4-FFF2-40B4-BE49-F238E27FC236}">
                <a16:creationId xmlns:a16="http://schemas.microsoft.com/office/drawing/2014/main" id="{CB89E811-BE61-DFD8-AFC7-08AF37D95DED}"/>
              </a:ext>
            </a:extLst>
          </p:cNvPr>
          <p:cNvSpPr txBox="1">
            <a:spLocks noChangeArrowheads="1"/>
          </p:cNvSpPr>
          <p:nvPr/>
        </p:nvSpPr>
        <p:spPr bwMode="auto">
          <a:xfrm>
            <a:off x="3430588" y="1304926"/>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72718" name="Text Box 14">
            <a:extLst>
              <a:ext uri="{FF2B5EF4-FFF2-40B4-BE49-F238E27FC236}">
                <a16:creationId xmlns:a16="http://schemas.microsoft.com/office/drawing/2014/main" id="{3A7B3635-84E0-9A62-4E1C-5F7E231B18B4}"/>
              </a:ext>
            </a:extLst>
          </p:cNvPr>
          <p:cNvSpPr txBox="1">
            <a:spLocks noChangeArrowheads="1"/>
          </p:cNvSpPr>
          <p:nvPr/>
        </p:nvSpPr>
        <p:spPr bwMode="auto">
          <a:xfrm>
            <a:off x="6527800" y="1484314"/>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72719" name="Text Box 15">
            <a:extLst>
              <a:ext uri="{FF2B5EF4-FFF2-40B4-BE49-F238E27FC236}">
                <a16:creationId xmlns:a16="http://schemas.microsoft.com/office/drawing/2014/main" id="{2AF63E1F-A8BE-0A31-051A-523B946F3A1D}"/>
              </a:ext>
            </a:extLst>
          </p:cNvPr>
          <p:cNvSpPr txBox="1">
            <a:spLocks noChangeArrowheads="1"/>
          </p:cNvSpPr>
          <p:nvPr/>
        </p:nvSpPr>
        <p:spPr bwMode="auto">
          <a:xfrm>
            <a:off x="5230813" y="1520826"/>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p:txBody>
      </p:sp>
      <p:sp>
        <p:nvSpPr>
          <p:cNvPr id="72720" name="Text Box 16">
            <a:extLst>
              <a:ext uri="{FF2B5EF4-FFF2-40B4-BE49-F238E27FC236}">
                <a16:creationId xmlns:a16="http://schemas.microsoft.com/office/drawing/2014/main" id="{BCE1AF11-2169-CC89-0493-A8730F4D951B}"/>
              </a:ext>
            </a:extLst>
          </p:cNvPr>
          <p:cNvSpPr txBox="1">
            <a:spLocks noChangeArrowheads="1"/>
          </p:cNvSpPr>
          <p:nvPr/>
        </p:nvSpPr>
        <p:spPr bwMode="auto">
          <a:xfrm>
            <a:off x="3503613" y="2960689"/>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72721" name="Text Box 17">
            <a:extLst>
              <a:ext uri="{FF2B5EF4-FFF2-40B4-BE49-F238E27FC236}">
                <a16:creationId xmlns:a16="http://schemas.microsoft.com/office/drawing/2014/main" id="{A89EAFA2-8E78-2F5F-A82E-EA4671ED90AC}"/>
              </a:ext>
            </a:extLst>
          </p:cNvPr>
          <p:cNvSpPr txBox="1">
            <a:spLocks noChangeArrowheads="1"/>
          </p:cNvSpPr>
          <p:nvPr/>
        </p:nvSpPr>
        <p:spPr bwMode="auto">
          <a:xfrm>
            <a:off x="4151313" y="2025650"/>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72722" name="Text Box 18">
            <a:extLst>
              <a:ext uri="{FF2B5EF4-FFF2-40B4-BE49-F238E27FC236}">
                <a16:creationId xmlns:a16="http://schemas.microsoft.com/office/drawing/2014/main" id="{C11042C9-7502-C6C9-C58E-15824C710A91}"/>
              </a:ext>
            </a:extLst>
          </p:cNvPr>
          <p:cNvSpPr txBox="1">
            <a:spLocks noChangeArrowheads="1"/>
          </p:cNvSpPr>
          <p:nvPr/>
        </p:nvSpPr>
        <p:spPr bwMode="auto">
          <a:xfrm>
            <a:off x="5230813" y="2744789"/>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72723" name="AutoShape 19">
            <a:extLst>
              <a:ext uri="{FF2B5EF4-FFF2-40B4-BE49-F238E27FC236}">
                <a16:creationId xmlns:a16="http://schemas.microsoft.com/office/drawing/2014/main" id="{D16863EB-2ABC-CC0A-5BEA-C54BE4605213}"/>
              </a:ext>
            </a:extLst>
          </p:cNvPr>
          <p:cNvSpPr>
            <a:spLocks noChangeArrowheads="1"/>
          </p:cNvSpPr>
          <p:nvPr/>
        </p:nvSpPr>
        <p:spPr bwMode="auto">
          <a:xfrm>
            <a:off x="5808663" y="2874635"/>
            <a:ext cx="569912"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4</a:t>
            </a:r>
          </a:p>
        </p:txBody>
      </p:sp>
      <p:sp>
        <p:nvSpPr>
          <p:cNvPr id="72724" name="AutoShape 20">
            <a:extLst>
              <a:ext uri="{FF2B5EF4-FFF2-40B4-BE49-F238E27FC236}">
                <a16:creationId xmlns:a16="http://schemas.microsoft.com/office/drawing/2014/main" id="{74F670EA-19CA-5EC2-BDD5-3CC8DFBDB3FC}"/>
              </a:ext>
            </a:extLst>
          </p:cNvPr>
          <p:cNvSpPr>
            <a:spLocks noChangeArrowheads="1"/>
          </p:cNvSpPr>
          <p:nvPr/>
        </p:nvSpPr>
        <p:spPr bwMode="auto">
          <a:xfrm>
            <a:off x="5808663" y="1290310"/>
            <a:ext cx="569912"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72725" name="AutoShape 21">
            <a:extLst>
              <a:ext uri="{FF2B5EF4-FFF2-40B4-BE49-F238E27FC236}">
                <a16:creationId xmlns:a16="http://schemas.microsoft.com/office/drawing/2014/main" id="{642382CC-BD24-26D1-35BA-5F7CC2F9806C}"/>
              </a:ext>
            </a:extLst>
          </p:cNvPr>
          <p:cNvSpPr>
            <a:spLocks noChangeArrowheads="1"/>
          </p:cNvSpPr>
          <p:nvPr/>
        </p:nvSpPr>
        <p:spPr bwMode="auto">
          <a:xfrm>
            <a:off x="6816726" y="2155498"/>
            <a:ext cx="569913"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72726" name="AutoShape 22">
            <a:extLst>
              <a:ext uri="{FF2B5EF4-FFF2-40B4-BE49-F238E27FC236}">
                <a16:creationId xmlns:a16="http://schemas.microsoft.com/office/drawing/2014/main" id="{3E6DF9A5-A085-0BA0-9FAB-D174BC49DB2D}"/>
              </a:ext>
            </a:extLst>
          </p:cNvPr>
          <p:cNvSpPr>
            <a:spLocks noChangeArrowheads="1"/>
          </p:cNvSpPr>
          <p:nvPr/>
        </p:nvSpPr>
        <p:spPr bwMode="auto">
          <a:xfrm>
            <a:off x="8474076" y="2125335"/>
            <a:ext cx="569913" cy="56263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6</a:t>
            </a:r>
          </a:p>
        </p:txBody>
      </p:sp>
      <p:sp>
        <p:nvSpPr>
          <p:cNvPr id="72727" name="Line 23">
            <a:extLst>
              <a:ext uri="{FF2B5EF4-FFF2-40B4-BE49-F238E27FC236}">
                <a16:creationId xmlns:a16="http://schemas.microsoft.com/office/drawing/2014/main" id="{E7BCDB6C-B85E-0670-36A5-BE04DFEC1105}"/>
              </a:ext>
            </a:extLst>
          </p:cNvPr>
          <p:cNvSpPr>
            <a:spLocks noChangeShapeType="1"/>
          </p:cNvSpPr>
          <p:nvPr/>
        </p:nvSpPr>
        <p:spPr bwMode="auto">
          <a:xfrm>
            <a:off x="2422526" y="2386013"/>
            <a:ext cx="9366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28" name="Line 24">
            <a:extLst>
              <a:ext uri="{FF2B5EF4-FFF2-40B4-BE49-F238E27FC236}">
                <a16:creationId xmlns:a16="http://schemas.microsoft.com/office/drawing/2014/main" id="{2955900B-6842-090A-7636-CF46D57F4C72}"/>
              </a:ext>
            </a:extLst>
          </p:cNvPr>
          <p:cNvSpPr>
            <a:spLocks noChangeShapeType="1"/>
          </p:cNvSpPr>
          <p:nvPr/>
        </p:nvSpPr>
        <p:spPr bwMode="auto">
          <a:xfrm>
            <a:off x="3935414" y="2386013"/>
            <a:ext cx="9366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29" name="Line 25">
            <a:extLst>
              <a:ext uri="{FF2B5EF4-FFF2-40B4-BE49-F238E27FC236}">
                <a16:creationId xmlns:a16="http://schemas.microsoft.com/office/drawing/2014/main" id="{05A589E5-EC77-49D1-BD31-87D85C2494A4}"/>
              </a:ext>
            </a:extLst>
          </p:cNvPr>
          <p:cNvSpPr>
            <a:spLocks noChangeShapeType="1"/>
          </p:cNvSpPr>
          <p:nvPr/>
        </p:nvSpPr>
        <p:spPr bwMode="auto">
          <a:xfrm>
            <a:off x="6383339" y="1665289"/>
            <a:ext cx="720725" cy="5048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0" name="Line 26">
            <a:extLst>
              <a:ext uri="{FF2B5EF4-FFF2-40B4-BE49-F238E27FC236}">
                <a16:creationId xmlns:a16="http://schemas.microsoft.com/office/drawing/2014/main" id="{F823D9B5-5107-C394-28E9-FEC205F12E3C}"/>
              </a:ext>
            </a:extLst>
          </p:cNvPr>
          <p:cNvSpPr>
            <a:spLocks noChangeShapeType="1"/>
          </p:cNvSpPr>
          <p:nvPr/>
        </p:nvSpPr>
        <p:spPr bwMode="auto">
          <a:xfrm flipV="1">
            <a:off x="6383339" y="2708276"/>
            <a:ext cx="649287" cy="5048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1" name="Line 27">
            <a:extLst>
              <a:ext uri="{FF2B5EF4-FFF2-40B4-BE49-F238E27FC236}">
                <a16:creationId xmlns:a16="http://schemas.microsoft.com/office/drawing/2014/main" id="{94F18E02-13E4-1B58-1D33-4CDD89F66A53}"/>
              </a:ext>
            </a:extLst>
          </p:cNvPr>
          <p:cNvSpPr>
            <a:spLocks noChangeShapeType="1"/>
          </p:cNvSpPr>
          <p:nvPr/>
        </p:nvSpPr>
        <p:spPr bwMode="auto">
          <a:xfrm>
            <a:off x="5232401" y="2636839"/>
            <a:ext cx="576263" cy="5048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2" name="Line 28">
            <a:extLst>
              <a:ext uri="{FF2B5EF4-FFF2-40B4-BE49-F238E27FC236}">
                <a16:creationId xmlns:a16="http://schemas.microsoft.com/office/drawing/2014/main" id="{6E2D9700-57A8-97C1-0132-69A604C8D4C3}"/>
              </a:ext>
            </a:extLst>
          </p:cNvPr>
          <p:cNvSpPr>
            <a:spLocks noChangeShapeType="1"/>
          </p:cNvSpPr>
          <p:nvPr/>
        </p:nvSpPr>
        <p:spPr bwMode="auto">
          <a:xfrm>
            <a:off x="7391400" y="2457450"/>
            <a:ext cx="108108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3" name="Line 29">
            <a:extLst>
              <a:ext uri="{FF2B5EF4-FFF2-40B4-BE49-F238E27FC236}">
                <a16:creationId xmlns:a16="http://schemas.microsoft.com/office/drawing/2014/main" id="{889746D1-D682-9BFF-5594-2268B838C10B}"/>
              </a:ext>
            </a:extLst>
          </p:cNvPr>
          <p:cNvSpPr>
            <a:spLocks noChangeShapeType="1"/>
          </p:cNvSpPr>
          <p:nvPr/>
        </p:nvSpPr>
        <p:spPr bwMode="auto">
          <a:xfrm>
            <a:off x="9047164" y="2457450"/>
            <a:ext cx="64928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4" name="Arc 30">
            <a:extLst>
              <a:ext uri="{FF2B5EF4-FFF2-40B4-BE49-F238E27FC236}">
                <a16:creationId xmlns:a16="http://schemas.microsoft.com/office/drawing/2014/main" id="{6AE0EFB3-14C6-E346-95AC-44ED31B370FD}"/>
              </a:ext>
            </a:extLst>
          </p:cNvPr>
          <p:cNvSpPr>
            <a:spLocks/>
          </p:cNvSpPr>
          <p:nvPr/>
        </p:nvSpPr>
        <p:spPr bwMode="auto">
          <a:xfrm flipV="1">
            <a:off x="3430588" y="1673989"/>
            <a:ext cx="360362" cy="400110"/>
          </a:xfrm>
          <a:custGeom>
            <a:avLst/>
            <a:gdLst>
              <a:gd name="T0" fmla="*/ 2147483646 w 43200"/>
              <a:gd name="T1" fmla="*/ 0 h 36942"/>
              <a:gd name="T2" fmla="*/ 2147483646 w 43200"/>
              <a:gd name="T3" fmla="*/ 2147483646 h 36942"/>
              <a:gd name="T4" fmla="*/ 2147483646 w 43200"/>
              <a:gd name="T5" fmla="*/ 2147483646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35" name="Line 31">
            <a:extLst>
              <a:ext uri="{FF2B5EF4-FFF2-40B4-BE49-F238E27FC236}">
                <a16:creationId xmlns:a16="http://schemas.microsoft.com/office/drawing/2014/main" id="{F3D5CA22-71A7-5D28-C9E6-8897E8B430DB}"/>
              </a:ext>
            </a:extLst>
          </p:cNvPr>
          <p:cNvSpPr>
            <a:spLocks noChangeShapeType="1"/>
          </p:cNvSpPr>
          <p:nvPr/>
        </p:nvSpPr>
        <p:spPr bwMode="auto">
          <a:xfrm>
            <a:off x="3430588" y="1935163"/>
            <a:ext cx="44450" cy="1635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4" name="Group 32">
            <a:extLst>
              <a:ext uri="{FF2B5EF4-FFF2-40B4-BE49-F238E27FC236}">
                <a16:creationId xmlns:a16="http://schemas.microsoft.com/office/drawing/2014/main" id="{CD5C6522-7A41-2109-BBE7-DB1B511D3ED8}"/>
              </a:ext>
            </a:extLst>
          </p:cNvPr>
          <p:cNvGrpSpPr>
            <a:grpSpLocks/>
          </p:cNvGrpSpPr>
          <p:nvPr/>
        </p:nvGrpSpPr>
        <p:grpSpPr bwMode="auto">
          <a:xfrm>
            <a:off x="8543926" y="1745085"/>
            <a:ext cx="360363" cy="425031"/>
            <a:chOff x="1247" y="2122"/>
            <a:chExt cx="362" cy="356"/>
          </a:xfrm>
        </p:grpSpPr>
        <p:sp>
          <p:nvSpPr>
            <p:cNvPr id="165973" name="Arc 33">
              <a:extLst>
                <a:ext uri="{FF2B5EF4-FFF2-40B4-BE49-F238E27FC236}">
                  <a16:creationId xmlns:a16="http://schemas.microsoft.com/office/drawing/2014/main" id="{A0556472-2F59-33F6-E7A9-89D669A1FC1C}"/>
                </a:ext>
              </a:extLst>
            </p:cNvPr>
            <p:cNvSpPr>
              <a:spLocks/>
            </p:cNvSpPr>
            <p:nvPr/>
          </p:nvSpPr>
          <p:spPr bwMode="auto">
            <a:xfrm flipV="1">
              <a:off x="1247" y="2122"/>
              <a:ext cx="362" cy="335"/>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65974" name="Line 34">
              <a:extLst>
                <a:ext uri="{FF2B5EF4-FFF2-40B4-BE49-F238E27FC236}">
                  <a16:creationId xmlns:a16="http://schemas.microsoft.com/office/drawing/2014/main" id="{7019BB47-A629-2AF3-8C8C-FBB8EF82E62D}"/>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5" name="Group 35">
            <a:extLst>
              <a:ext uri="{FF2B5EF4-FFF2-40B4-BE49-F238E27FC236}">
                <a16:creationId xmlns:a16="http://schemas.microsoft.com/office/drawing/2014/main" id="{CA0F5DC7-A8D1-5EF9-6A7B-0A50AFA8213B}"/>
              </a:ext>
            </a:extLst>
          </p:cNvPr>
          <p:cNvGrpSpPr>
            <a:grpSpLocks/>
          </p:cNvGrpSpPr>
          <p:nvPr/>
        </p:nvGrpSpPr>
        <p:grpSpPr bwMode="auto">
          <a:xfrm flipV="1">
            <a:off x="3430589" y="2601916"/>
            <a:ext cx="433387" cy="423473"/>
            <a:chOff x="1247" y="2122"/>
            <a:chExt cx="362" cy="356"/>
          </a:xfrm>
        </p:grpSpPr>
        <p:sp>
          <p:nvSpPr>
            <p:cNvPr id="165971" name="Arc 36">
              <a:extLst>
                <a:ext uri="{FF2B5EF4-FFF2-40B4-BE49-F238E27FC236}">
                  <a16:creationId xmlns:a16="http://schemas.microsoft.com/office/drawing/2014/main" id="{A8836B4A-81AC-CBD7-323D-C45417F2739C}"/>
                </a:ext>
              </a:extLst>
            </p:cNvPr>
            <p:cNvSpPr>
              <a:spLocks/>
            </p:cNvSpPr>
            <p:nvPr/>
          </p:nvSpPr>
          <p:spPr bwMode="auto">
            <a:xfrm flipV="1">
              <a:off x="1247" y="2122"/>
              <a:ext cx="362" cy="336"/>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65972" name="Line 37">
              <a:extLst>
                <a:ext uri="{FF2B5EF4-FFF2-40B4-BE49-F238E27FC236}">
                  <a16:creationId xmlns:a16="http://schemas.microsoft.com/office/drawing/2014/main" id="{097C2BF0-06FD-AB0E-3B65-8AF810DFFFAA}"/>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6" name="Group 38">
            <a:extLst>
              <a:ext uri="{FF2B5EF4-FFF2-40B4-BE49-F238E27FC236}">
                <a16:creationId xmlns:a16="http://schemas.microsoft.com/office/drawing/2014/main" id="{D4206569-6C00-659B-78BB-24DAE31AA354}"/>
              </a:ext>
            </a:extLst>
          </p:cNvPr>
          <p:cNvGrpSpPr>
            <a:grpSpLocks/>
          </p:cNvGrpSpPr>
          <p:nvPr/>
        </p:nvGrpSpPr>
        <p:grpSpPr bwMode="auto">
          <a:xfrm flipV="1">
            <a:off x="8543925" y="2673353"/>
            <a:ext cx="433388" cy="423473"/>
            <a:chOff x="1247" y="2122"/>
            <a:chExt cx="362" cy="356"/>
          </a:xfrm>
        </p:grpSpPr>
        <p:sp>
          <p:nvSpPr>
            <p:cNvPr id="165969" name="Arc 39">
              <a:extLst>
                <a:ext uri="{FF2B5EF4-FFF2-40B4-BE49-F238E27FC236}">
                  <a16:creationId xmlns:a16="http://schemas.microsoft.com/office/drawing/2014/main" id="{B79EC681-C90A-5D05-2ADB-D5EB2F13BBF7}"/>
                </a:ext>
              </a:extLst>
            </p:cNvPr>
            <p:cNvSpPr>
              <a:spLocks/>
            </p:cNvSpPr>
            <p:nvPr/>
          </p:nvSpPr>
          <p:spPr bwMode="auto">
            <a:xfrm flipV="1">
              <a:off x="1247" y="2122"/>
              <a:ext cx="362" cy="336"/>
            </a:xfrm>
            <a:custGeom>
              <a:avLst/>
              <a:gdLst>
                <a:gd name="T0" fmla="*/ 0 w 43200"/>
                <a:gd name="T1" fmla="*/ 0 h 36942"/>
                <a:gd name="T2" fmla="*/ 0 w 43200"/>
                <a:gd name="T3" fmla="*/ 0 h 36942"/>
                <a:gd name="T4" fmla="*/ 0 w 43200"/>
                <a:gd name="T5" fmla="*/ 0 h 36942"/>
                <a:gd name="T6" fmla="*/ 0 60000 65536"/>
                <a:gd name="T7" fmla="*/ 0 60000 65536"/>
                <a:gd name="T8" fmla="*/ 0 60000 65536"/>
                <a:gd name="T9" fmla="*/ 0 w 43200"/>
                <a:gd name="T10" fmla="*/ 0 h 36942"/>
                <a:gd name="T11" fmla="*/ 43200 w 43200"/>
                <a:gd name="T12" fmla="*/ 36942 h 36942"/>
              </a:gdLst>
              <a:ahLst/>
              <a:cxnLst>
                <a:cxn ang="T6">
                  <a:pos x="T0" y="T1"/>
                </a:cxn>
                <a:cxn ang="T7">
                  <a:pos x="T2" y="T3"/>
                </a:cxn>
                <a:cxn ang="T8">
                  <a:pos x="T4" y="T5"/>
                </a:cxn>
              </a:cxnLst>
              <a:rect l="T9" t="T10" r="T11" b="T12"/>
              <a:pathLst>
                <a:path w="43200" h="36942" fill="none"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path>
                <a:path w="43200" h="36942" stroke="0" extrusionOk="0">
                  <a:moveTo>
                    <a:pt x="36804" y="0"/>
                  </a:moveTo>
                  <a:cubicBezTo>
                    <a:pt x="40897" y="4056"/>
                    <a:pt x="43200" y="9579"/>
                    <a:pt x="43200" y="15342"/>
                  </a:cubicBezTo>
                  <a:cubicBezTo>
                    <a:pt x="43200" y="27271"/>
                    <a:pt x="33529" y="36942"/>
                    <a:pt x="21600" y="36942"/>
                  </a:cubicBezTo>
                  <a:cubicBezTo>
                    <a:pt x="9670" y="36942"/>
                    <a:pt x="0" y="27271"/>
                    <a:pt x="0" y="15342"/>
                  </a:cubicBezTo>
                  <a:cubicBezTo>
                    <a:pt x="-1" y="14023"/>
                    <a:pt x="120" y="12708"/>
                    <a:pt x="360" y="11411"/>
                  </a:cubicBezTo>
                  <a:lnTo>
                    <a:pt x="21600" y="15342"/>
                  </a:lnTo>
                  <a:lnTo>
                    <a:pt x="36804"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65970" name="Line 40">
              <a:extLst>
                <a:ext uri="{FF2B5EF4-FFF2-40B4-BE49-F238E27FC236}">
                  <a16:creationId xmlns:a16="http://schemas.microsoft.com/office/drawing/2014/main" id="{3135A133-DD9E-68BD-373C-CADBD78747D1}"/>
                </a:ext>
              </a:extLst>
            </p:cNvPr>
            <p:cNvSpPr>
              <a:spLocks noChangeShapeType="1"/>
            </p:cNvSpPr>
            <p:nvPr/>
          </p:nvSpPr>
          <p:spPr bwMode="auto">
            <a:xfrm>
              <a:off x="1247" y="2341"/>
              <a:ext cx="45" cy="1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72745" name="Text Box 41">
            <a:extLst>
              <a:ext uri="{FF2B5EF4-FFF2-40B4-BE49-F238E27FC236}">
                <a16:creationId xmlns:a16="http://schemas.microsoft.com/office/drawing/2014/main" id="{C140119F-F0C7-DD8C-6302-1BBD4A642E09}"/>
              </a:ext>
            </a:extLst>
          </p:cNvPr>
          <p:cNvSpPr txBox="1">
            <a:spLocks noChangeArrowheads="1"/>
          </p:cNvSpPr>
          <p:nvPr/>
        </p:nvSpPr>
        <p:spPr bwMode="auto">
          <a:xfrm>
            <a:off x="8615363" y="3033714"/>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72746" name="Text Box 42">
            <a:extLst>
              <a:ext uri="{FF2B5EF4-FFF2-40B4-BE49-F238E27FC236}">
                <a16:creationId xmlns:a16="http://schemas.microsoft.com/office/drawing/2014/main" id="{AC9DF0B4-55A7-F59F-165B-F78915C2195B}"/>
              </a:ext>
            </a:extLst>
          </p:cNvPr>
          <p:cNvSpPr txBox="1">
            <a:spLocks noChangeArrowheads="1"/>
          </p:cNvSpPr>
          <p:nvPr/>
        </p:nvSpPr>
        <p:spPr bwMode="auto">
          <a:xfrm>
            <a:off x="6743701" y="2744789"/>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72747" name="Text Box 43">
            <a:extLst>
              <a:ext uri="{FF2B5EF4-FFF2-40B4-BE49-F238E27FC236}">
                <a16:creationId xmlns:a16="http://schemas.microsoft.com/office/drawing/2014/main" id="{51584696-6B55-D386-4FEC-C3305AF85A9C}"/>
              </a:ext>
            </a:extLst>
          </p:cNvPr>
          <p:cNvSpPr txBox="1">
            <a:spLocks noChangeArrowheads="1"/>
          </p:cNvSpPr>
          <p:nvPr/>
        </p:nvSpPr>
        <p:spPr bwMode="auto">
          <a:xfrm>
            <a:off x="2638426" y="2025650"/>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72748" name="Text Box 44">
            <a:extLst>
              <a:ext uri="{FF2B5EF4-FFF2-40B4-BE49-F238E27FC236}">
                <a16:creationId xmlns:a16="http://schemas.microsoft.com/office/drawing/2014/main" id="{5BC2B927-36DA-D78E-D506-704378BA3FAB}"/>
              </a:ext>
            </a:extLst>
          </p:cNvPr>
          <p:cNvSpPr txBox="1">
            <a:spLocks noChangeArrowheads="1"/>
          </p:cNvSpPr>
          <p:nvPr/>
        </p:nvSpPr>
        <p:spPr bwMode="auto">
          <a:xfrm>
            <a:off x="7751763" y="2097088"/>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sp>
        <p:nvSpPr>
          <p:cNvPr id="72749" name="Text Box 45">
            <a:extLst>
              <a:ext uri="{FF2B5EF4-FFF2-40B4-BE49-F238E27FC236}">
                <a16:creationId xmlns:a16="http://schemas.microsoft.com/office/drawing/2014/main" id="{1024BDFD-6382-9394-DE1E-486C6142D706}"/>
              </a:ext>
            </a:extLst>
          </p:cNvPr>
          <p:cNvSpPr txBox="1">
            <a:spLocks noChangeArrowheads="1"/>
          </p:cNvSpPr>
          <p:nvPr/>
        </p:nvSpPr>
        <p:spPr bwMode="auto">
          <a:xfrm>
            <a:off x="9120188" y="2097088"/>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l-GR" altLang="zh-CN" sz="2400" b="1">
                <a:solidFill>
                  <a:srgbClr val="003399"/>
                </a:solidFill>
                <a:latin typeface="宋体" panose="02010600030101010101" pitchFamily="2" charset="-122"/>
              </a:rPr>
              <a:t>ε</a:t>
            </a:r>
          </a:p>
        </p:txBody>
      </p:sp>
      <p:graphicFrame>
        <p:nvGraphicFramePr>
          <p:cNvPr id="72750" name="Group 46">
            <a:extLst>
              <a:ext uri="{FF2B5EF4-FFF2-40B4-BE49-F238E27FC236}">
                <a16:creationId xmlns:a16="http://schemas.microsoft.com/office/drawing/2014/main" id="{B87A50DA-B847-36A3-873F-A9B3C63147A6}"/>
              </a:ext>
            </a:extLst>
          </p:cNvPr>
          <p:cNvGraphicFramePr>
            <a:graphicFrameLocks noGrp="1"/>
          </p:cNvGraphicFramePr>
          <p:nvPr/>
        </p:nvGraphicFramePr>
        <p:xfrm>
          <a:off x="1703388" y="3532188"/>
          <a:ext cx="5472112" cy="2925792"/>
        </p:xfrm>
        <a:graphic>
          <a:graphicData uri="http://schemas.openxmlformats.org/drawingml/2006/table">
            <a:tbl>
              <a:tblPr/>
              <a:tblGrid>
                <a:gridCol w="1822450">
                  <a:extLst>
                    <a:ext uri="{9D8B030D-6E8A-4147-A177-3AD203B41FA5}">
                      <a16:colId xmlns:a16="http://schemas.microsoft.com/office/drawing/2014/main" val="20000"/>
                    </a:ext>
                  </a:extLst>
                </a:gridCol>
                <a:gridCol w="1827212">
                  <a:extLst>
                    <a:ext uri="{9D8B030D-6E8A-4147-A177-3AD203B41FA5}">
                      <a16:colId xmlns:a16="http://schemas.microsoft.com/office/drawing/2014/main" val="20001"/>
                    </a:ext>
                  </a:extLst>
                </a:gridCol>
                <a:gridCol w="1822450">
                  <a:extLst>
                    <a:ext uri="{9D8B030D-6E8A-4147-A177-3AD203B41FA5}">
                      <a16:colId xmlns:a16="http://schemas.microsoft.com/office/drawing/2014/main" val="20002"/>
                    </a:ext>
                  </a:extLst>
                </a:gridCol>
              </a:tblGrid>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I</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Ia</a:t>
                      </a:r>
                      <a:endPar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endParaRP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Ib</a:t>
                      </a:r>
                      <a:endPar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endParaRP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{X,5,1}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{5,3,1}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2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{5,4,1,6,Y}</a:t>
                      </a:r>
                    </a:p>
                  </a:txBody>
                  <a:tcPr marT="45702" marB="4570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2788" name="Rectangle 84">
            <a:extLst>
              <a:ext uri="{FF2B5EF4-FFF2-40B4-BE49-F238E27FC236}">
                <a16:creationId xmlns:a16="http://schemas.microsoft.com/office/drawing/2014/main" id="{9BD0381B-1235-BAF0-AE37-405CB4687CF1}"/>
              </a:ext>
            </a:extLst>
          </p:cNvPr>
          <p:cNvSpPr>
            <a:spLocks noChangeArrowheads="1"/>
          </p:cNvSpPr>
          <p:nvPr/>
        </p:nvSpPr>
        <p:spPr bwMode="auto">
          <a:xfrm>
            <a:off x="7824788" y="3625850"/>
            <a:ext cx="2305050" cy="2540000"/>
          </a:xfrm>
          <a:prstGeom prst="rect">
            <a:avLst/>
          </a:prstGeom>
          <a:solidFill>
            <a:srgbClr val="CCFFFF"/>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I=</a:t>
            </a:r>
            <a:r>
              <a:rPr lang="el-GR" altLang="zh-CN" sz="2000" b="1">
                <a:solidFill>
                  <a:srgbClr val="003399"/>
                </a:solidFill>
                <a:latin typeface="宋体" panose="02010600030101010101" pitchFamily="2" charset="-122"/>
              </a:rPr>
              <a:t>ε</a:t>
            </a:r>
            <a:r>
              <a:rPr lang="en-US" altLang="zh-CN" sz="2000" b="1">
                <a:solidFill>
                  <a:srgbClr val="003399"/>
                </a:solidFill>
                <a:latin typeface="宋体" panose="02010600030101010101" pitchFamily="2" charset="-122"/>
              </a:rPr>
              <a:t>_CLOSURE{X}</a:t>
            </a:r>
            <a:r>
              <a:rPr lang="zh-CN" altLang="en-US" sz="2000" b="1">
                <a:solidFill>
                  <a:srgbClr val="003399"/>
                </a:solidFill>
                <a:latin typeface="宋体" panose="02010600030101010101" pitchFamily="2" charset="-122"/>
              </a:rPr>
              <a:t>为</a:t>
            </a:r>
            <a:r>
              <a:rPr lang="en-US" altLang="zh-CN" sz="2000" b="1">
                <a:solidFill>
                  <a:srgbClr val="DC5900"/>
                </a:solidFill>
                <a:latin typeface="宋体" panose="02010600030101010101" pitchFamily="2" charset="-122"/>
              </a:rPr>
              <a:t>{X,5,1}</a:t>
            </a:r>
            <a:r>
              <a:rPr lang="zh-CN" altLang="en-US" sz="2000" b="1">
                <a:solidFill>
                  <a:srgbClr val="DC5900"/>
                </a:solidFill>
                <a:latin typeface="宋体" panose="02010600030101010101" pitchFamily="2" charset="-122"/>
              </a:rPr>
              <a:t>。</a:t>
            </a:r>
            <a:r>
              <a:rPr lang="zh-CN" altLang="en-US" sz="2000" b="1">
                <a:solidFill>
                  <a:srgbClr val="003399"/>
                </a:solidFill>
                <a:latin typeface="宋体" panose="02010600030101010101" pitchFamily="2" charset="-122"/>
              </a:rPr>
              <a:t>从状态</a:t>
            </a:r>
            <a:r>
              <a:rPr lang="en-US" altLang="zh-CN" sz="2000" b="1">
                <a:solidFill>
                  <a:srgbClr val="003399"/>
                </a:solidFill>
                <a:latin typeface="宋体" panose="02010600030101010101" pitchFamily="2" charset="-122"/>
              </a:rPr>
              <a:t>I</a:t>
            </a:r>
            <a:r>
              <a:rPr lang="zh-CN" altLang="en-US" sz="2000" b="1">
                <a:solidFill>
                  <a:srgbClr val="003399"/>
                </a:solidFill>
                <a:latin typeface="宋体" panose="02010600030101010101" pitchFamily="2" charset="-122"/>
              </a:rPr>
              <a:t>出发经过一条</a:t>
            </a:r>
            <a:r>
              <a:rPr lang="en-US" altLang="zh-CN" sz="2000" b="1">
                <a:solidFill>
                  <a:srgbClr val="003399"/>
                </a:solidFill>
                <a:latin typeface="宋体" panose="02010600030101010101" pitchFamily="2" charset="-122"/>
              </a:rPr>
              <a:t>a</a:t>
            </a:r>
            <a:r>
              <a:rPr lang="zh-CN" altLang="en-US" sz="2000" b="1">
                <a:solidFill>
                  <a:srgbClr val="003399"/>
                </a:solidFill>
                <a:latin typeface="宋体" panose="02010600030101010101" pitchFamily="2" charset="-122"/>
              </a:rPr>
              <a:t>弧而能到达的状态全体</a:t>
            </a:r>
            <a:r>
              <a:rPr lang="en-US" altLang="zh-CN" sz="2000" b="1">
                <a:solidFill>
                  <a:srgbClr val="003399"/>
                </a:solidFill>
                <a:latin typeface="宋体" panose="02010600030101010101" pitchFamily="2" charset="-122"/>
              </a:rPr>
              <a:t>J</a:t>
            </a:r>
            <a:r>
              <a:rPr lang="zh-CN" altLang="en-US" sz="2000" b="1">
                <a:solidFill>
                  <a:srgbClr val="003399"/>
                </a:solidFill>
                <a:latin typeface="宋体" panose="02010600030101010101" pitchFamily="2" charset="-122"/>
              </a:rPr>
              <a:t>为</a:t>
            </a:r>
            <a:r>
              <a:rPr lang="en-US" altLang="zh-CN" sz="2000" b="1">
                <a:solidFill>
                  <a:srgbClr val="DC5900"/>
                </a:solidFill>
                <a:latin typeface="宋体" panose="02010600030101010101" pitchFamily="2" charset="-122"/>
              </a:rPr>
              <a:t>{5,3},</a:t>
            </a:r>
            <a:r>
              <a:rPr lang="zh-CN" altLang="en-US" sz="2000" b="1">
                <a:solidFill>
                  <a:srgbClr val="003399"/>
                </a:solidFill>
                <a:latin typeface="宋体" panose="02010600030101010101" pitchFamily="2" charset="-122"/>
              </a:rPr>
              <a:t>而</a:t>
            </a:r>
            <a:r>
              <a:rPr lang="el-GR" altLang="zh-CN" sz="2000" b="1">
                <a:solidFill>
                  <a:srgbClr val="003399"/>
                </a:solidFill>
                <a:latin typeface="宋体" panose="02010600030101010101" pitchFamily="2" charset="-122"/>
              </a:rPr>
              <a:t>ε</a:t>
            </a:r>
            <a:r>
              <a:rPr lang="en-US" altLang="zh-CN" sz="2000" b="1">
                <a:solidFill>
                  <a:srgbClr val="003399"/>
                </a:solidFill>
                <a:latin typeface="宋体" panose="02010600030101010101" pitchFamily="2" charset="-122"/>
              </a:rPr>
              <a:t>_CLOSURE(J)={5, 3,1}</a:t>
            </a:r>
            <a:r>
              <a:rPr lang="zh-CN" altLang="en-US" sz="2000" b="1">
                <a:solidFill>
                  <a:srgbClr val="003399"/>
                </a:solidFill>
                <a:latin typeface="宋体" panose="02010600030101010101" pitchFamily="2" charset="-122"/>
              </a:rPr>
              <a:t>。从而</a:t>
            </a:r>
            <a:r>
              <a:rPr lang="en-US" altLang="zh-CN" sz="2000" b="1">
                <a:solidFill>
                  <a:srgbClr val="DC5900"/>
                </a:solidFill>
                <a:latin typeface="宋体" panose="02010600030101010101" pitchFamily="2" charset="-122"/>
              </a:rPr>
              <a:t>Ia={5, 3,1}</a:t>
            </a:r>
            <a:r>
              <a:rPr lang="zh-CN" altLang="en-US" sz="2000" b="1">
                <a:solidFill>
                  <a:srgbClr val="DC5900"/>
                </a:solidFill>
                <a:latin typeface="宋体" panose="02010600030101010101" pitchFamily="2" charset="-122"/>
              </a:rPr>
              <a:t>。</a:t>
            </a:r>
          </a:p>
        </p:txBody>
      </p:sp>
      <p:sp>
        <p:nvSpPr>
          <p:cNvPr id="72789" name="AutoShape 85">
            <a:extLst>
              <a:ext uri="{FF2B5EF4-FFF2-40B4-BE49-F238E27FC236}">
                <a16:creationId xmlns:a16="http://schemas.microsoft.com/office/drawing/2014/main" id="{7C77CCF4-5AED-C62E-1D6F-C8E8C4D8FE9B}"/>
              </a:ext>
            </a:extLst>
          </p:cNvPr>
          <p:cNvSpPr>
            <a:spLocks noChangeArrowheads="1"/>
          </p:cNvSpPr>
          <p:nvPr/>
        </p:nvSpPr>
        <p:spPr bwMode="auto">
          <a:xfrm>
            <a:off x="8401050" y="260351"/>
            <a:ext cx="2266950" cy="1584325"/>
          </a:xfrm>
          <a:prstGeom prst="wedgeEllipseCallout">
            <a:avLst>
              <a:gd name="adj1" fmla="val -49019"/>
              <a:gd name="adj2" fmla="val 189079"/>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初态</a:t>
            </a:r>
            <a:r>
              <a:rPr lang="el-GR" altLang="zh-CN" sz="2000" b="1">
                <a:solidFill>
                  <a:srgbClr val="003399"/>
                </a:solidFill>
                <a:latin typeface="宋体" panose="02010600030101010101" pitchFamily="2" charset="-122"/>
              </a:rPr>
              <a:t>ε</a:t>
            </a:r>
            <a:r>
              <a:rPr lang="en-US" altLang="zh-CN" sz="2000" b="1">
                <a:solidFill>
                  <a:srgbClr val="003399"/>
                </a:solidFill>
                <a:latin typeface="宋体" panose="02010600030101010101" pitchFamily="2" charset="-122"/>
              </a:rPr>
              <a:t>_</a:t>
            </a:r>
            <a:r>
              <a:rPr lang="zh-CN" altLang="en-US" sz="2000" b="1">
                <a:solidFill>
                  <a:srgbClr val="003399"/>
                </a:solidFill>
                <a:latin typeface="宋体" panose="02010600030101010101" pitchFamily="2" charset="-122"/>
              </a:rPr>
              <a:t>闭包</a:t>
            </a:r>
          </a:p>
          <a:p>
            <a:pPr fontAlgn="base">
              <a:spcBef>
                <a:spcPct val="50000"/>
              </a:spcBef>
              <a:spcAft>
                <a:spcPct val="0"/>
              </a:spcAft>
              <a:buClrTx/>
              <a:buSzTx/>
              <a:buNone/>
            </a:pPr>
            <a:r>
              <a:rPr lang="en-US" altLang="zh-CN" sz="2000" b="1">
                <a:solidFill>
                  <a:srgbClr val="DC5900"/>
                </a:solidFill>
                <a:latin typeface="宋体" panose="02010600030101010101" pitchFamily="2" charset="-122"/>
              </a:rPr>
              <a:t>{X,5,1}</a:t>
            </a:r>
            <a:endParaRPr lang="zh-CN" altLang="el-GR" sz="2000" b="1">
              <a:solidFill>
                <a:srgbClr val="DC5900"/>
              </a:solidFill>
              <a:latin typeface="宋体" panose="02010600030101010101" pitchFamily="2" charset="-122"/>
            </a:endParaRPr>
          </a:p>
        </p:txBody>
      </p:sp>
      <p:sp>
        <p:nvSpPr>
          <p:cNvPr id="72790" name="AutoShape 86">
            <a:extLst>
              <a:ext uri="{FF2B5EF4-FFF2-40B4-BE49-F238E27FC236}">
                <a16:creationId xmlns:a16="http://schemas.microsoft.com/office/drawing/2014/main" id="{0CB21322-564D-80F3-B737-1A913445AAC9}"/>
              </a:ext>
            </a:extLst>
          </p:cNvPr>
          <p:cNvSpPr>
            <a:spLocks noChangeArrowheads="1"/>
          </p:cNvSpPr>
          <p:nvPr/>
        </p:nvSpPr>
        <p:spPr bwMode="auto">
          <a:xfrm>
            <a:off x="8401050" y="1"/>
            <a:ext cx="2266950" cy="1584325"/>
          </a:xfrm>
          <a:prstGeom prst="wedgeEllipseCallout">
            <a:avLst>
              <a:gd name="adj1" fmla="val -24648"/>
              <a:gd name="adj2" fmla="val 261722"/>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Ja</a:t>
            </a:r>
            <a:r>
              <a:rPr lang="zh-CN" altLang="en-US" sz="2000" b="1">
                <a:solidFill>
                  <a:srgbClr val="003399"/>
                </a:solidFill>
                <a:latin typeface="宋体" panose="02010600030101010101" pitchFamily="2" charset="-122"/>
              </a:rPr>
              <a:t>为</a:t>
            </a:r>
          </a:p>
          <a:p>
            <a:pPr fontAlgn="base">
              <a:spcBef>
                <a:spcPct val="50000"/>
              </a:spcBef>
              <a:spcAft>
                <a:spcPct val="0"/>
              </a:spcAft>
              <a:buClrTx/>
              <a:buSzTx/>
              <a:buNone/>
            </a:pPr>
            <a:r>
              <a:rPr lang="en-US" altLang="zh-CN" sz="2000" b="1">
                <a:solidFill>
                  <a:srgbClr val="DC5900"/>
                </a:solidFill>
                <a:latin typeface="宋体" panose="02010600030101010101" pitchFamily="2" charset="-122"/>
              </a:rPr>
              <a:t>{5,3}</a:t>
            </a:r>
            <a:endParaRPr lang="zh-CN" altLang="el-GR" sz="2000" b="1">
              <a:solidFill>
                <a:srgbClr val="DC5900"/>
              </a:solidFill>
              <a:latin typeface="宋体" panose="02010600030101010101" pitchFamily="2" charset="-122"/>
            </a:endParaRPr>
          </a:p>
        </p:txBody>
      </p:sp>
      <p:sp>
        <p:nvSpPr>
          <p:cNvPr id="72791" name="AutoShape 87">
            <a:extLst>
              <a:ext uri="{FF2B5EF4-FFF2-40B4-BE49-F238E27FC236}">
                <a16:creationId xmlns:a16="http://schemas.microsoft.com/office/drawing/2014/main" id="{52A9C120-9D0F-C8A2-0A6B-882A600651C3}"/>
              </a:ext>
            </a:extLst>
          </p:cNvPr>
          <p:cNvSpPr>
            <a:spLocks noChangeArrowheads="1"/>
          </p:cNvSpPr>
          <p:nvPr/>
        </p:nvSpPr>
        <p:spPr bwMode="auto">
          <a:xfrm>
            <a:off x="6240464" y="981076"/>
            <a:ext cx="2592387" cy="1584325"/>
          </a:xfrm>
          <a:prstGeom prst="wedgeEllipseCallout">
            <a:avLst>
              <a:gd name="adj1" fmla="val 23241"/>
              <a:gd name="adj2" fmla="val 235773"/>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l-GR" altLang="zh-CN" sz="1800" b="1">
                <a:solidFill>
                  <a:srgbClr val="003399"/>
                </a:solidFill>
              </a:rPr>
              <a:t>ε</a:t>
            </a:r>
            <a:r>
              <a:rPr lang="en-US" altLang="zh-CN" sz="1800" b="1">
                <a:solidFill>
                  <a:srgbClr val="003399"/>
                </a:solidFill>
              </a:rPr>
              <a:t>_CLOSURE(J)</a:t>
            </a:r>
            <a:r>
              <a:rPr lang="zh-CN" altLang="en-US" sz="1800" b="1">
                <a:solidFill>
                  <a:srgbClr val="003399"/>
                </a:solidFill>
                <a:latin typeface="宋体" panose="02010600030101010101" pitchFamily="2" charset="-122"/>
              </a:rPr>
              <a:t>为</a:t>
            </a:r>
            <a:r>
              <a:rPr lang="en-US" altLang="zh-CN" sz="1800" b="1">
                <a:solidFill>
                  <a:srgbClr val="DC5900"/>
                </a:solidFill>
                <a:latin typeface="宋体" panose="02010600030101010101" pitchFamily="2" charset="-122"/>
              </a:rPr>
              <a:t>{5,3</a:t>
            </a:r>
            <a:r>
              <a:rPr lang="zh-CN" altLang="en-US" sz="1800" b="1">
                <a:solidFill>
                  <a:srgbClr val="DC5900"/>
                </a:solidFill>
                <a:latin typeface="宋体" panose="02010600030101010101" pitchFamily="2" charset="-122"/>
              </a:rPr>
              <a:t>，</a:t>
            </a:r>
            <a:r>
              <a:rPr lang="en-US" altLang="zh-CN" sz="1800" b="1">
                <a:solidFill>
                  <a:srgbClr val="DC5900"/>
                </a:solidFill>
                <a:latin typeface="宋体" panose="02010600030101010101" pitchFamily="2" charset="-122"/>
              </a:rPr>
              <a:t>1}</a:t>
            </a:r>
            <a:r>
              <a:rPr lang="zh-CN" altLang="en-US" sz="2000" b="1">
                <a:solidFill>
                  <a:srgbClr val="003399"/>
                </a:solidFill>
              </a:rPr>
              <a:t>（根据</a:t>
            </a:r>
            <a:r>
              <a:rPr lang="el-GR" altLang="zh-CN" sz="2000" b="1">
                <a:solidFill>
                  <a:srgbClr val="003399"/>
                </a:solidFill>
              </a:rPr>
              <a:t>ε</a:t>
            </a:r>
            <a:r>
              <a:rPr lang="en-US" altLang="zh-CN" sz="2000" b="1">
                <a:solidFill>
                  <a:srgbClr val="003399"/>
                </a:solidFill>
              </a:rPr>
              <a:t>_</a:t>
            </a:r>
            <a:r>
              <a:rPr lang="zh-CN" altLang="en-US" sz="2000" b="1">
                <a:solidFill>
                  <a:srgbClr val="003399"/>
                </a:solidFill>
              </a:rPr>
              <a:t>闭包的定义）</a:t>
            </a:r>
            <a:endParaRPr lang="zh-CN" altLang="el-GR" sz="2000" b="1">
              <a:solidFill>
                <a:srgbClr val="003399"/>
              </a:solidFill>
            </a:endParaRPr>
          </a:p>
        </p:txBody>
      </p:sp>
      <p:sp>
        <p:nvSpPr>
          <p:cNvPr id="72792" name="Oval 88">
            <a:extLst>
              <a:ext uri="{FF2B5EF4-FFF2-40B4-BE49-F238E27FC236}">
                <a16:creationId xmlns:a16="http://schemas.microsoft.com/office/drawing/2014/main" id="{1005A49E-4E10-9FC2-A1A5-67FD5D1D15EB}"/>
              </a:ext>
            </a:extLst>
          </p:cNvPr>
          <p:cNvSpPr>
            <a:spLocks noChangeArrowheads="1"/>
          </p:cNvSpPr>
          <p:nvPr/>
        </p:nvSpPr>
        <p:spPr bwMode="auto">
          <a:xfrm>
            <a:off x="4273844" y="3687435"/>
            <a:ext cx="259765" cy="562630"/>
          </a:xfrm>
          <a:prstGeom prst="ellipse">
            <a:avLst/>
          </a:prstGeom>
          <a:solidFill>
            <a:schemeClr val="bg1">
              <a:alpha val="0"/>
            </a:schemeClr>
          </a:solidFill>
          <a:ln w="28575" algn="ctr">
            <a:solidFill>
              <a:srgbClr val="FF00FF"/>
            </a:solidFill>
            <a:round/>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72793" name="Line 89">
            <a:extLst>
              <a:ext uri="{FF2B5EF4-FFF2-40B4-BE49-F238E27FC236}">
                <a16:creationId xmlns:a16="http://schemas.microsoft.com/office/drawing/2014/main" id="{52DC1813-0D37-BBBD-C7E7-588E019797D1}"/>
              </a:ext>
            </a:extLst>
          </p:cNvPr>
          <p:cNvSpPr>
            <a:spLocks noChangeShapeType="1"/>
          </p:cNvSpPr>
          <p:nvPr/>
        </p:nvSpPr>
        <p:spPr bwMode="auto">
          <a:xfrm flipH="1" flipV="1">
            <a:off x="5087938" y="4005264"/>
            <a:ext cx="4176712" cy="1584325"/>
          </a:xfrm>
          <a:prstGeom prst="line">
            <a:avLst/>
          </a:prstGeom>
          <a:noFill/>
          <a:ln w="28575">
            <a:solidFill>
              <a:srgbClr val="FF00FF"/>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72794" name="Rectangle 90">
            <a:extLst>
              <a:ext uri="{FF2B5EF4-FFF2-40B4-BE49-F238E27FC236}">
                <a16:creationId xmlns:a16="http://schemas.microsoft.com/office/drawing/2014/main" id="{93B8A56D-E3E2-AB40-5BF1-D762FA562986}"/>
              </a:ext>
            </a:extLst>
          </p:cNvPr>
          <p:cNvSpPr>
            <a:spLocks noChangeArrowheads="1"/>
          </p:cNvSpPr>
          <p:nvPr/>
        </p:nvSpPr>
        <p:spPr bwMode="auto">
          <a:xfrm>
            <a:off x="7823200" y="4500563"/>
            <a:ext cx="2376488" cy="1016000"/>
          </a:xfrm>
          <a:prstGeom prst="rect">
            <a:avLst/>
          </a:prstGeom>
          <a:solidFill>
            <a:srgbClr val="CCFFFF"/>
          </a:solidFill>
          <a:ln w="9525" algn="ctr">
            <a:solidFill>
              <a:srgbClr val="000000"/>
            </a:solidFill>
            <a:miter lim="800000"/>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根据此方法依次求出左边表中的状态转换矩阵即可。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72711"/>
                                        </p:tgtEl>
                                        <p:attrNameLst>
                                          <p:attrName>style.visibility</p:attrName>
                                        </p:attrNameLst>
                                      </p:cBhvr>
                                      <p:to>
                                        <p:strVal val="visible"/>
                                      </p:to>
                                    </p:set>
                                    <p:animEffect transition="in" filter="fade">
                                      <p:cBhvr>
                                        <p:cTn id="11" dur="2000"/>
                                        <p:tgtEl>
                                          <p:spTgt spid="72711"/>
                                        </p:tgtEl>
                                      </p:cBhvr>
                                    </p:animEffect>
                                  </p:childTnLst>
                                </p:cTn>
                              </p:par>
                              <p:par>
                                <p:cTn id="12" presetID="10" presetClass="entr" presetSubtype="0" fill="hold" nodeType="withEffect">
                                  <p:stCondLst>
                                    <p:cond delay="0"/>
                                  </p:stCondLst>
                                  <p:childTnLst>
                                    <p:set>
                                      <p:cBhvr>
                                        <p:cTn id="13" dur="1" fill="hold">
                                          <p:stCondLst>
                                            <p:cond delay="0"/>
                                          </p:stCondLst>
                                        </p:cTn>
                                        <p:tgtEl>
                                          <p:spTgt spid="72712"/>
                                        </p:tgtEl>
                                        <p:attrNameLst>
                                          <p:attrName>style.visibility</p:attrName>
                                        </p:attrNameLst>
                                      </p:cBhvr>
                                      <p:to>
                                        <p:strVal val="visible"/>
                                      </p:to>
                                    </p:set>
                                    <p:animEffect transition="in" filter="fade">
                                      <p:cBhvr>
                                        <p:cTn id="14" dur="2000"/>
                                        <p:tgtEl>
                                          <p:spTgt spid="72712"/>
                                        </p:tgtEl>
                                      </p:cBhvr>
                                    </p:animEffect>
                                  </p:childTnLst>
                                </p:cTn>
                              </p:par>
                              <p:par>
                                <p:cTn id="15" presetID="10" presetClass="entr" presetSubtype="0" fill="hold" nodeType="withEffect">
                                  <p:stCondLst>
                                    <p:cond delay="0"/>
                                  </p:stCondLst>
                                  <p:childTnLst>
                                    <p:set>
                                      <p:cBhvr>
                                        <p:cTn id="16" dur="1" fill="hold">
                                          <p:stCondLst>
                                            <p:cond delay="0"/>
                                          </p:stCondLst>
                                        </p:cTn>
                                        <p:tgtEl>
                                          <p:spTgt spid="72713"/>
                                        </p:tgtEl>
                                        <p:attrNameLst>
                                          <p:attrName>style.visibility</p:attrName>
                                        </p:attrNameLst>
                                      </p:cBhvr>
                                      <p:to>
                                        <p:strVal val="visible"/>
                                      </p:to>
                                    </p:set>
                                    <p:animEffect transition="in" filter="fade">
                                      <p:cBhvr>
                                        <p:cTn id="17" dur="2000"/>
                                        <p:tgtEl>
                                          <p:spTgt spid="72713"/>
                                        </p:tgtEl>
                                      </p:cBhvr>
                                    </p:animEffect>
                                  </p:childTnLst>
                                </p:cTn>
                              </p:par>
                              <p:par>
                                <p:cTn id="18" presetID="10" presetClass="entr" presetSubtype="0" fill="hold" nodeType="withEffect">
                                  <p:stCondLst>
                                    <p:cond delay="0"/>
                                  </p:stCondLst>
                                  <p:childTnLst>
                                    <p:set>
                                      <p:cBhvr>
                                        <p:cTn id="19" dur="1" fill="hold">
                                          <p:stCondLst>
                                            <p:cond delay="0"/>
                                          </p:stCondLst>
                                        </p:cTn>
                                        <p:tgtEl>
                                          <p:spTgt spid="72714"/>
                                        </p:tgtEl>
                                        <p:attrNameLst>
                                          <p:attrName>style.visibility</p:attrName>
                                        </p:attrNameLst>
                                      </p:cBhvr>
                                      <p:to>
                                        <p:strVal val="visible"/>
                                      </p:to>
                                    </p:set>
                                    <p:animEffect transition="in" filter="fade">
                                      <p:cBhvr>
                                        <p:cTn id="20" dur="2000"/>
                                        <p:tgtEl>
                                          <p:spTgt spid="72714"/>
                                        </p:tgtEl>
                                      </p:cBhvr>
                                    </p:animEffect>
                                  </p:childTnLst>
                                </p:cTn>
                              </p:par>
                              <p:par>
                                <p:cTn id="21" presetID="10" presetClass="entr" presetSubtype="0" fill="hold" nodeType="withEffect">
                                  <p:stCondLst>
                                    <p:cond delay="0"/>
                                  </p:stCondLst>
                                  <p:childTnLst>
                                    <p:set>
                                      <p:cBhvr>
                                        <p:cTn id="22" dur="1" fill="hold">
                                          <p:stCondLst>
                                            <p:cond delay="0"/>
                                          </p:stCondLst>
                                        </p:cTn>
                                        <p:tgtEl>
                                          <p:spTgt spid="72715"/>
                                        </p:tgtEl>
                                        <p:attrNameLst>
                                          <p:attrName>style.visibility</p:attrName>
                                        </p:attrNameLst>
                                      </p:cBhvr>
                                      <p:to>
                                        <p:strVal val="visible"/>
                                      </p:to>
                                    </p:set>
                                    <p:animEffect transition="in" filter="fade">
                                      <p:cBhvr>
                                        <p:cTn id="23" dur="2000"/>
                                        <p:tgtEl>
                                          <p:spTgt spid="72715"/>
                                        </p:tgtEl>
                                      </p:cBhvr>
                                    </p:animEffect>
                                  </p:childTnLst>
                                </p:cTn>
                              </p:par>
                              <p:par>
                                <p:cTn id="24" presetID="10" presetClass="entr" presetSubtype="0" fill="hold" nodeType="withEffect">
                                  <p:stCondLst>
                                    <p:cond delay="0"/>
                                  </p:stCondLst>
                                  <p:childTnLst>
                                    <p:set>
                                      <p:cBhvr>
                                        <p:cTn id="25" dur="1" fill="hold">
                                          <p:stCondLst>
                                            <p:cond delay="0"/>
                                          </p:stCondLst>
                                        </p:cTn>
                                        <p:tgtEl>
                                          <p:spTgt spid="72716"/>
                                        </p:tgtEl>
                                        <p:attrNameLst>
                                          <p:attrName>style.visibility</p:attrName>
                                        </p:attrNameLst>
                                      </p:cBhvr>
                                      <p:to>
                                        <p:strVal val="visible"/>
                                      </p:to>
                                    </p:set>
                                    <p:animEffect transition="in" filter="fade">
                                      <p:cBhvr>
                                        <p:cTn id="26" dur="2000"/>
                                        <p:tgtEl>
                                          <p:spTgt spid="72716"/>
                                        </p:tgtEl>
                                      </p:cBhvr>
                                    </p:animEffect>
                                  </p:childTnLst>
                                </p:cTn>
                              </p:par>
                              <p:par>
                                <p:cTn id="27" presetID="10" presetClass="entr" presetSubtype="0" fill="hold" nodeType="withEffect">
                                  <p:stCondLst>
                                    <p:cond delay="0"/>
                                  </p:stCondLst>
                                  <p:childTnLst>
                                    <p:set>
                                      <p:cBhvr>
                                        <p:cTn id="28" dur="1" fill="hold">
                                          <p:stCondLst>
                                            <p:cond delay="0"/>
                                          </p:stCondLst>
                                        </p:cTn>
                                        <p:tgtEl>
                                          <p:spTgt spid="72717"/>
                                        </p:tgtEl>
                                        <p:attrNameLst>
                                          <p:attrName>style.visibility</p:attrName>
                                        </p:attrNameLst>
                                      </p:cBhvr>
                                      <p:to>
                                        <p:strVal val="visible"/>
                                      </p:to>
                                    </p:set>
                                    <p:animEffect transition="in" filter="fade">
                                      <p:cBhvr>
                                        <p:cTn id="29" dur="2000"/>
                                        <p:tgtEl>
                                          <p:spTgt spid="72717"/>
                                        </p:tgtEl>
                                      </p:cBhvr>
                                    </p:animEffect>
                                  </p:childTnLst>
                                </p:cTn>
                              </p:par>
                              <p:par>
                                <p:cTn id="30" presetID="10" presetClass="entr" presetSubtype="0" fill="hold" nodeType="withEffect">
                                  <p:stCondLst>
                                    <p:cond delay="0"/>
                                  </p:stCondLst>
                                  <p:childTnLst>
                                    <p:set>
                                      <p:cBhvr>
                                        <p:cTn id="31" dur="1" fill="hold">
                                          <p:stCondLst>
                                            <p:cond delay="0"/>
                                          </p:stCondLst>
                                        </p:cTn>
                                        <p:tgtEl>
                                          <p:spTgt spid="72718"/>
                                        </p:tgtEl>
                                        <p:attrNameLst>
                                          <p:attrName>style.visibility</p:attrName>
                                        </p:attrNameLst>
                                      </p:cBhvr>
                                      <p:to>
                                        <p:strVal val="visible"/>
                                      </p:to>
                                    </p:set>
                                    <p:animEffect transition="in" filter="fade">
                                      <p:cBhvr>
                                        <p:cTn id="32" dur="2000"/>
                                        <p:tgtEl>
                                          <p:spTgt spid="72718"/>
                                        </p:tgtEl>
                                      </p:cBhvr>
                                    </p:animEffect>
                                  </p:childTnLst>
                                </p:cTn>
                              </p:par>
                              <p:par>
                                <p:cTn id="33" presetID="10" presetClass="entr" presetSubtype="0" fill="hold" nodeType="withEffect">
                                  <p:stCondLst>
                                    <p:cond delay="0"/>
                                  </p:stCondLst>
                                  <p:childTnLst>
                                    <p:set>
                                      <p:cBhvr>
                                        <p:cTn id="34" dur="1" fill="hold">
                                          <p:stCondLst>
                                            <p:cond delay="0"/>
                                          </p:stCondLst>
                                        </p:cTn>
                                        <p:tgtEl>
                                          <p:spTgt spid="72719"/>
                                        </p:tgtEl>
                                        <p:attrNameLst>
                                          <p:attrName>style.visibility</p:attrName>
                                        </p:attrNameLst>
                                      </p:cBhvr>
                                      <p:to>
                                        <p:strVal val="visible"/>
                                      </p:to>
                                    </p:set>
                                    <p:animEffect transition="in" filter="fade">
                                      <p:cBhvr>
                                        <p:cTn id="35" dur="2000"/>
                                        <p:tgtEl>
                                          <p:spTgt spid="72719"/>
                                        </p:tgtEl>
                                      </p:cBhvr>
                                    </p:animEffect>
                                  </p:childTnLst>
                                </p:cTn>
                              </p:par>
                              <p:par>
                                <p:cTn id="36" presetID="10" presetClass="entr" presetSubtype="0" fill="hold" nodeType="withEffect">
                                  <p:stCondLst>
                                    <p:cond delay="0"/>
                                  </p:stCondLst>
                                  <p:childTnLst>
                                    <p:set>
                                      <p:cBhvr>
                                        <p:cTn id="37" dur="1" fill="hold">
                                          <p:stCondLst>
                                            <p:cond delay="0"/>
                                          </p:stCondLst>
                                        </p:cTn>
                                        <p:tgtEl>
                                          <p:spTgt spid="72720"/>
                                        </p:tgtEl>
                                        <p:attrNameLst>
                                          <p:attrName>style.visibility</p:attrName>
                                        </p:attrNameLst>
                                      </p:cBhvr>
                                      <p:to>
                                        <p:strVal val="visible"/>
                                      </p:to>
                                    </p:set>
                                    <p:animEffect transition="in" filter="fade">
                                      <p:cBhvr>
                                        <p:cTn id="38" dur="2000"/>
                                        <p:tgtEl>
                                          <p:spTgt spid="72720"/>
                                        </p:tgtEl>
                                      </p:cBhvr>
                                    </p:animEffect>
                                  </p:childTnLst>
                                </p:cTn>
                              </p:par>
                              <p:par>
                                <p:cTn id="39" presetID="10" presetClass="entr" presetSubtype="0" fill="hold" nodeType="withEffect">
                                  <p:stCondLst>
                                    <p:cond delay="0"/>
                                  </p:stCondLst>
                                  <p:childTnLst>
                                    <p:set>
                                      <p:cBhvr>
                                        <p:cTn id="40" dur="1" fill="hold">
                                          <p:stCondLst>
                                            <p:cond delay="0"/>
                                          </p:stCondLst>
                                        </p:cTn>
                                        <p:tgtEl>
                                          <p:spTgt spid="72721"/>
                                        </p:tgtEl>
                                        <p:attrNameLst>
                                          <p:attrName>style.visibility</p:attrName>
                                        </p:attrNameLst>
                                      </p:cBhvr>
                                      <p:to>
                                        <p:strVal val="visible"/>
                                      </p:to>
                                    </p:set>
                                    <p:animEffect transition="in" filter="fade">
                                      <p:cBhvr>
                                        <p:cTn id="41" dur="2000"/>
                                        <p:tgtEl>
                                          <p:spTgt spid="72721"/>
                                        </p:tgtEl>
                                      </p:cBhvr>
                                    </p:animEffect>
                                  </p:childTnLst>
                                </p:cTn>
                              </p:par>
                              <p:par>
                                <p:cTn id="42" presetID="10" presetClass="entr" presetSubtype="0" fill="hold" nodeType="withEffect">
                                  <p:stCondLst>
                                    <p:cond delay="0"/>
                                  </p:stCondLst>
                                  <p:childTnLst>
                                    <p:set>
                                      <p:cBhvr>
                                        <p:cTn id="43" dur="1" fill="hold">
                                          <p:stCondLst>
                                            <p:cond delay="0"/>
                                          </p:stCondLst>
                                        </p:cTn>
                                        <p:tgtEl>
                                          <p:spTgt spid="72722"/>
                                        </p:tgtEl>
                                        <p:attrNameLst>
                                          <p:attrName>style.visibility</p:attrName>
                                        </p:attrNameLst>
                                      </p:cBhvr>
                                      <p:to>
                                        <p:strVal val="visible"/>
                                      </p:to>
                                    </p:set>
                                    <p:animEffect transition="in" filter="fade">
                                      <p:cBhvr>
                                        <p:cTn id="44" dur="2000"/>
                                        <p:tgtEl>
                                          <p:spTgt spid="72722"/>
                                        </p:tgtEl>
                                      </p:cBhvr>
                                    </p:animEffect>
                                  </p:childTnLst>
                                </p:cTn>
                              </p:par>
                              <p:par>
                                <p:cTn id="45" presetID="10" presetClass="entr" presetSubtype="0" fill="hold" nodeType="withEffect">
                                  <p:stCondLst>
                                    <p:cond delay="0"/>
                                  </p:stCondLst>
                                  <p:childTnLst>
                                    <p:set>
                                      <p:cBhvr>
                                        <p:cTn id="46" dur="1" fill="hold">
                                          <p:stCondLst>
                                            <p:cond delay="0"/>
                                          </p:stCondLst>
                                        </p:cTn>
                                        <p:tgtEl>
                                          <p:spTgt spid="72723"/>
                                        </p:tgtEl>
                                        <p:attrNameLst>
                                          <p:attrName>style.visibility</p:attrName>
                                        </p:attrNameLst>
                                      </p:cBhvr>
                                      <p:to>
                                        <p:strVal val="visible"/>
                                      </p:to>
                                    </p:set>
                                    <p:animEffect transition="in" filter="fade">
                                      <p:cBhvr>
                                        <p:cTn id="47" dur="2000"/>
                                        <p:tgtEl>
                                          <p:spTgt spid="72723"/>
                                        </p:tgtEl>
                                      </p:cBhvr>
                                    </p:animEffect>
                                  </p:childTnLst>
                                </p:cTn>
                              </p:par>
                              <p:par>
                                <p:cTn id="48" presetID="10" presetClass="entr" presetSubtype="0" fill="hold" nodeType="withEffect">
                                  <p:stCondLst>
                                    <p:cond delay="0"/>
                                  </p:stCondLst>
                                  <p:childTnLst>
                                    <p:set>
                                      <p:cBhvr>
                                        <p:cTn id="49" dur="1" fill="hold">
                                          <p:stCondLst>
                                            <p:cond delay="0"/>
                                          </p:stCondLst>
                                        </p:cTn>
                                        <p:tgtEl>
                                          <p:spTgt spid="72724"/>
                                        </p:tgtEl>
                                        <p:attrNameLst>
                                          <p:attrName>style.visibility</p:attrName>
                                        </p:attrNameLst>
                                      </p:cBhvr>
                                      <p:to>
                                        <p:strVal val="visible"/>
                                      </p:to>
                                    </p:set>
                                    <p:animEffect transition="in" filter="fade">
                                      <p:cBhvr>
                                        <p:cTn id="50" dur="2000"/>
                                        <p:tgtEl>
                                          <p:spTgt spid="72724"/>
                                        </p:tgtEl>
                                      </p:cBhvr>
                                    </p:animEffect>
                                  </p:childTnLst>
                                </p:cTn>
                              </p:par>
                              <p:par>
                                <p:cTn id="51" presetID="10" presetClass="entr" presetSubtype="0" fill="hold" nodeType="withEffect">
                                  <p:stCondLst>
                                    <p:cond delay="0"/>
                                  </p:stCondLst>
                                  <p:childTnLst>
                                    <p:set>
                                      <p:cBhvr>
                                        <p:cTn id="52" dur="1" fill="hold">
                                          <p:stCondLst>
                                            <p:cond delay="0"/>
                                          </p:stCondLst>
                                        </p:cTn>
                                        <p:tgtEl>
                                          <p:spTgt spid="72725"/>
                                        </p:tgtEl>
                                        <p:attrNameLst>
                                          <p:attrName>style.visibility</p:attrName>
                                        </p:attrNameLst>
                                      </p:cBhvr>
                                      <p:to>
                                        <p:strVal val="visible"/>
                                      </p:to>
                                    </p:set>
                                    <p:animEffect transition="in" filter="fade">
                                      <p:cBhvr>
                                        <p:cTn id="53" dur="2000"/>
                                        <p:tgtEl>
                                          <p:spTgt spid="72725"/>
                                        </p:tgtEl>
                                      </p:cBhvr>
                                    </p:animEffect>
                                  </p:childTnLst>
                                </p:cTn>
                              </p:par>
                              <p:par>
                                <p:cTn id="54" presetID="10" presetClass="entr" presetSubtype="0" fill="hold" nodeType="withEffect">
                                  <p:stCondLst>
                                    <p:cond delay="0"/>
                                  </p:stCondLst>
                                  <p:childTnLst>
                                    <p:set>
                                      <p:cBhvr>
                                        <p:cTn id="55" dur="1" fill="hold">
                                          <p:stCondLst>
                                            <p:cond delay="0"/>
                                          </p:stCondLst>
                                        </p:cTn>
                                        <p:tgtEl>
                                          <p:spTgt spid="72726"/>
                                        </p:tgtEl>
                                        <p:attrNameLst>
                                          <p:attrName>style.visibility</p:attrName>
                                        </p:attrNameLst>
                                      </p:cBhvr>
                                      <p:to>
                                        <p:strVal val="visible"/>
                                      </p:to>
                                    </p:set>
                                    <p:animEffect transition="in" filter="fade">
                                      <p:cBhvr>
                                        <p:cTn id="56" dur="2000"/>
                                        <p:tgtEl>
                                          <p:spTgt spid="72726"/>
                                        </p:tgtEl>
                                      </p:cBhvr>
                                    </p:animEffect>
                                  </p:childTnLst>
                                </p:cTn>
                              </p:par>
                              <p:par>
                                <p:cTn id="57" presetID="10" presetClass="entr" presetSubtype="0" fill="hold" nodeType="withEffect">
                                  <p:stCondLst>
                                    <p:cond delay="0"/>
                                  </p:stCondLst>
                                  <p:childTnLst>
                                    <p:set>
                                      <p:cBhvr>
                                        <p:cTn id="58" dur="1" fill="hold">
                                          <p:stCondLst>
                                            <p:cond delay="0"/>
                                          </p:stCondLst>
                                        </p:cTn>
                                        <p:tgtEl>
                                          <p:spTgt spid="72727"/>
                                        </p:tgtEl>
                                        <p:attrNameLst>
                                          <p:attrName>style.visibility</p:attrName>
                                        </p:attrNameLst>
                                      </p:cBhvr>
                                      <p:to>
                                        <p:strVal val="visible"/>
                                      </p:to>
                                    </p:set>
                                    <p:animEffect transition="in" filter="fade">
                                      <p:cBhvr>
                                        <p:cTn id="59" dur="2000"/>
                                        <p:tgtEl>
                                          <p:spTgt spid="72727"/>
                                        </p:tgtEl>
                                      </p:cBhvr>
                                    </p:animEffect>
                                  </p:childTnLst>
                                </p:cTn>
                              </p:par>
                              <p:par>
                                <p:cTn id="60" presetID="10" presetClass="entr" presetSubtype="0" fill="hold" nodeType="withEffect">
                                  <p:stCondLst>
                                    <p:cond delay="0"/>
                                  </p:stCondLst>
                                  <p:childTnLst>
                                    <p:set>
                                      <p:cBhvr>
                                        <p:cTn id="61" dur="1" fill="hold">
                                          <p:stCondLst>
                                            <p:cond delay="0"/>
                                          </p:stCondLst>
                                        </p:cTn>
                                        <p:tgtEl>
                                          <p:spTgt spid="72728"/>
                                        </p:tgtEl>
                                        <p:attrNameLst>
                                          <p:attrName>style.visibility</p:attrName>
                                        </p:attrNameLst>
                                      </p:cBhvr>
                                      <p:to>
                                        <p:strVal val="visible"/>
                                      </p:to>
                                    </p:set>
                                    <p:animEffect transition="in" filter="fade">
                                      <p:cBhvr>
                                        <p:cTn id="62" dur="2000"/>
                                        <p:tgtEl>
                                          <p:spTgt spid="72728"/>
                                        </p:tgtEl>
                                      </p:cBhvr>
                                    </p:animEffect>
                                  </p:childTnLst>
                                </p:cTn>
                              </p:par>
                              <p:par>
                                <p:cTn id="63" presetID="10" presetClass="entr" presetSubtype="0" fill="hold" nodeType="withEffect">
                                  <p:stCondLst>
                                    <p:cond delay="0"/>
                                  </p:stCondLst>
                                  <p:childTnLst>
                                    <p:set>
                                      <p:cBhvr>
                                        <p:cTn id="64" dur="1" fill="hold">
                                          <p:stCondLst>
                                            <p:cond delay="0"/>
                                          </p:stCondLst>
                                        </p:cTn>
                                        <p:tgtEl>
                                          <p:spTgt spid="72729"/>
                                        </p:tgtEl>
                                        <p:attrNameLst>
                                          <p:attrName>style.visibility</p:attrName>
                                        </p:attrNameLst>
                                      </p:cBhvr>
                                      <p:to>
                                        <p:strVal val="visible"/>
                                      </p:to>
                                    </p:set>
                                    <p:animEffect transition="in" filter="fade">
                                      <p:cBhvr>
                                        <p:cTn id="65" dur="2000"/>
                                        <p:tgtEl>
                                          <p:spTgt spid="72729"/>
                                        </p:tgtEl>
                                      </p:cBhvr>
                                    </p:animEffect>
                                  </p:childTnLst>
                                </p:cTn>
                              </p:par>
                              <p:par>
                                <p:cTn id="66" presetID="10" presetClass="entr" presetSubtype="0" fill="hold" nodeType="withEffect">
                                  <p:stCondLst>
                                    <p:cond delay="0"/>
                                  </p:stCondLst>
                                  <p:childTnLst>
                                    <p:set>
                                      <p:cBhvr>
                                        <p:cTn id="67" dur="1" fill="hold">
                                          <p:stCondLst>
                                            <p:cond delay="0"/>
                                          </p:stCondLst>
                                        </p:cTn>
                                        <p:tgtEl>
                                          <p:spTgt spid="72730"/>
                                        </p:tgtEl>
                                        <p:attrNameLst>
                                          <p:attrName>style.visibility</p:attrName>
                                        </p:attrNameLst>
                                      </p:cBhvr>
                                      <p:to>
                                        <p:strVal val="visible"/>
                                      </p:to>
                                    </p:set>
                                    <p:animEffect transition="in" filter="fade">
                                      <p:cBhvr>
                                        <p:cTn id="68" dur="2000"/>
                                        <p:tgtEl>
                                          <p:spTgt spid="72730"/>
                                        </p:tgtEl>
                                      </p:cBhvr>
                                    </p:animEffect>
                                  </p:childTnLst>
                                </p:cTn>
                              </p:par>
                              <p:par>
                                <p:cTn id="69" presetID="10" presetClass="entr" presetSubtype="0" fill="hold" nodeType="withEffect">
                                  <p:stCondLst>
                                    <p:cond delay="0"/>
                                  </p:stCondLst>
                                  <p:childTnLst>
                                    <p:set>
                                      <p:cBhvr>
                                        <p:cTn id="70" dur="1" fill="hold">
                                          <p:stCondLst>
                                            <p:cond delay="0"/>
                                          </p:stCondLst>
                                        </p:cTn>
                                        <p:tgtEl>
                                          <p:spTgt spid="72731"/>
                                        </p:tgtEl>
                                        <p:attrNameLst>
                                          <p:attrName>style.visibility</p:attrName>
                                        </p:attrNameLst>
                                      </p:cBhvr>
                                      <p:to>
                                        <p:strVal val="visible"/>
                                      </p:to>
                                    </p:set>
                                    <p:animEffect transition="in" filter="fade">
                                      <p:cBhvr>
                                        <p:cTn id="71" dur="2000"/>
                                        <p:tgtEl>
                                          <p:spTgt spid="72731"/>
                                        </p:tgtEl>
                                      </p:cBhvr>
                                    </p:animEffect>
                                  </p:childTnLst>
                                </p:cTn>
                              </p:par>
                              <p:par>
                                <p:cTn id="72" presetID="10" presetClass="entr" presetSubtype="0" fill="hold" nodeType="withEffect">
                                  <p:stCondLst>
                                    <p:cond delay="0"/>
                                  </p:stCondLst>
                                  <p:childTnLst>
                                    <p:set>
                                      <p:cBhvr>
                                        <p:cTn id="73" dur="1" fill="hold">
                                          <p:stCondLst>
                                            <p:cond delay="0"/>
                                          </p:stCondLst>
                                        </p:cTn>
                                        <p:tgtEl>
                                          <p:spTgt spid="72732"/>
                                        </p:tgtEl>
                                        <p:attrNameLst>
                                          <p:attrName>style.visibility</p:attrName>
                                        </p:attrNameLst>
                                      </p:cBhvr>
                                      <p:to>
                                        <p:strVal val="visible"/>
                                      </p:to>
                                    </p:set>
                                    <p:animEffect transition="in" filter="fade">
                                      <p:cBhvr>
                                        <p:cTn id="74" dur="2000"/>
                                        <p:tgtEl>
                                          <p:spTgt spid="72732"/>
                                        </p:tgtEl>
                                      </p:cBhvr>
                                    </p:animEffect>
                                  </p:childTnLst>
                                </p:cTn>
                              </p:par>
                              <p:par>
                                <p:cTn id="75" presetID="10" presetClass="entr" presetSubtype="0" fill="hold" nodeType="withEffect">
                                  <p:stCondLst>
                                    <p:cond delay="0"/>
                                  </p:stCondLst>
                                  <p:childTnLst>
                                    <p:set>
                                      <p:cBhvr>
                                        <p:cTn id="76" dur="1" fill="hold">
                                          <p:stCondLst>
                                            <p:cond delay="0"/>
                                          </p:stCondLst>
                                        </p:cTn>
                                        <p:tgtEl>
                                          <p:spTgt spid="72733"/>
                                        </p:tgtEl>
                                        <p:attrNameLst>
                                          <p:attrName>style.visibility</p:attrName>
                                        </p:attrNameLst>
                                      </p:cBhvr>
                                      <p:to>
                                        <p:strVal val="visible"/>
                                      </p:to>
                                    </p:set>
                                    <p:animEffect transition="in" filter="fade">
                                      <p:cBhvr>
                                        <p:cTn id="77" dur="2000"/>
                                        <p:tgtEl>
                                          <p:spTgt spid="72733"/>
                                        </p:tgtEl>
                                      </p:cBhvr>
                                    </p:animEffect>
                                  </p:childTnLst>
                                </p:cTn>
                              </p:par>
                              <p:par>
                                <p:cTn id="78" presetID="10" presetClass="entr" presetSubtype="0" fill="hold" nodeType="withEffect">
                                  <p:stCondLst>
                                    <p:cond delay="0"/>
                                  </p:stCondLst>
                                  <p:childTnLst>
                                    <p:set>
                                      <p:cBhvr>
                                        <p:cTn id="79" dur="1" fill="hold">
                                          <p:stCondLst>
                                            <p:cond delay="0"/>
                                          </p:stCondLst>
                                        </p:cTn>
                                        <p:tgtEl>
                                          <p:spTgt spid="72735"/>
                                        </p:tgtEl>
                                        <p:attrNameLst>
                                          <p:attrName>style.visibility</p:attrName>
                                        </p:attrNameLst>
                                      </p:cBhvr>
                                      <p:to>
                                        <p:strVal val="visible"/>
                                      </p:to>
                                    </p:set>
                                    <p:animEffect transition="in" filter="fade">
                                      <p:cBhvr>
                                        <p:cTn id="80" dur="2000"/>
                                        <p:tgtEl>
                                          <p:spTgt spid="72735"/>
                                        </p:tgtEl>
                                      </p:cBhvr>
                                    </p:animEffect>
                                  </p:childTnLst>
                                </p:cTn>
                              </p:par>
                              <p:par>
                                <p:cTn id="81" presetID="10" presetClass="entr" presetSubtype="0" fill="hold" nodeType="withEffect">
                                  <p:stCondLst>
                                    <p:cond delay="0"/>
                                  </p:stCondLst>
                                  <p:childTnLst>
                                    <p:set>
                                      <p:cBhvr>
                                        <p:cTn id="82" dur="1" fill="hold">
                                          <p:stCondLst>
                                            <p:cond delay="0"/>
                                          </p:stCondLst>
                                        </p:cTn>
                                        <p:tgtEl>
                                          <p:spTgt spid="72734"/>
                                        </p:tgtEl>
                                        <p:attrNameLst>
                                          <p:attrName>style.visibility</p:attrName>
                                        </p:attrNameLst>
                                      </p:cBhvr>
                                      <p:to>
                                        <p:strVal val="visible"/>
                                      </p:to>
                                    </p:set>
                                    <p:animEffect transition="in" filter="fade">
                                      <p:cBhvr>
                                        <p:cTn id="83" dur="2000"/>
                                        <p:tgtEl>
                                          <p:spTgt spid="72734"/>
                                        </p:tgtEl>
                                      </p:cBhvr>
                                    </p:animEffect>
                                  </p:childTnLst>
                                </p:cTn>
                              </p:par>
                              <p:par>
                                <p:cTn id="84" presetID="10" presetClass="entr" presetSubtype="0" fill="hold" nodeType="with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fade">
                                      <p:cBhvr>
                                        <p:cTn id="86" dur="2000"/>
                                        <p:tgtEl>
                                          <p:spTgt spid="4"/>
                                        </p:tgtEl>
                                      </p:cBhvr>
                                    </p:animEffect>
                                  </p:childTnLst>
                                </p:cTn>
                              </p:par>
                              <p:par>
                                <p:cTn id="87" presetID="10" presetClass="entr" presetSubtype="0" fill="hold" nodeType="with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fade">
                                      <p:cBhvr>
                                        <p:cTn id="89" dur="2000"/>
                                        <p:tgtEl>
                                          <p:spTgt spid="5"/>
                                        </p:tgtEl>
                                      </p:cBhvr>
                                    </p:animEffect>
                                  </p:childTnLst>
                                </p:cTn>
                              </p:par>
                              <p:par>
                                <p:cTn id="90" presetID="10" presetClass="entr" presetSubtype="0" fill="hold" nodeType="with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fade">
                                      <p:cBhvr>
                                        <p:cTn id="92" dur="2000"/>
                                        <p:tgtEl>
                                          <p:spTgt spid="6"/>
                                        </p:tgtEl>
                                      </p:cBhvr>
                                    </p:animEffect>
                                  </p:childTnLst>
                                </p:cTn>
                              </p:par>
                              <p:par>
                                <p:cTn id="93" presetID="10" presetClass="entr" presetSubtype="0" fill="hold" nodeType="withEffect">
                                  <p:stCondLst>
                                    <p:cond delay="0"/>
                                  </p:stCondLst>
                                  <p:childTnLst>
                                    <p:set>
                                      <p:cBhvr>
                                        <p:cTn id="94" dur="1" fill="hold">
                                          <p:stCondLst>
                                            <p:cond delay="0"/>
                                          </p:stCondLst>
                                        </p:cTn>
                                        <p:tgtEl>
                                          <p:spTgt spid="72745"/>
                                        </p:tgtEl>
                                        <p:attrNameLst>
                                          <p:attrName>style.visibility</p:attrName>
                                        </p:attrNameLst>
                                      </p:cBhvr>
                                      <p:to>
                                        <p:strVal val="visible"/>
                                      </p:to>
                                    </p:set>
                                    <p:animEffect transition="in" filter="fade">
                                      <p:cBhvr>
                                        <p:cTn id="95" dur="2000"/>
                                        <p:tgtEl>
                                          <p:spTgt spid="72745"/>
                                        </p:tgtEl>
                                      </p:cBhvr>
                                    </p:animEffect>
                                  </p:childTnLst>
                                </p:cTn>
                              </p:par>
                              <p:par>
                                <p:cTn id="96" presetID="10" presetClass="entr" presetSubtype="0" fill="hold" nodeType="withEffect">
                                  <p:stCondLst>
                                    <p:cond delay="0"/>
                                  </p:stCondLst>
                                  <p:childTnLst>
                                    <p:set>
                                      <p:cBhvr>
                                        <p:cTn id="97" dur="1" fill="hold">
                                          <p:stCondLst>
                                            <p:cond delay="0"/>
                                          </p:stCondLst>
                                        </p:cTn>
                                        <p:tgtEl>
                                          <p:spTgt spid="72746"/>
                                        </p:tgtEl>
                                        <p:attrNameLst>
                                          <p:attrName>style.visibility</p:attrName>
                                        </p:attrNameLst>
                                      </p:cBhvr>
                                      <p:to>
                                        <p:strVal val="visible"/>
                                      </p:to>
                                    </p:set>
                                    <p:animEffect transition="in" filter="fade">
                                      <p:cBhvr>
                                        <p:cTn id="98" dur="2000"/>
                                        <p:tgtEl>
                                          <p:spTgt spid="72746"/>
                                        </p:tgtEl>
                                      </p:cBhvr>
                                    </p:animEffect>
                                  </p:childTnLst>
                                </p:cTn>
                              </p:par>
                              <p:par>
                                <p:cTn id="99" presetID="10" presetClass="entr" presetSubtype="0" fill="hold" nodeType="withEffect">
                                  <p:stCondLst>
                                    <p:cond delay="0"/>
                                  </p:stCondLst>
                                  <p:childTnLst>
                                    <p:set>
                                      <p:cBhvr>
                                        <p:cTn id="100" dur="1" fill="hold">
                                          <p:stCondLst>
                                            <p:cond delay="0"/>
                                          </p:stCondLst>
                                        </p:cTn>
                                        <p:tgtEl>
                                          <p:spTgt spid="72747"/>
                                        </p:tgtEl>
                                        <p:attrNameLst>
                                          <p:attrName>style.visibility</p:attrName>
                                        </p:attrNameLst>
                                      </p:cBhvr>
                                      <p:to>
                                        <p:strVal val="visible"/>
                                      </p:to>
                                    </p:set>
                                    <p:animEffect transition="in" filter="fade">
                                      <p:cBhvr>
                                        <p:cTn id="101" dur="2000"/>
                                        <p:tgtEl>
                                          <p:spTgt spid="72747"/>
                                        </p:tgtEl>
                                      </p:cBhvr>
                                    </p:animEffect>
                                  </p:childTnLst>
                                </p:cTn>
                              </p:par>
                              <p:par>
                                <p:cTn id="102" presetID="10" presetClass="entr" presetSubtype="0" fill="hold" nodeType="withEffect">
                                  <p:stCondLst>
                                    <p:cond delay="0"/>
                                  </p:stCondLst>
                                  <p:childTnLst>
                                    <p:set>
                                      <p:cBhvr>
                                        <p:cTn id="103" dur="1" fill="hold">
                                          <p:stCondLst>
                                            <p:cond delay="0"/>
                                          </p:stCondLst>
                                        </p:cTn>
                                        <p:tgtEl>
                                          <p:spTgt spid="72748"/>
                                        </p:tgtEl>
                                        <p:attrNameLst>
                                          <p:attrName>style.visibility</p:attrName>
                                        </p:attrNameLst>
                                      </p:cBhvr>
                                      <p:to>
                                        <p:strVal val="visible"/>
                                      </p:to>
                                    </p:set>
                                    <p:animEffect transition="in" filter="fade">
                                      <p:cBhvr>
                                        <p:cTn id="104" dur="2000"/>
                                        <p:tgtEl>
                                          <p:spTgt spid="72748"/>
                                        </p:tgtEl>
                                      </p:cBhvr>
                                    </p:animEffect>
                                  </p:childTnLst>
                                </p:cTn>
                              </p:par>
                              <p:par>
                                <p:cTn id="105" presetID="10" presetClass="entr" presetSubtype="0" fill="hold" nodeType="withEffect">
                                  <p:stCondLst>
                                    <p:cond delay="0"/>
                                  </p:stCondLst>
                                  <p:childTnLst>
                                    <p:set>
                                      <p:cBhvr>
                                        <p:cTn id="106" dur="1" fill="hold">
                                          <p:stCondLst>
                                            <p:cond delay="0"/>
                                          </p:stCondLst>
                                        </p:cTn>
                                        <p:tgtEl>
                                          <p:spTgt spid="72749"/>
                                        </p:tgtEl>
                                        <p:attrNameLst>
                                          <p:attrName>style.visibility</p:attrName>
                                        </p:attrNameLst>
                                      </p:cBhvr>
                                      <p:to>
                                        <p:strVal val="visible"/>
                                      </p:to>
                                    </p:set>
                                    <p:animEffect transition="in" filter="fade">
                                      <p:cBhvr>
                                        <p:cTn id="107" dur="2000"/>
                                        <p:tgtEl>
                                          <p:spTgt spid="72749"/>
                                        </p:tgtEl>
                                      </p:cBhvr>
                                    </p:animEffect>
                                  </p:childTnLst>
                                </p:cTn>
                              </p:par>
                            </p:childTnLst>
                          </p:cTn>
                        </p:par>
                        <p:par>
                          <p:cTn id="108" fill="hold" nodeType="afterGroup">
                            <p:stCondLst>
                              <p:cond delay="3000"/>
                            </p:stCondLst>
                            <p:childTnLst>
                              <p:par>
                                <p:cTn id="109" presetID="10" presetClass="entr" presetSubtype="0" fill="hold" nodeType="afterEffect">
                                  <p:stCondLst>
                                    <p:cond delay="0"/>
                                  </p:stCondLst>
                                  <p:childTnLst>
                                    <p:set>
                                      <p:cBhvr>
                                        <p:cTn id="110" dur="1" fill="hold">
                                          <p:stCondLst>
                                            <p:cond delay="0"/>
                                          </p:stCondLst>
                                        </p:cTn>
                                        <p:tgtEl>
                                          <p:spTgt spid="72750"/>
                                        </p:tgtEl>
                                        <p:attrNameLst>
                                          <p:attrName>style.visibility</p:attrName>
                                        </p:attrNameLst>
                                      </p:cBhvr>
                                      <p:to>
                                        <p:strVal val="visible"/>
                                      </p:to>
                                    </p:set>
                                    <p:animEffect transition="in" filter="fade">
                                      <p:cBhvr>
                                        <p:cTn id="111" dur="2000"/>
                                        <p:tgtEl>
                                          <p:spTgt spid="72750"/>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 presetClass="entr" presetSubtype="2" fill="hold" nodeType="clickEffect">
                                  <p:stCondLst>
                                    <p:cond delay="0"/>
                                  </p:stCondLst>
                                  <p:childTnLst>
                                    <p:set>
                                      <p:cBhvr>
                                        <p:cTn id="115" dur="1" fill="hold">
                                          <p:stCondLst>
                                            <p:cond delay="0"/>
                                          </p:stCondLst>
                                        </p:cTn>
                                        <p:tgtEl>
                                          <p:spTgt spid="72788"/>
                                        </p:tgtEl>
                                        <p:attrNameLst>
                                          <p:attrName>style.visibility</p:attrName>
                                        </p:attrNameLst>
                                      </p:cBhvr>
                                      <p:to>
                                        <p:strVal val="visible"/>
                                      </p:to>
                                    </p:set>
                                    <p:anim calcmode="lin" valueType="num">
                                      <p:cBhvr additive="base">
                                        <p:cTn id="116" dur="1000" fill="hold"/>
                                        <p:tgtEl>
                                          <p:spTgt spid="72788"/>
                                        </p:tgtEl>
                                        <p:attrNameLst>
                                          <p:attrName>ppt_x</p:attrName>
                                        </p:attrNameLst>
                                      </p:cBhvr>
                                      <p:tavLst>
                                        <p:tav tm="0">
                                          <p:val>
                                            <p:strVal val="1+#ppt_w/2"/>
                                          </p:val>
                                        </p:tav>
                                        <p:tav tm="100000">
                                          <p:val>
                                            <p:strVal val="#ppt_x"/>
                                          </p:val>
                                        </p:tav>
                                      </p:tavLst>
                                    </p:anim>
                                    <p:anim calcmode="lin" valueType="num">
                                      <p:cBhvr additive="base">
                                        <p:cTn id="117" dur="1000" fill="hold"/>
                                        <p:tgtEl>
                                          <p:spTgt spid="72788"/>
                                        </p:tgtEl>
                                        <p:attrNameLst>
                                          <p:attrName>ppt_y</p:attrName>
                                        </p:attrNameLst>
                                      </p:cBhvr>
                                      <p:tavLst>
                                        <p:tav tm="0">
                                          <p:val>
                                            <p:strVal val="#ppt_y"/>
                                          </p:val>
                                        </p:tav>
                                        <p:tav tm="100000">
                                          <p:val>
                                            <p:strVal val="#ppt_y"/>
                                          </p:val>
                                        </p:tav>
                                      </p:tavLst>
                                    </p:anim>
                                  </p:childTnLst>
                                </p:cTn>
                              </p:par>
                            </p:childTnLst>
                          </p:cTn>
                        </p:par>
                        <p:par>
                          <p:cTn id="118" fill="hold" nodeType="afterGroup">
                            <p:stCondLst>
                              <p:cond delay="1000"/>
                            </p:stCondLst>
                            <p:childTnLst>
                              <p:par>
                                <p:cTn id="119" presetID="2" presetClass="entr" presetSubtype="1" fill="hold" nodeType="afterEffect">
                                  <p:stCondLst>
                                    <p:cond delay="0"/>
                                  </p:stCondLst>
                                  <p:childTnLst>
                                    <p:set>
                                      <p:cBhvr>
                                        <p:cTn id="120" dur="1" fill="hold">
                                          <p:stCondLst>
                                            <p:cond delay="0"/>
                                          </p:stCondLst>
                                        </p:cTn>
                                        <p:tgtEl>
                                          <p:spTgt spid="72789"/>
                                        </p:tgtEl>
                                        <p:attrNameLst>
                                          <p:attrName>style.visibility</p:attrName>
                                        </p:attrNameLst>
                                      </p:cBhvr>
                                      <p:to>
                                        <p:strVal val="visible"/>
                                      </p:to>
                                    </p:set>
                                    <p:anim calcmode="lin" valueType="num">
                                      <p:cBhvr additive="base">
                                        <p:cTn id="121" dur="1000" fill="hold"/>
                                        <p:tgtEl>
                                          <p:spTgt spid="72789"/>
                                        </p:tgtEl>
                                        <p:attrNameLst>
                                          <p:attrName>ppt_x</p:attrName>
                                        </p:attrNameLst>
                                      </p:cBhvr>
                                      <p:tavLst>
                                        <p:tav tm="0">
                                          <p:val>
                                            <p:strVal val="#ppt_x"/>
                                          </p:val>
                                        </p:tav>
                                        <p:tav tm="100000">
                                          <p:val>
                                            <p:strVal val="#ppt_x"/>
                                          </p:val>
                                        </p:tav>
                                      </p:tavLst>
                                    </p:anim>
                                    <p:anim calcmode="lin" valueType="num">
                                      <p:cBhvr additive="base">
                                        <p:cTn id="122" dur="1000" fill="hold"/>
                                        <p:tgtEl>
                                          <p:spTgt spid="72789"/>
                                        </p:tgtEl>
                                        <p:attrNameLst>
                                          <p:attrName>ppt_y</p:attrName>
                                        </p:attrNameLst>
                                      </p:cBhvr>
                                      <p:tavLst>
                                        <p:tav tm="0">
                                          <p:val>
                                            <p:strVal val="0-#ppt_h/2"/>
                                          </p:val>
                                        </p:tav>
                                        <p:tav tm="100000">
                                          <p:val>
                                            <p:strVal val="#ppt_y"/>
                                          </p:val>
                                        </p:tav>
                                      </p:tavLst>
                                    </p:anim>
                                  </p:childTnLst>
                                </p:cTn>
                              </p:par>
                            </p:childTnLst>
                          </p:cTn>
                        </p:par>
                        <p:par>
                          <p:cTn id="123" fill="hold" nodeType="afterGroup">
                            <p:stCondLst>
                              <p:cond delay="2000"/>
                            </p:stCondLst>
                            <p:childTnLst>
                              <p:par>
                                <p:cTn id="124" presetID="7" presetClass="emph" presetSubtype="2" fill="hold" nodeType="afterEffect">
                                  <p:stCondLst>
                                    <p:cond delay="0"/>
                                  </p:stCondLst>
                                  <p:childTnLst>
                                    <p:animClr clrSpc="rgb" dir="cw">
                                      <p:cBhvr>
                                        <p:cTn id="125" dur="2000" fill="hold"/>
                                        <p:tgtEl>
                                          <p:spTgt spid="72713"/>
                                        </p:tgtEl>
                                        <p:attrNameLst>
                                          <p:attrName>stroke.color</p:attrName>
                                        </p:attrNameLst>
                                      </p:cBhvr>
                                      <p:to>
                                        <a:schemeClr val="hlink"/>
                                      </p:to>
                                    </p:animClr>
                                    <p:set>
                                      <p:cBhvr>
                                        <p:cTn id="126" dur="2000" fill="hold"/>
                                        <p:tgtEl>
                                          <p:spTgt spid="72713"/>
                                        </p:tgtEl>
                                        <p:attrNameLst>
                                          <p:attrName>stroke.on</p:attrName>
                                        </p:attrNameLst>
                                      </p:cBhvr>
                                      <p:to>
                                        <p:strVal val="true"/>
                                      </p:to>
                                    </p:set>
                                  </p:childTnLst>
                                </p:cTn>
                              </p:par>
                              <p:par>
                                <p:cTn id="127" presetID="7" presetClass="emph" presetSubtype="2" fill="hold" nodeType="withEffect">
                                  <p:stCondLst>
                                    <p:cond delay="0"/>
                                  </p:stCondLst>
                                  <p:childTnLst>
                                    <p:animClr clrSpc="rgb" dir="cw">
                                      <p:cBhvr>
                                        <p:cTn id="128" dur="2000" fill="hold"/>
                                        <p:tgtEl>
                                          <p:spTgt spid="72715"/>
                                        </p:tgtEl>
                                        <p:attrNameLst>
                                          <p:attrName>stroke.color</p:attrName>
                                        </p:attrNameLst>
                                      </p:cBhvr>
                                      <p:to>
                                        <a:schemeClr val="hlink"/>
                                      </p:to>
                                    </p:animClr>
                                    <p:set>
                                      <p:cBhvr>
                                        <p:cTn id="129" dur="2000" fill="hold"/>
                                        <p:tgtEl>
                                          <p:spTgt spid="72715"/>
                                        </p:tgtEl>
                                        <p:attrNameLst>
                                          <p:attrName>stroke.on</p:attrName>
                                        </p:attrNameLst>
                                      </p:cBhvr>
                                      <p:to>
                                        <p:strVal val="true"/>
                                      </p:to>
                                    </p:set>
                                  </p:childTnLst>
                                </p:cTn>
                              </p:par>
                              <p:par>
                                <p:cTn id="130" presetID="7" presetClass="emph" presetSubtype="2" fill="hold" nodeType="withEffect">
                                  <p:stCondLst>
                                    <p:cond delay="0"/>
                                  </p:stCondLst>
                                  <p:childTnLst>
                                    <p:animClr clrSpc="rgb" dir="cw">
                                      <p:cBhvr>
                                        <p:cTn id="131" dur="2000" fill="hold"/>
                                        <p:tgtEl>
                                          <p:spTgt spid="72714"/>
                                        </p:tgtEl>
                                        <p:attrNameLst>
                                          <p:attrName>stroke.color</p:attrName>
                                        </p:attrNameLst>
                                      </p:cBhvr>
                                      <p:to>
                                        <a:schemeClr val="hlink"/>
                                      </p:to>
                                    </p:animClr>
                                    <p:set>
                                      <p:cBhvr>
                                        <p:cTn id="132" dur="2000" fill="hold"/>
                                        <p:tgtEl>
                                          <p:spTgt spid="72714"/>
                                        </p:tgtEl>
                                        <p:attrNameLst>
                                          <p:attrName>stroke.on</p:attrName>
                                        </p:attrNameLst>
                                      </p:cBhvr>
                                      <p:to>
                                        <p:strVal val="true"/>
                                      </p:to>
                                    </p:set>
                                  </p:childTnLst>
                                </p:cTn>
                              </p:par>
                            </p:childTnLst>
                          </p:cTn>
                        </p:par>
                        <p:par>
                          <p:cTn id="133" fill="hold" nodeType="afterGroup">
                            <p:stCondLst>
                              <p:cond delay="4000"/>
                            </p:stCondLst>
                            <p:childTnLst>
                              <p:par>
                                <p:cTn id="134" presetID="7" presetClass="emph" presetSubtype="2" fill="hold" nodeType="afterEffect">
                                  <p:stCondLst>
                                    <p:cond delay="1500"/>
                                  </p:stCondLst>
                                  <p:childTnLst>
                                    <p:animClr clrSpc="rgb" dir="cw">
                                      <p:cBhvr>
                                        <p:cTn id="135" dur="2000" fill="hold"/>
                                        <p:tgtEl>
                                          <p:spTgt spid="72713"/>
                                        </p:tgtEl>
                                        <p:attrNameLst>
                                          <p:attrName>stroke.color</p:attrName>
                                        </p:attrNameLst>
                                      </p:cBhvr>
                                      <p:to>
                                        <a:srgbClr val="000C0C"/>
                                      </p:to>
                                    </p:animClr>
                                    <p:set>
                                      <p:cBhvr>
                                        <p:cTn id="136" dur="2000" fill="hold"/>
                                        <p:tgtEl>
                                          <p:spTgt spid="72713"/>
                                        </p:tgtEl>
                                        <p:attrNameLst>
                                          <p:attrName>stroke.on</p:attrName>
                                        </p:attrNameLst>
                                      </p:cBhvr>
                                      <p:to>
                                        <p:strVal val="true"/>
                                      </p:to>
                                    </p:set>
                                  </p:childTnLst>
                                </p:cTn>
                              </p:par>
                              <p:par>
                                <p:cTn id="137" presetID="7" presetClass="emph" presetSubtype="2" fill="hold" nodeType="withEffect">
                                  <p:stCondLst>
                                    <p:cond delay="0"/>
                                  </p:stCondLst>
                                  <p:childTnLst>
                                    <p:animClr clrSpc="rgb" dir="cw">
                                      <p:cBhvr>
                                        <p:cTn id="138" dur="2000" fill="hold"/>
                                        <p:tgtEl>
                                          <p:spTgt spid="72715"/>
                                        </p:tgtEl>
                                        <p:attrNameLst>
                                          <p:attrName>stroke.color</p:attrName>
                                        </p:attrNameLst>
                                      </p:cBhvr>
                                      <p:to>
                                        <a:srgbClr val="000C0C"/>
                                      </p:to>
                                    </p:animClr>
                                    <p:set>
                                      <p:cBhvr>
                                        <p:cTn id="139" dur="2000" fill="hold"/>
                                        <p:tgtEl>
                                          <p:spTgt spid="72715"/>
                                        </p:tgtEl>
                                        <p:attrNameLst>
                                          <p:attrName>stroke.on</p:attrName>
                                        </p:attrNameLst>
                                      </p:cBhvr>
                                      <p:to>
                                        <p:strVal val="true"/>
                                      </p:to>
                                    </p:set>
                                  </p:childTnLst>
                                </p:cTn>
                              </p:par>
                              <p:par>
                                <p:cTn id="140" presetID="7" presetClass="emph" presetSubtype="2" fill="hold" nodeType="withEffect">
                                  <p:stCondLst>
                                    <p:cond delay="0"/>
                                  </p:stCondLst>
                                  <p:childTnLst>
                                    <p:animClr clrSpc="rgb" dir="cw">
                                      <p:cBhvr>
                                        <p:cTn id="141" dur="2000" fill="hold"/>
                                        <p:tgtEl>
                                          <p:spTgt spid="72714"/>
                                        </p:tgtEl>
                                        <p:attrNameLst>
                                          <p:attrName>stroke.color</p:attrName>
                                        </p:attrNameLst>
                                      </p:cBhvr>
                                      <p:to>
                                        <a:srgbClr val="000C0C"/>
                                      </p:to>
                                    </p:animClr>
                                    <p:set>
                                      <p:cBhvr>
                                        <p:cTn id="142" dur="2000" fill="hold"/>
                                        <p:tgtEl>
                                          <p:spTgt spid="72714"/>
                                        </p:tgtEl>
                                        <p:attrNameLst>
                                          <p:attrName>stroke.on</p:attrName>
                                        </p:attrNameLst>
                                      </p:cBhvr>
                                      <p:to>
                                        <p:strVal val="tru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 presetClass="exit" presetSubtype="1" fill="hold" nodeType="clickEffect">
                                  <p:stCondLst>
                                    <p:cond delay="0"/>
                                  </p:stCondLst>
                                  <p:childTnLst>
                                    <p:anim calcmode="lin" valueType="num">
                                      <p:cBhvr additive="base">
                                        <p:cTn id="146" dur="1000"/>
                                        <p:tgtEl>
                                          <p:spTgt spid="72789"/>
                                        </p:tgtEl>
                                        <p:attrNameLst>
                                          <p:attrName>ppt_x</p:attrName>
                                        </p:attrNameLst>
                                      </p:cBhvr>
                                      <p:tavLst>
                                        <p:tav tm="0">
                                          <p:val>
                                            <p:strVal val="ppt_x"/>
                                          </p:val>
                                        </p:tav>
                                        <p:tav tm="100000">
                                          <p:val>
                                            <p:strVal val="ppt_x"/>
                                          </p:val>
                                        </p:tav>
                                      </p:tavLst>
                                    </p:anim>
                                    <p:anim calcmode="lin" valueType="num">
                                      <p:cBhvr additive="base">
                                        <p:cTn id="147" dur="1000"/>
                                        <p:tgtEl>
                                          <p:spTgt spid="72789"/>
                                        </p:tgtEl>
                                        <p:attrNameLst>
                                          <p:attrName>ppt_y</p:attrName>
                                        </p:attrNameLst>
                                      </p:cBhvr>
                                      <p:tavLst>
                                        <p:tav tm="0">
                                          <p:val>
                                            <p:strVal val="ppt_y"/>
                                          </p:val>
                                        </p:tav>
                                        <p:tav tm="100000">
                                          <p:val>
                                            <p:strVal val="0-ppt_h/2"/>
                                          </p:val>
                                        </p:tav>
                                      </p:tavLst>
                                    </p:anim>
                                    <p:set>
                                      <p:cBhvr>
                                        <p:cTn id="148" dur="1" fill="hold">
                                          <p:stCondLst>
                                            <p:cond delay="999"/>
                                          </p:stCondLst>
                                        </p:cTn>
                                        <p:tgtEl>
                                          <p:spTgt spid="72789"/>
                                        </p:tgtEl>
                                        <p:attrNameLst>
                                          <p:attrName>style.visibility</p:attrName>
                                        </p:attrNameLst>
                                      </p:cBhvr>
                                      <p:to>
                                        <p:strVal val="hidden"/>
                                      </p:to>
                                    </p:set>
                                  </p:childTnLst>
                                </p:cTn>
                              </p:par>
                            </p:childTnLst>
                          </p:cTn>
                        </p:par>
                        <p:par>
                          <p:cTn id="149" fill="hold" nodeType="afterGroup">
                            <p:stCondLst>
                              <p:cond delay="1000"/>
                            </p:stCondLst>
                            <p:childTnLst>
                              <p:par>
                                <p:cTn id="150" presetID="2" presetClass="entr" presetSubtype="1" fill="hold" nodeType="afterEffect">
                                  <p:stCondLst>
                                    <p:cond delay="0"/>
                                  </p:stCondLst>
                                  <p:childTnLst>
                                    <p:set>
                                      <p:cBhvr>
                                        <p:cTn id="151" dur="1" fill="hold">
                                          <p:stCondLst>
                                            <p:cond delay="0"/>
                                          </p:stCondLst>
                                        </p:cTn>
                                        <p:tgtEl>
                                          <p:spTgt spid="72790"/>
                                        </p:tgtEl>
                                        <p:attrNameLst>
                                          <p:attrName>style.visibility</p:attrName>
                                        </p:attrNameLst>
                                      </p:cBhvr>
                                      <p:to>
                                        <p:strVal val="visible"/>
                                      </p:to>
                                    </p:set>
                                    <p:anim calcmode="lin" valueType="num">
                                      <p:cBhvr additive="base">
                                        <p:cTn id="152" dur="1000" fill="hold"/>
                                        <p:tgtEl>
                                          <p:spTgt spid="72790"/>
                                        </p:tgtEl>
                                        <p:attrNameLst>
                                          <p:attrName>ppt_x</p:attrName>
                                        </p:attrNameLst>
                                      </p:cBhvr>
                                      <p:tavLst>
                                        <p:tav tm="0">
                                          <p:val>
                                            <p:strVal val="#ppt_x"/>
                                          </p:val>
                                        </p:tav>
                                        <p:tav tm="100000">
                                          <p:val>
                                            <p:strVal val="#ppt_x"/>
                                          </p:val>
                                        </p:tav>
                                      </p:tavLst>
                                    </p:anim>
                                    <p:anim calcmode="lin" valueType="num">
                                      <p:cBhvr additive="base">
                                        <p:cTn id="153" dur="1000" fill="hold"/>
                                        <p:tgtEl>
                                          <p:spTgt spid="72790"/>
                                        </p:tgtEl>
                                        <p:attrNameLst>
                                          <p:attrName>ppt_y</p:attrName>
                                        </p:attrNameLst>
                                      </p:cBhvr>
                                      <p:tavLst>
                                        <p:tav tm="0">
                                          <p:val>
                                            <p:strVal val="0-#ppt_h/2"/>
                                          </p:val>
                                        </p:tav>
                                        <p:tav tm="100000">
                                          <p:val>
                                            <p:strVal val="#ppt_y"/>
                                          </p:val>
                                        </p:tav>
                                      </p:tavLst>
                                    </p:anim>
                                  </p:childTnLst>
                                </p:cTn>
                              </p:par>
                              <p:par>
                                <p:cTn id="154" presetID="7" presetClass="emph" presetSubtype="2" fill="hold" nodeType="withEffect">
                                  <p:stCondLst>
                                    <p:cond delay="0"/>
                                  </p:stCondLst>
                                  <p:childTnLst>
                                    <p:animClr clrSpc="rgb" dir="cw">
                                      <p:cBhvr>
                                        <p:cTn id="155" dur="2000" fill="hold"/>
                                        <p:tgtEl>
                                          <p:spTgt spid="72715"/>
                                        </p:tgtEl>
                                        <p:attrNameLst>
                                          <p:attrName>stroke.color</p:attrName>
                                        </p:attrNameLst>
                                      </p:cBhvr>
                                      <p:to>
                                        <a:srgbClr val="66FF33"/>
                                      </p:to>
                                    </p:animClr>
                                    <p:set>
                                      <p:cBhvr>
                                        <p:cTn id="156" dur="2000" fill="hold"/>
                                        <p:tgtEl>
                                          <p:spTgt spid="72715"/>
                                        </p:tgtEl>
                                        <p:attrNameLst>
                                          <p:attrName>stroke.on</p:attrName>
                                        </p:attrNameLst>
                                      </p:cBhvr>
                                      <p:to>
                                        <p:strVal val="true"/>
                                      </p:to>
                                    </p:set>
                                  </p:childTnLst>
                                </p:cTn>
                              </p:par>
                            </p:childTnLst>
                          </p:cTn>
                        </p:par>
                        <p:par>
                          <p:cTn id="157" fill="hold" nodeType="afterGroup">
                            <p:stCondLst>
                              <p:cond delay="3000"/>
                            </p:stCondLst>
                            <p:childTnLst>
                              <p:par>
                                <p:cTn id="158" presetID="7" presetClass="emph" presetSubtype="2" fill="hold" nodeType="afterEffect">
                                  <p:stCondLst>
                                    <p:cond delay="0"/>
                                  </p:stCondLst>
                                  <p:childTnLst>
                                    <p:animClr clrSpc="rgb" dir="cw">
                                      <p:cBhvr>
                                        <p:cTn id="159" dur="2000" fill="hold"/>
                                        <p:tgtEl>
                                          <p:spTgt spid="72714"/>
                                        </p:tgtEl>
                                        <p:attrNameLst>
                                          <p:attrName>stroke.color</p:attrName>
                                        </p:attrNameLst>
                                      </p:cBhvr>
                                      <p:to>
                                        <a:srgbClr val="FF00FF"/>
                                      </p:to>
                                    </p:animClr>
                                    <p:set>
                                      <p:cBhvr>
                                        <p:cTn id="160" dur="2000" fill="hold"/>
                                        <p:tgtEl>
                                          <p:spTgt spid="72714"/>
                                        </p:tgtEl>
                                        <p:attrNameLst>
                                          <p:attrName>stroke.on</p:attrName>
                                        </p:attrNameLst>
                                      </p:cBhvr>
                                      <p:to>
                                        <p:strVal val="true"/>
                                      </p:to>
                                    </p:set>
                                  </p:childTnLst>
                                </p:cTn>
                              </p:par>
                              <p:par>
                                <p:cTn id="161" presetID="7" presetClass="emph" presetSubtype="2" fill="hold" nodeType="withEffect">
                                  <p:stCondLst>
                                    <p:cond delay="0"/>
                                  </p:stCondLst>
                                  <p:childTnLst>
                                    <p:animClr clrSpc="rgb" dir="cw">
                                      <p:cBhvr>
                                        <p:cTn id="162" dur="2000" fill="hold"/>
                                        <p:tgtEl>
                                          <p:spTgt spid="72724"/>
                                        </p:tgtEl>
                                        <p:attrNameLst>
                                          <p:attrName>stroke.color</p:attrName>
                                        </p:attrNameLst>
                                      </p:cBhvr>
                                      <p:to>
                                        <a:srgbClr val="FF00FF"/>
                                      </p:to>
                                    </p:animClr>
                                    <p:set>
                                      <p:cBhvr>
                                        <p:cTn id="163" dur="2000" fill="hold"/>
                                        <p:tgtEl>
                                          <p:spTgt spid="72724"/>
                                        </p:tgtEl>
                                        <p:attrNameLst>
                                          <p:attrName>stroke.on</p:attrName>
                                        </p:attrNameLst>
                                      </p:cBhvr>
                                      <p:to>
                                        <p:strVal val="tru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 presetClass="exit" presetSubtype="2" fill="hold" nodeType="clickEffect">
                                  <p:stCondLst>
                                    <p:cond delay="0"/>
                                  </p:stCondLst>
                                  <p:childTnLst>
                                    <p:anim calcmode="lin" valueType="num">
                                      <p:cBhvr additive="base">
                                        <p:cTn id="167" dur="1000"/>
                                        <p:tgtEl>
                                          <p:spTgt spid="72790"/>
                                        </p:tgtEl>
                                        <p:attrNameLst>
                                          <p:attrName>ppt_x</p:attrName>
                                        </p:attrNameLst>
                                      </p:cBhvr>
                                      <p:tavLst>
                                        <p:tav tm="0">
                                          <p:val>
                                            <p:strVal val="ppt_x"/>
                                          </p:val>
                                        </p:tav>
                                        <p:tav tm="100000">
                                          <p:val>
                                            <p:strVal val="1+ppt_w/2"/>
                                          </p:val>
                                        </p:tav>
                                      </p:tavLst>
                                    </p:anim>
                                    <p:anim calcmode="lin" valueType="num">
                                      <p:cBhvr additive="base">
                                        <p:cTn id="168" dur="1000"/>
                                        <p:tgtEl>
                                          <p:spTgt spid="72790"/>
                                        </p:tgtEl>
                                        <p:attrNameLst>
                                          <p:attrName>ppt_y</p:attrName>
                                        </p:attrNameLst>
                                      </p:cBhvr>
                                      <p:tavLst>
                                        <p:tav tm="0">
                                          <p:val>
                                            <p:strVal val="ppt_y"/>
                                          </p:val>
                                        </p:tav>
                                        <p:tav tm="100000">
                                          <p:val>
                                            <p:strVal val="ppt_y"/>
                                          </p:val>
                                        </p:tav>
                                      </p:tavLst>
                                    </p:anim>
                                    <p:set>
                                      <p:cBhvr>
                                        <p:cTn id="169" dur="1" fill="hold">
                                          <p:stCondLst>
                                            <p:cond delay="999"/>
                                          </p:stCondLst>
                                        </p:cTn>
                                        <p:tgtEl>
                                          <p:spTgt spid="72790"/>
                                        </p:tgtEl>
                                        <p:attrNameLst>
                                          <p:attrName>style.visibility</p:attrName>
                                        </p:attrNameLst>
                                      </p:cBhvr>
                                      <p:to>
                                        <p:strVal val="hidden"/>
                                      </p:to>
                                    </p:set>
                                  </p:childTnLst>
                                </p:cTn>
                              </p:par>
                            </p:childTnLst>
                          </p:cTn>
                        </p:par>
                        <p:par>
                          <p:cTn id="170" fill="hold" nodeType="afterGroup">
                            <p:stCondLst>
                              <p:cond delay="1000"/>
                            </p:stCondLst>
                            <p:childTnLst>
                              <p:par>
                                <p:cTn id="171" presetID="2" presetClass="entr" presetSubtype="1" fill="hold" nodeType="afterEffect">
                                  <p:stCondLst>
                                    <p:cond delay="0"/>
                                  </p:stCondLst>
                                  <p:childTnLst>
                                    <p:set>
                                      <p:cBhvr>
                                        <p:cTn id="172" dur="1" fill="hold">
                                          <p:stCondLst>
                                            <p:cond delay="0"/>
                                          </p:stCondLst>
                                        </p:cTn>
                                        <p:tgtEl>
                                          <p:spTgt spid="72791"/>
                                        </p:tgtEl>
                                        <p:attrNameLst>
                                          <p:attrName>style.visibility</p:attrName>
                                        </p:attrNameLst>
                                      </p:cBhvr>
                                      <p:to>
                                        <p:strVal val="visible"/>
                                      </p:to>
                                    </p:set>
                                    <p:anim calcmode="lin" valueType="num">
                                      <p:cBhvr additive="base">
                                        <p:cTn id="173" dur="500" fill="hold"/>
                                        <p:tgtEl>
                                          <p:spTgt spid="72791"/>
                                        </p:tgtEl>
                                        <p:attrNameLst>
                                          <p:attrName>ppt_x</p:attrName>
                                        </p:attrNameLst>
                                      </p:cBhvr>
                                      <p:tavLst>
                                        <p:tav tm="0">
                                          <p:val>
                                            <p:strVal val="#ppt_x"/>
                                          </p:val>
                                        </p:tav>
                                        <p:tav tm="100000">
                                          <p:val>
                                            <p:strVal val="#ppt_x"/>
                                          </p:val>
                                        </p:tav>
                                      </p:tavLst>
                                    </p:anim>
                                    <p:anim calcmode="lin" valueType="num">
                                      <p:cBhvr additive="base">
                                        <p:cTn id="174" dur="500" fill="hold"/>
                                        <p:tgtEl>
                                          <p:spTgt spid="72791"/>
                                        </p:tgtEl>
                                        <p:attrNameLst>
                                          <p:attrName>ppt_y</p:attrName>
                                        </p:attrNameLst>
                                      </p:cBhvr>
                                      <p:tavLst>
                                        <p:tav tm="0">
                                          <p:val>
                                            <p:strVal val="0-#ppt_h/2"/>
                                          </p:val>
                                        </p:tav>
                                        <p:tav tm="100000">
                                          <p:val>
                                            <p:strVal val="#ppt_y"/>
                                          </p:val>
                                        </p:tav>
                                      </p:tavLst>
                                    </p:anim>
                                  </p:childTnLst>
                                </p:cTn>
                              </p:par>
                            </p:childTnLst>
                          </p:cTn>
                        </p:par>
                        <p:par>
                          <p:cTn id="175" fill="hold" nodeType="afterGroup">
                            <p:stCondLst>
                              <p:cond delay="1500"/>
                            </p:stCondLst>
                            <p:childTnLst>
                              <p:par>
                                <p:cTn id="176" presetID="53" presetClass="entr" presetSubtype="0" fill="hold" nodeType="afterEffect">
                                  <p:stCondLst>
                                    <p:cond delay="0"/>
                                  </p:stCondLst>
                                  <p:childTnLst>
                                    <p:set>
                                      <p:cBhvr>
                                        <p:cTn id="177" dur="1" fill="hold">
                                          <p:stCondLst>
                                            <p:cond delay="0"/>
                                          </p:stCondLst>
                                        </p:cTn>
                                        <p:tgtEl>
                                          <p:spTgt spid="72793"/>
                                        </p:tgtEl>
                                        <p:attrNameLst>
                                          <p:attrName>style.visibility</p:attrName>
                                        </p:attrNameLst>
                                      </p:cBhvr>
                                      <p:to>
                                        <p:strVal val="visible"/>
                                      </p:to>
                                    </p:set>
                                    <p:anim calcmode="lin" valueType="num">
                                      <p:cBhvr>
                                        <p:cTn id="178" dur="500" fill="hold"/>
                                        <p:tgtEl>
                                          <p:spTgt spid="72793"/>
                                        </p:tgtEl>
                                        <p:attrNameLst>
                                          <p:attrName>ppt_w</p:attrName>
                                        </p:attrNameLst>
                                      </p:cBhvr>
                                      <p:tavLst>
                                        <p:tav tm="0">
                                          <p:val>
                                            <p:fltVal val="0"/>
                                          </p:val>
                                        </p:tav>
                                        <p:tav tm="100000">
                                          <p:val>
                                            <p:strVal val="#ppt_w"/>
                                          </p:val>
                                        </p:tav>
                                      </p:tavLst>
                                    </p:anim>
                                    <p:anim calcmode="lin" valueType="num">
                                      <p:cBhvr>
                                        <p:cTn id="179" dur="500" fill="hold"/>
                                        <p:tgtEl>
                                          <p:spTgt spid="72793"/>
                                        </p:tgtEl>
                                        <p:attrNameLst>
                                          <p:attrName>ppt_h</p:attrName>
                                        </p:attrNameLst>
                                      </p:cBhvr>
                                      <p:tavLst>
                                        <p:tav tm="0">
                                          <p:val>
                                            <p:fltVal val="0"/>
                                          </p:val>
                                        </p:tav>
                                        <p:tav tm="100000">
                                          <p:val>
                                            <p:strVal val="#ppt_h"/>
                                          </p:val>
                                        </p:tav>
                                      </p:tavLst>
                                    </p:anim>
                                    <p:animEffect transition="in" filter="fade">
                                      <p:cBhvr>
                                        <p:cTn id="180" dur="500"/>
                                        <p:tgtEl>
                                          <p:spTgt spid="72793"/>
                                        </p:tgtEl>
                                      </p:cBhvr>
                                    </p:animEffect>
                                  </p:childTnLst>
                                </p:cTn>
                              </p:par>
                              <p:par>
                                <p:cTn id="181" presetID="53" presetClass="entr" presetSubtype="0" fill="hold" nodeType="withEffect">
                                  <p:stCondLst>
                                    <p:cond delay="0"/>
                                  </p:stCondLst>
                                  <p:childTnLst>
                                    <p:set>
                                      <p:cBhvr>
                                        <p:cTn id="182" dur="1" fill="hold">
                                          <p:stCondLst>
                                            <p:cond delay="0"/>
                                          </p:stCondLst>
                                        </p:cTn>
                                        <p:tgtEl>
                                          <p:spTgt spid="72792"/>
                                        </p:tgtEl>
                                        <p:attrNameLst>
                                          <p:attrName>style.visibility</p:attrName>
                                        </p:attrNameLst>
                                      </p:cBhvr>
                                      <p:to>
                                        <p:strVal val="visible"/>
                                      </p:to>
                                    </p:set>
                                    <p:anim calcmode="lin" valueType="num">
                                      <p:cBhvr>
                                        <p:cTn id="183" dur="500" fill="hold"/>
                                        <p:tgtEl>
                                          <p:spTgt spid="72792"/>
                                        </p:tgtEl>
                                        <p:attrNameLst>
                                          <p:attrName>ppt_w</p:attrName>
                                        </p:attrNameLst>
                                      </p:cBhvr>
                                      <p:tavLst>
                                        <p:tav tm="0">
                                          <p:val>
                                            <p:fltVal val="0"/>
                                          </p:val>
                                        </p:tav>
                                        <p:tav tm="100000">
                                          <p:val>
                                            <p:strVal val="#ppt_w"/>
                                          </p:val>
                                        </p:tav>
                                      </p:tavLst>
                                    </p:anim>
                                    <p:anim calcmode="lin" valueType="num">
                                      <p:cBhvr>
                                        <p:cTn id="184" dur="500" fill="hold"/>
                                        <p:tgtEl>
                                          <p:spTgt spid="72792"/>
                                        </p:tgtEl>
                                        <p:attrNameLst>
                                          <p:attrName>ppt_h</p:attrName>
                                        </p:attrNameLst>
                                      </p:cBhvr>
                                      <p:tavLst>
                                        <p:tav tm="0">
                                          <p:val>
                                            <p:fltVal val="0"/>
                                          </p:val>
                                        </p:tav>
                                        <p:tav tm="100000">
                                          <p:val>
                                            <p:strVal val="#ppt_h"/>
                                          </p:val>
                                        </p:tav>
                                      </p:tavLst>
                                    </p:anim>
                                    <p:animEffect transition="in" filter="fade">
                                      <p:cBhvr>
                                        <p:cTn id="185" dur="500"/>
                                        <p:tgtEl>
                                          <p:spTgt spid="72792"/>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 presetClass="exit" presetSubtype="2" fill="hold" nodeType="clickEffect">
                                  <p:stCondLst>
                                    <p:cond delay="0"/>
                                  </p:stCondLst>
                                  <p:childTnLst>
                                    <p:anim calcmode="lin" valueType="num">
                                      <p:cBhvr additive="base">
                                        <p:cTn id="189" dur="1000"/>
                                        <p:tgtEl>
                                          <p:spTgt spid="72791"/>
                                        </p:tgtEl>
                                        <p:attrNameLst>
                                          <p:attrName>ppt_x</p:attrName>
                                        </p:attrNameLst>
                                      </p:cBhvr>
                                      <p:tavLst>
                                        <p:tav tm="0">
                                          <p:val>
                                            <p:strVal val="ppt_x"/>
                                          </p:val>
                                        </p:tav>
                                        <p:tav tm="100000">
                                          <p:val>
                                            <p:strVal val="1+ppt_w/2"/>
                                          </p:val>
                                        </p:tav>
                                      </p:tavLst>
                                    </p:anim>
                                    <p:anim calcmode="lin" valueType="num">
                                      <p:cBhvr additive="base">
                                        <p:cTn id="190" dur="1000"/>
                                        <p:tgtEl>
                                          <p:spTgt spid="72791"/>
                                        </p:tgtEl>
                                        <p:attrNameLst>
                                          <p:attrName>ppt_y</p:attrName>
                                        </p:attrNameLst>
                                      </p:cBhvr>
                                      <p:tavLst>
                                        <p:tav tm="0">
                                          <p:val>
                                            <p:strVal val="ppt_y"/>
                                          </p:val>
                                        </p:tav>
                                        <p:tav tm="100000">
                                          <p:val>
                                            <p:strVal val="ppt_y"/>
                                          </p:val>
                                        </p:tav>
                                      </p:tavLst>
                                    </p:anim>
                                    <p:set>
                                      <p:cBhvr>
                                        <p:cTn id="191" dur="1" fill="hold">
                                          <p:stCondLst>
                                            <p:cond delay="999"/>
                                          </p:stCondLst>
                                        </p:cTn>
                                        <p:tgtEl>
                                          <p:spTgt spid="72791"/>
                                        </p:tgtEl>
                                        <p:attrNameLst>
                                          <p:attrName>style.visibility</p:attrName>
                                        </p:attrNameLst>
                                      </p:cBhvr>
                                      <p:to>
                                        <p:strVal val="hidden"/>
                                      </p:to>
                                    </p:set>
                                  </p:childTnLst>
                                </p:cTn>
                              </p:par>
                            </p:childTnLst>
                          </p:cTn>
                        </p:par>
                        <p:par>
                          <p:cTn id="192" fill="hold" nodeType="afterGroup">
                            <p:stCondLst>
                              <p:cond delay="1000"/>
                            </p:stCondLst>
                            <p:childTnLst>
                              <p:par>
                                <p:cTn id="193" presetID="55" presetClass="exit" presetSubtype="0" fill="hold" nodeType="afterEffect">
                                  <p:stCondLst>
                                    <p:cond delay="0"/>
                                  </p:stCondLst>
                                  <p:childTnLst>
                                    <p:anim calcmode="lin" valueType="num">
                                      <p:cBhvr>
                                        <p:cTn id="194" dur="1000"/>
                                        <p:tgtEl>
                                          <p:spTgt spid="72792"/>
                                        </p:tgtEl>
                                        <p:attrNameLst>
                                          <p:attrName>ppt_w</p:attrName>
                                        </p:attrNameLst>
                                      </p:cBhvr>
                                      <p:tavLst>
                                        <p:tav tm="0">
                                          <p:val>
                                            <p:strVal val="ppt_w"/>
                                          </p:val>
                                        </p:tav>
                                        <p:tav tm="100000">
                                          <p:val>
                                            <p:strVal val="ppt_w*0.70"/>
                                          </p:val>
                                        </p:tav>
                                      </p:tavLst>
                                    </p:anim>
                                    <p:anim calcmode="lin" valueType="num">
                                      <p:cBhvr>
                                        <p:cTn id="195" dur="1000"/>
                                        <p:tgtEl>
                                          <p:spTgt spid="72792"/>
                                        </p:tgtEl>
                                        <p:attrNameLst>
                                          <p:attrName>ppt_h</p:attrName>
                                        </p:attrNameLst>
                                      </p:cBhvr>
                                      <p:tavLst>
                                        <p:tav tm="0">
                                          <p:val>
                                            <p:strVal val="ppt_h"/>
                                          </p:val>
                                        </p:tav>
                                        <p:tav tm="100000">
                                          <p:val>
                                            <p:strVal val="ppt_h"/>
                                          </p:val>
                                        </p:tav>
                                      </p:tavLst>
                                    </p:anim>
                                    <p:animEffect transition="out" filter="fade">
                                      <p:cBhvr>
                                        <p:cTn id="196" dur="1000"/>
                                        <p:tgtEl>
                                          <p:spTgt spid="72792"/>
                                        </p:tgtEl>
                                      </p:cBhvr>
                                    </p:animEffect>
                                    <p:set>
                                      <p:cBhvr>
                                        <p:cTn id="197" dur="1" fill="hold">
                                          <p:stCondLst>
                                            <p:cond delay="999"/>
                                          </p:stCondLst>
                                        </p:cTn>
                                        <p:tgtEl>
                                          <p:spTgt spid="72792"/>
                                        </p:tgtEl>
                                        <p:attrNameLst>
                                          <p:attrName>style.visibility</p:attrName>
                                        </p:attrNameLst>
                                      </p:cBhvr>
                                      <p:to>
                                        <p:strVal val="hidden"/>
                                      </p:to>
                                    </p:set>
                                  </p:childTnLst>
                                </p:cTn>
                              </p:par>
                              <p:par>
                                <p:cTn id="198" presetID="55" presetClass="exit" presetSubtype="0" fill="hold" nodeType="withEffect">
                                  <p:stCondLst>
                                    <p:cond delay="0"/>
                                  </p:stCondLst>
                                  <p:childTnLst>
                                    <p:anim calcmode="lin" valueType="num">
                                      <p:cBhvr>
                                        <p:cTn id="199" dur="1000"/>
                                        <p:tgtEl>
                                          <p:spTgt spid="72793"/>
                                        </p:tgtEl>
                                        <p:attrNameLst>
                                          <p:attrName>ppt_w</p:attrName>
                                        </p:attrNameLst>
                                      </p:cBhvr>
                                      <p:tavLst>
                                        <p:tav tm="0">
                                          <p:val>
                                            <p:strVal val="ppt_w"/>
                                          </p:val>
                                        </p:tav>
                                        <p:tav tm="100000">
                                          <p:val>
                                            <p:strVal val="ppt_w*0.70"/>
                                          </p:val>
                                        </p:tav>
                                      </p:tavLst>
                                    </p:anim>
                                    <p:anim calcmode="lin" valueType="num">
                                      <p:cBhvr>
                                        <p:cTn id="200" dur="1000"/>
                                        <p:tgtEl>
                                          <p:spTgt spid="72793"/>
                                        </p:tgtEl>
                                        <p:attrNameLst>
                                          <p:attrName>ppt_h</p:attrName>
                                        </p:attrNameLst>
                                      </p:cBhvr>
                                      <p:tavLst>
                                        <p:tav tm="0">
                                          <p:val>
                                            <p:strVal val="ppt_h"/>
                                          </p:val>
                                        </p:tav>
                                        <p:tav tm="100000">
                                          <p:val>
                                            <p:strVal val="ppt_h"/>
                                          </p:val>
                                        </p:tav>
                                      </p:tavLst>
                                    </p:anim>
                                    <p:animEffect transition="out" filter="fade">
                                      <p:cBhvr>
                                        <p:cTn id="201" dur="1000"/>
                                        <p:tgtEl>
                                          <p:spTgt spid="72793"/>
                                        </p:tgtEl>
                                      </p:cBhvr>
                                    </p:animEffect>
                                    <p:set>
                                      <p:cBhvr>
                                        <p:cTn id="202" dur="1" fill="hold">
                                          <p:stCondLst>
                                            <p:cond delay="999"/>
                                          </p:stCondLst>
                                        </p:cTn>
                                        <p:tgtEl>
                                          <p:spTgt spid="72793"/>
                                        </p:tgtEl>
                                        <p:attrNameLst>
                                          <p:attrName>style.visibility</p:attrName>
                                        </p:attrNameLst>
                                      </p:cBhvr>
                                      <p:to>
                                        <p:strVal val="hidden"/>
                                      </p:to>
                                    </p:se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 presetClass="exit" presetSubtype="2" fill="hold" nodeType="clickEffect">
                                  <p:stCondLst>
                                    <p:cond delay="0"/>
                                  </p:stCondLst>
                                  <p:childTnLst>
                                    <p:anim calcmode="lin" valueType="num">
                                      <p:cBhvr additive="base">
                                        <p:cTn id="206" dur="1000"/>
                                        <p:tgtEl>
                                          <p:spTgt spid="72788"/>
                                        </p:tgtEl>
                                        <p:attrNameLst>
                                          <p:attrName>ppt_x</p:attrName>
                                        </p:attrNameLst>
                                      </p:cBhvr>
                                      <p:tavLst>
                                        <p:tav tm="0">
                                          <p:val>
                                            <p:strVal val="ppt_x"/>
                                          </p:val>
                                        </p:tav>
                                        <p:tav tm="100000">
                                          <p:val>
                                            <p:strVal val="1+ppt_w/2"/>
                                          </p:val>
                                        </p:tav>
                                      </p:tavLst>
                                    </p:anim>
                                    <p:anim calcmode="lin" valueType="num">
                                      <p:cBhvr additive="base">
                                        <p:cTn id="207" dur="1000"/>
                                        <p:tgtEl>
                                          <p:spTgt spid="72788"/>
                                        </p:tgtEl>
                                        <p:attrNameLst>
                                          <p:attrName>ppt_y</p:attrName>
                                        </p:attrNameLst>
                                      </p:cBhvr>
                                      <p:tavLst>
                                        <p:tav tm="0">
                                          <p:val>
                                            <p:strVal val="ppt_y"/>
                                          </p:val>
                                        </p:tav>
                                        <p:tav tm="100000">
                                          <p:val>
                                            <p:strVal val="ppt_y"/>
                                          </p:val>
                                        </p:tav>
                                      </p:tavLst>
                                    </p:anim>
                                    <p:set>
                                      <p:cBhvr>
                                        <p:cTn id="208" dur="1" fill="hold">
                                          <p:stCondLst>
                                            <p:cond delay="999"/>
                                          </p:stCondLst>
                                        </p:cTn>
                                        <p:tgtEl>
                                          <p:spTgt spid="72788"/>
                                        </p:tgtEl>
                                        <p:attrNameLst>
                                          <p:attrName>style.visibility</p:attrName>
                                        </p:attrNameLst>
                                      </p:cBhvr>
                                      <p:to>
                                        <p:strVal val="hidden"/>
                                      </p:to>
                                    </p:set>
                                  </p:childTnLst>
                                </p:cTn>
                              </p:par>
                            </p:childTnLst>
                          </p:cTn>
                        </p:par>
                        <p:par>
                          <p:cTn id="209" fill="hold" nodeType="afterGroup">
                            <p:stCondLst>
                              <p:cond delay="1000"/>
                            </p:stCondLst>
                            <p:childTnLst>
                              <p:par>
                                <p:cTn id="210" presetID="2" presetClass="entr" presetSubtype="2" fill="hold" nodeType="afterEffect">
                                  <p:stCondLst>
                                    <p:cond delay="0"/>
                                  </p:stCondLst>
                                  <p:childTnLst>
                                    <p:set>
                                      <p:cBhvr>
                                        <p:cTn id="211" dur="1" fill="hold">
                                          <p:stCondLst>
                                            <p:cond delay="0"/>
                                          </p:stCondLst>
                                        </p:cTn>
                                        <p:tgtEl>
                                          <p:spTgt spid="72794"/>
                                        </p:tgtEl>
                                        <p:attrNameLst>
                                          <p:attrName>style.visibility</p:attrName>
                                        </p:attrNameLst>
                                      </p:cBhvr>
                                      <p:to>
                                        <p:strVal val="visible"/>
                                      </p:to>
                                    </p:set>
                                    <p:anim calcmode="lin" valueType="num">
                                      <p:cBhvr additive="base">
                                        <p:cTn id="212" dur="1000" fill="hold"/>
                                        <p:tgtEl>
                                          <p:spTgt spid="72794"/>
                                        </p:tgtEl>
                                        <p:attrNameLst>
                                          <p:attrName>ppt_x</p:attrName>
                                        </p:attrNameLst>
                                      </p:cBhvr>
                                      <p:tavLst>
                                        <p:tav tm="0">
                                          <p:val>
                                            <p:strVal val="1+#ppt_w/2"/>
                                          </p:val>
                                        </p:tav>
                                        <p:tav tm="100000">
                                          <p:val>
                                            <p:strVal val="#ppt_x"/>
                                          </p:val>
                                        </p:tav>
                                      </p:tavLst>
                                    </p:anim>
                                    <p:anim calcmode="lin" valueType="num">
                                      <p:cBhvr additive="base">
                                        <p:cTn id="213" dur="1000" fill="hold"/>
                                        <p:tgtEl>
                                          <p:spTgt spid="727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animBg="1"/>
      <p:bldP spid="72713" grpId="0" animBg="1"/>
      <p:bldP spid="72714" grpId="0" animBg="1"/>
      <p:bldP spid="72715" grpId="0" animBg="1"/>
      <p:bldP spid="72716" grpId="0"/>
      <p:bldP spid="72717" grpId="0"/>
      <p:bldP spid="72718" grpId="0"/>
      <p:bldP spid="72719" grpId="0"/>
      <p:bldP spid="72720" grpId="0"/>
      <p:bldP spid="72721" grpId="0"/>
      <p:bldP spid="72722" grpId="0"/>
      <p:bldP spid="72723" grpId="0" animBg="1"/>
      <p:bldP spid="72724" grpId="0" animBg="1"/>
      <p:bldP spid="72725" grpId="0" animBg="1"/>
      <p:bldP spid="72726" grpId="0" animBg="1"/>
      <p:bldP spid="72745" grpId="0"/>
      <p:bldP spid="72746" grpId="0"/>
      <p:bldP spid="72747" grpId="0"/>
      <p:bldP spid="72748" grpId="0"/>
      <p:bldP spid="72749" grpId="0"/>
      <p:bldP spid="72788" grpId="0" animBg="1"/>
      <p:bldP spid="72788" grpId="1" animBg="1"/>
      <p:bldP spid="72789" grpId="0" animBg="1"/>
      <p:bldP spid="72789" grpId="1" animBg="1"/>
      <p:bldP spid="72790" grpId="0" animBg="1"/>
      <p:bldP spid="72790" grpId="1" animBg="1"/>
      <p:bldP spid="72791" grpId="0" animBg="1" autoUpdateAnimBg="0"/>
      <p:bldP spid="72791" grpId="1" animBg="1"/>
      <p:bldP spid="72792" grpId="0" animBg="1"/>
      <p:bldP spid="72792" grpId="1" animBg="1"/>
      <p:bldP spid="7279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0C74F87-5D86-B7D5-5E63-BFC49C3EFA4C}"/>
              </a:ext>
            </a:extLst>
          </p:cNvPr>
          <p:cNvGrpSpPr>
            <a:grpSpLocks/>
          </p:cNvGrpSpPr>
          <p:nvPr/>
        </p:nvGrpSpPr>
        <p:grpSpPr bwMode="auto">
          <a:xfrm>
            <a:off x="1990725" y="809625"/>
            <a:ext cx="7634288" cy="1035050"/>
            <a:chOff x="249" y="890"/>
            <a:chExt cx="2812" cy="408"/>
          </a:xfrm>
        </p:grpSpPr>
        <p:grpSp>
          <p:nvGrpSpPr>
            <p:cNvPr id="168073" name="Group 3">
              <a:extLst>
                <a:ext uri="{FF2B5EF4-FFF2-40B4-BE49-F238E27FC236}">
                  <a16:creationId xmlns:a16="http://schemas.microsoft.com/office/drawing/2014/main" id="{E2FC27B1-D414-6D65-77D5-290AFAD5645F}"/>
                </a:ext>
              </a:extLst>
            </p:cNvPr>
            <p:cNvGrpSpPr>
              <a:grpSpLocks/>
            </p:cNvGrpSpPr>
            <p:nvPr/>
          </p:nvGrpSpPr>
          <p:grpSpPr bwMode="auto">
            <a:xfrm>
              <a:off x="249" y="890"/>
              <a:ext cx="2812" cy="408"/>
              <a:chOff x="720" y="480"/>
              <a:chExt cx="4224" cy="1390"/>
            </a:xfrm>
          </p:grpSpPr>
          <p:graphicFrame>
            <p:nvGraphicFramePr>
              <p:cNvPr id="168075" name="Object 4">
                <a:extLst>
                  <a:ext uri="{FF2B5EF4-FFF2-40B4-BE49-F238E27FC236}">
                    <a16:creationId xmlns:a16="http://schemas.microsoft.com/office/drawing/2014/main" id="{E817A4F6-0ECE-55C9-90A7-52D9F3A019DE}"/>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68075" name="Object 4">
                            <a:extLst>
                              <a:ext uri="{FF2B5EF4-FFF2-40B4-BE49-F238E27FC236}">
                                <a16:creationId xmlns:a16="http://schemas.microsoft.com/office/drawing/2014/main" id="{E817A4F6-0ECE-55C9-90A7-52D9F3A01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8076" name="Object 5">
                <a:extLst>
                  <a:ext uri="{FF2B5EF4-FFF2-40B4-BE49-F238E27FC236}">
                    <a16:creationId xmlns:a16="http://schemas.microsoft.com/office/drawing/2014/main" id="{48AB5E4F-CD2E-DADE-7629-39718920DD9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68076" name="Object 5">
                            <a:extLst>
                              <a:ext uri="{FF2B5EF4-FFF2-40B4-BE49-F238E27FC236}">
                                <a16:creationId xmlns:a16="http://schemas.microsoft.com/office/drawing/2014/main" id="{48AB5E4F-CD2E-DADE-7629-39718920DD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8074" name="Text Box 6">
              <a:extLst>
                <a:ext uri="{FF2B5EF4-FFF2-40B4-BE49-F238E27FC236}">
                  <a16:creationId xmlns:a16="http://schemas.microsoft.com/office/drawing/2014/main" id="{CE62331D-DE5E-FE2A-0345-AA79369EFE01}"/>
                </a:ext>
              </a:extLst>
            </p:cNvPr>
            <p:cNvSpPr txBox="1">
              <a:spLocks noChangeArrowheads="1"/>
            </p:cNvSpPr>
            <p:nvPr/>
          </p:nvSpPr>
          <p:spPr bwMode="auto">
            <a:xfrm>
              <a:off x="340" y="935"/>
              <a:ext cx="2676"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对右下图表中的所有</a:t>
              </a:r>
              <a:r>
                <a:rPr lang="zh-CN" altLang="en-US" sz="2000" b="1">
                  <a:solidFill>
                    <a:srgbClr val="FF0066"/>
                  </a:solidFill>
                  <a:latin typeface="宋体" panose="02010600030101010101" pitchFamily="2" charset="-122"/>
                </a:rPr>
                <a:t>子集</a:t>
              </a:r>
              <a:r>
                <a:rPr lang="zh-CN" altLang="en-US" sz="2000" b="1">
                  <a:solidFill>
                    <a:srgbClr val="003399"/>
                  </a:solidFill>
                  <a:latin typeface="宋体" panose="02010600030101010101" pitchFamily="2" charset="-122"/>
                </a:rPr>
                <a:t>重新命名，得到左图中的状态转换矩阵形成如下状态转换矩阵，从而得到相应的</a:t>
              </a:r>
              <a:r>
                <a:rPr lang="en-US" altLang="zh-CN" sz="2000" b="1">
                  <a:solidFill>
                    <a:srgbClr val="FF0066"/>
                  </a:solidFill>
                  <a:latin typeface="宋体" panose="02010600030101010101" pitchFamily="2" charset="-122"/>
                </a:rPr>
                <a:t>DFA</a:t>
              </a:r>
              <a:r>
                <a:rPr lang="zh-CN" altLang="en-US" sz="2000" b="1">
                  <a:solidFill>
                    <a:srgbClr val="003399"/>
                  </a:solidFill>
                  <a:latin typeface="宋体" panose="02010600030101010101" pitchFamily="2" charset="-122"/>
                </a:rPr>
                <a:t>。如图所示：</a:t>
              </a:r>
            </a:p>
          </p:txBody>
        </p:sp>
      </p:grpSp>
      <p:graphicFrame>
        <p:nvGraphicFramePr>
          <p:cNvPr id="73735" name="Group 7">
            <a:extLst>
              <a:ext uri="{FF2B5EF4-FFF2-40B4-BE49-F238E27FC236}">
                <a16:creationId xmlns:a16="http://schemas.microsoft.com/office/drawing/2014/main" id="{23A7ACEC-5377-83EC-DB7E-CADF9F4DF129}"/>
              </a:ext>
            </a:extLst>
          </p:cNvPr>
          <p:cNvGraphicFramePr>
            <a:graphicFrameLocks noGrp="1"/>
          </p:cNvGraphicFramePr>
          <p:nvPr>
            <p:ph sz="half" idx="1"/>
          </p:nvPr>
        </p:nvGraphicFramePr>
        <p:xfrm>
          <a:off x="1774825" y="2924175"/>
          <a:ext cx="1893888" cy="3240091"/>
        </p:xfrm>
        <a:graphic>
          <a:graphicData uri="http://schemas.openxmlformats.org/drawingml/2006/table">
            <a:tbl>
              <a:tblPr/>
              <a:tblGrid>
                <a:gridCol w="550863">
                  <a:extLst>
                    <a:ext uri="{9D8B030D-6E8A-4147-A177-3AD203B41FA5}">
                      <a16:colId xmlns:a16="http://schemas.microsoft.com/office/drawing/2014/main" val="20000"/>
                    </a:ext>
                  </a:extLst>
                </a:gridCol>
                <a:gridCol w="728662">
                  <a:extLst>
                    <a:ext uri="{9D8B030D-6E8A-4147-A177-3AD203B41FA5}">
                      <a16:colId xmlns:a16="http://schemas.microsoft.com/office/drawing/2014/main" val="20001"/>
                    </a:ext>
                  </a:extLst>
                </a:gridCol>
                <a:gridCol w="614363">
                  <a:extLst>
                    <a:ext uri="{9D8B030D-6E8A-4147-A177-3AD203B41FA5}">
                      <a16:colId xmlns:a16="http://schemas.microsoft.com/office/drawing/2014/main" val="20002"/>
                    </a:ext>
                  </a:extLst>
                </a:gridCol>
              </a:tblGrid>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s</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a</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b</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0</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2</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5</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4</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4</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6</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5</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5</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6</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5</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813">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6</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Arial" panose="020B0604020202020204" pitchFamily="34" charset="0"/>
                          <a:ea typeface="宋体" panose="02010600030101010101" pitchFamily="2" charset="-122"/>
                        </a:rPr>
                        <a:t>3</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4</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73870" name="Group 142">
            <a:extLst>
              <a:ext uri="{FF2B5EF4-FFF2-40B4-BE49-F238E27FC236}">
                <a16:creationId xmlns:a16="http://schemas.microsoft.com/office/drawing/2014/main" id="{1FE9EDD3-6C7F-E278-5215-1A2E081EE208}"/>
              </a:ext>
            </a:extLst>
          </p:cNvPr>
          <p:cNvGraphicFramePr>
            <a:graphicFrameLocks noGrp="1"/>
          </p:cNvGraphicFramePr>
          <p:nvPr>
            <p:ph sz="half" idx="2"/>
            <p:extLst>
              <p:ext uri="{D42A27DB-BD31-4B8C-83A1-F6EECF244321}">
                <p14:modId xmlns:p14="http://schemas.microsoft.com/office/powerpoint/2010/main" val="1931668748"/>
              </p:ext>
            </p:extLst>
          </p:nvPr>
        </p:nvGraphicFramePr>
        <p:xfrm>
          <a:off x="5016501" y="2277269"/>
          <a:ext cx="5111750" cy="3529014"/>
        </p:xfrm>
        <a:graphic>
          <a:graphicData uri="http://schemas.openxmlformats.org/drawingml/2006/table">
            <a:tbl>
              <a:tblPr/>
              <a:tblGrid>
                <a:gridCol w="1703388">
                  <a:extLst>
                    <a:ext uri="{9D8B030D-6E8A-4147-A177-3AD203B41FA5}">
                      <a16:colId xmlns:a16="http://schemas.microsoft.com/office/drawing/2014/main" val="20000"/>
                    </a:ext>
                  </a:extLst>
                </a:gridCol>
                <a:gridCol w="1704975">
                  <a:extLst>
                    <a:ext uri="{9D8B030D-6E8A-4147-A177-3AD203B41FA5}">
                      <a16:colId xmlns:a16="http://schemas.microsoft.com/office/drawing/2014/main" val="20001"/>
                    </a:ext>
                  </a:extLst>
                </a:gridCol>
                <a:gridCol w="1703387">
                  <a:extLst>
                    <a:ext uri="{9D8B030D-6E8A-4147-A177-3AD203B41FA5}">
                      <a16:colId xmlns:a16="http://schemas.microsoft.com/office/drawing/2014/main" val="20002"/>
                    </a:ext>
                  </a:extLst>
                </a:gridCol>
              </a:tblGrid>
              <a:tr h="503237">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I</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err="1">
                          <a:ln>
                            <a:noFill/>
                          </a:ln>
                          <a:solidFill>
                            <a:schemeClr val="tx2"/>
                          </a:solidFill>
                          <a:effectLst/>
                          <a:latin typeface="宋体" panose="02010600030101010101" pitchFamily="2" charset="-122"/>
                          <a:ea typeface="宋体" panose="02010600030101010101" pitchFamily="2" charset="-122"/>
                        </a:rPr>
                        <a:t>Ia</a:t>
                      </a:r>
                      <a:endParaRPr kumimoji="0" lang="en-US" altLang="zh-CN"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I</a:t>
                      </a:r>
                      <a:r>
                        <a:rPr kumimoji="0" lang="en-US" altLang="zh-CN" sz="1800" b="1" i="0" u="none" strike="noStrike" cap="none" normalizeH="0" baseline="-25000">
                          <a:ln>
                            <a:noFill/>
                          </a:ln>
                          <a:solidFill>
                            <a:schemeClr val="tx2"/>
                          </a:solidFill>
                          <a:effectLst/>
                          <a:latin typeface="宋体" panose="02010600030101010101" pitchFamily="2" charset="-122"/>
                          <a:ea typeface="宋体" panose="02010600030101010101" pitchFamily="2" charset="-122"/>
                        </a:rPr>
                        <a:t>b</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7">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{X,5,1}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8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8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8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163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{5,4,1,2,6,Y}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{5,3,1,6,Y}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{5,4,1,2,6,Y}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3388">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{5,3,1,2,6,Y}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chemeClr val="tx2"/>
                          </a:solidFill>
                          <a:effectLst/>
                          <a:latin typeface="宋体" panose="02010600030101010101" pitchFamily="2" charset="-122"/>
                          <a:ea typeface="宋体" panose="02010600030101010101" pitchFamily="2" charset="-122"/>
                        </a:rPr>
                        <a:t>{5,4,1,6,Y}</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3864" name="AutoShape 136">
            <a:extLst>
              <a:ext uri="{FF2B5EF4-FFF2-40B4-BE49-F238E27FC236}">
                <a16:creationId xmlns:a16="http://schemas.microsoft.com/office/drawing/2014/main" id="{7455EC7A-F846-0F7C-63BF-E74E53C4AFB3}"/>
              </a:ext>
            </a:extLst>
          </p:cNvPr>
          <p:cNvSpPr>
            <a:spLocks noChangeArrowheads="1"/>
          </p:cNvSpPr>
          <p:nvPr/>
        </p:nvSpPr>
        <p:spPr bwMode="auto">
          <a:xfrm>
            <a:off x="3648076" y="1773239"/>
            <a:ext cx="1368425" cy="865187"/>
          </a:xfrm>
          <a:prstGeom prst="wedgeRoundRectCallout">
            <a:avLst>
              <a:gd name="adj1" fmla="val 87588"/>
              <a:gd name="adj2" fmla="val 107065"/>
              <a:gd name="adj3" fmla="val 16667"/>
            </a:avLst>
          </a:prstGeom>
          <a:solidFill>
            <a:srgbClr val="99CC00"/>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FF0066"/>
                </a:solidFill>
                <a:latin typeface="宋体" panose="02010600030101010101" pitchFamily="2" charset="-122"/>
              </a:rPr>
              <a:t>重命名为状态</a:t>
            </a:r>
            <a:r>
              <a:rPr lang="en-US" altLang="zh-CN" sz="2000" b="1">
                <a:solidFill>
                  <a:srgbClr val="FF0066"/>
                </a:solidFill>
                <a:latin typeface="宋体" panose="02010600030101010101" pitchFamily="2" charset="-122"/>
              </a:rPr>
              <a:t>0</a:t>
            </a:r>
          </a:p>
        </p:txBody>
      </p:sp>
      <p:sp>
        <p:nvSpPr>
          <p:cNvPr id="73865" name="AutoShape 137">
            <a:extLst>
              <a:ext uri="{FF2B5EF4-FFF2-40B4-BE49-F238E27FC236}">
                <a16:creationId xmlns:a16="http://schemas.microsoft.com/office/drawing/2014/main" id="{4E8362C6-7C66-55F1-DA6E-81F4821C1CA4}"/>
              </a:ext>
            </a:extLst>
          </p:cNvPr>
          <p:cNvSpPr>
            <a:spLocks noChangeArrowheads="1"/>
          </p:cNvSpPr>
          <p:nvPr/>
        </p:nvSpPr>
        <p:spPr bwMode="auto">
          <a:xfrm>
            <a:off x="3503614" y="2420939"/>
            <a:ext cx="1368425" cy="865187"/>
          </a:xfrm>
          <a:prstGeom prst="wedgeRoundRectCallout">
            <a:avLst>
              <a:gd name="adj1" fmla="val 86334"/>
              <a:gd name="adj2" fmla="val 75836"/>
              <a:gd name="adj3" fmla="val 16667"/>
            </a:avLst>
          </a:prstGeom>
          <a:solidFill>
            <a:srgbClr val="99CC00"/>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FF0066"/>
                </a:solidFill>
                <a:latin typeface="宋体" panose="02010600030101010101" pitchFamily="2" charset="-122"/>
              </a:rPr>
              <a:t>重命名为状态</a:t>
            </a:r>
            <a:r>
              <a:rPr lang="en-US" altLang="zh-CN" sz="2000" b="1">
                <a:solidFill>
                  <a:srgbClr val="FF0066"/>
                </a:solidFill>
                <a:latin typeface="宋体" panose="02010600030101010101" pitchFamily="2" charset="-122"/>
              </a:rPr>
              <a:t>1</a:t>
            </a:r>
          </a:p>
        </p:txBody>
      </p:sp>
      <p:sp>
        <p:nvSpPr>
          <p:cNvPr id="73866" name="AutoShape 138">
            <a:extLst>
              <a:ext uri="{FF2B5EF4-FFF2-40B4-BE49-F238E27FC236}">
                <a16:creationId xmlns:a16="http://schemas.microsoft.com/office/drawing/2014/main" id="{15D7A411-C18E-90B8-DAF1-AA7982BBAB91}"/>
              </a:ext>
            </a:extLst>
          </p:cNvPr>
          <p:cNvSpPr>
            <a:spLocks noChangeArrowheads="1"/>
          </p:cNvSpPr>
          <p:nvPr/>
        </p:nvSpPr>
        <p:spPr bwMode="auto">
          <a:xfrm>
            <a:off x="1595438" y="1773238"/>
            <a:ext cx="1331912" cy="1008062"/>
          </a:xfrm>
          <a:prstGeom prst="wedgeRoundRectCallout">
            <a:avLst>
              <a:gd name="adj1" fmla="val 39273"/>
              <a:gd name="adj2" fmla="val 112833"/>
              <a:gd name="adj3" fmla="val 16667"/>
            </a:avLst>
          </a:prstGeom>
          <a:solidFill>
            <a:srgbClr val="99CC00"/>
          </a:solidFill>
          <a:ln w="9525" algn="ctr">
            <a:solidFill>
              <a:srgbClr val="000000"/>
            </a:solidFill>
            <a:miter lim="800000"/>
            <a:headEnd/>
            <a:tailEnd/>
          </a:ln>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FF0066"/>
                </a:solidFill>
                <a:latin typeface="宋体" panose="02010600030101010101" pitchFamily="2" charset="-122"/>
              </a:rPr>
              <a:t>根据重命名的状态填写表格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73735"/>
                                        </p:tgtEl>
                                        <p:attrNameLst>
                                          <p:attrName>style.visibility</p:attrName>
                                        </p:attrNameLst>
                                      </p:cBhvr>
                                      <p:to>
                                        <p:strVal val="visible"/>
                                      </p:to>
                                    </p:set>
                                    <p:animEffect transition="in" filter="fade">
                                      <p:cBhvr>
                                        <p:cTn id="11" dur="2000"/>
                                        <p:tgtEl>
                                          <p:spTgt spid="73735"/>
                                        </p:tgtEl>
                                      </p:cBhvr>
                                    </p:animEffect>
                                  </p:childTnLst>
                                </p:cTn>
                              </p:par>
                            </p:childTnLst>
                          </p:cTn>
                        </p:par>
                        <p:par>
                          <p:cTn id="12" fill="hold" nodeType="afterGroup">
                            <p:stCondLst>
                              <p:cond delay="3000"/>
                            </p:stCondLst>
                            <p:childTnLst>
                              <p:par>
                                <p:cTn id="13" presetID="10" presetClass="entr" presetSubtype="0" fill="hold" nodeType="afterEffect">
                                  <p:stCondLst>
                                    <p:cond delay="0"/>
                                  </p:stCondLst>
                                  <p:childTnLst>
                                    <p:set>
                                      <p:cBhvr>
                                        <p:cTn id="14" dur="1" fill="hold">
                                          <p:stCondLst>
                                            <p:cond delay="0"/>
                                          </p:stCondLst>
                                        </p:cTn>
                                        <p:tgtEl>
                                          <p:spTgt spid="73870"/>
                                        </p:tgtEl>
                                        <p:attrNameLst>
                                          <p:attrName>style.visibility</p:attrName>
                                        </p:attrNameLst>
                                      </p:cBhvr>
                                      <p:to>
                                        <p:strVal val="visible"/>
                                      </p:to>
                                    </p:set>
                                    <p:animEffect transition="in" filter="fade">
                                      <p:cBhvr>
                                        <p:cTn id="15" dur="2000"/>
                                        <p:tgtEl>
                                          <p:spTgt spid="7387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73864"/>
                                        </p:tgtEl>
                                        <p:attrNameLst>
                                          <p:attrName>style.visibility</p:attrName>
                                        </p:attrNameLst>
                                      </p:cBhvr>
                                      <p:to>
                                        <p:strVal val="visible"/>
                                      </p:to>
                                    </p:set>
                                    <p:animEffect transition="in" filter="fade">
                                      <p:cBhvr>
                                        <p:cTn id="20" dur="2000"/>
                                        <p:tgtEl>
                                          <p:spTgt spid="73864"/>
                                        </p:tgtEl>
                                      </p:cBhvr>
                                    </p:animEffect>
                                  </p:childTnLst>
                                </p:cTn>
                              </p:par>
                            </p:childTnLst>
                          </p:cTn>
                        </p:par>
                        <p:par>
                          <p:cTn id="21" fill="hold" nodeType="afterGroup">
                            <p:stCondLst>
                              <p:cond delay="2000"/>
                            </p:stCondLst>
                            <p:childTnLst>
                              <p:par>
                                <p:cTn id="22" presetID="55" presetClass="exit" presetSubtype="0" fill="hold" nodeType="afterEffect">
                                  <p:stCondLst>
                                    <p:cond delay="0"/>
                                  </p:stCondLst>
                                  <p:childTnLst>
                                    <p:anim calcmode="lin" valueType="num">
                                      <p:cBhvr>
                                        <p:cTn id="23" dur="1000"/>
                                        <p:tgtEl>
                                          <p:spTgt spid="73864"/>
                                        </p:tgtEl>
                                        <p:attrNameLst>
                                          <p:attrName>ppt_w</p:attrName>
                                        </p:attrNameLst>
                                      </p:cBhvr>
                                      <p:tavLst>
                                        <p:tav tm="0">
                                          <p:val>
                                            <p:strVal val="ppt_w"/>
                                          </p:val>
                                        </p:tav>
                                        <p:tav tm="100000">
                                          <p:val>
                                            <p:strVal val="ppt_w*0.70"/>
                                          </p:val>
                                        </p:tav>
                                      </p:tavLst>
                                    </p:anim>
                                    <p:anim calcmode="lin" valueType="num">
                                      <p:cBhvr>
                                        <p:cTn id="24" dur="1000"/>
                                        <p:tgtEl>
                                          <p:spTgt spid="73864"/>
                                        </p:tgtEl>
                                        <p:attrNameLst>
                                          <p:attrName>ppt_h</p:attrName>
                                        </p:attrNameLst>
                                      </p:cBhvr>
                                      <p:tavLst>
                                        <p:tav tm="0">
                                          <p:val>
                                            <p:strVal val="ppt_h"/>
                                          </p:val>
                                        </p:tav>
                                        <p:tav tm="100000">
                                          <p:val>
                                            <p:strVal val="ppt_h"/>
                                          </p:val>
                                        </p:tav>
                                      </p:tavLst>
                                    </p:anim>
                                    <p:animEffect transition="out" filter="fade">
                                      <p:cBhvr>
                                        <p:cTn id="25" dur="1000"/>
                                        <p:tgtEl>
                                          <p:spTgt spid="73864"/>
                                        </p:tgtEl>
                                      </p:cBhvr>
                                    </p:animEffect>
                                    <p:set>
                                      <p:cBhvr>
                                        <p:cTn id="26" dur="1" fill="hold">
                                          <p:stCondLst>
                                            <p:cond delay="999"/>
                                          </p:stCondLst>
                                        </p:cTn>
                                        <p:tgtEl>
                                          <p:spTgt spid="73864"/>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73865"/>
                                        </p:tgtEl>
                                        <p:attrNameLst>
                                          <p:attrName>style.visibility</p:attrName>
                                        </p:attrNameLst>
                                      </p:cBhvr>
                                      <p:to>
                                        <p:strVal val="visible"/>
                                      </p:to>
                                    </p:set>
                                    <p:animEffect transition="in" filter="fade">
                                      <p:cBhvr>
                                        <p:cTn id="31" dur="2000"/>
                                        <p:tgtEl>
                                          <p:spTgt spid="73865"/>
                                        </p:tgtEl>
                                      </p:cBhvr>
                                    </p:animEffect>
                                  </p:childTnLst>
                                </p:cTn>
                              </p:par>
                            </p:childTnLst>
                          </p:cTn>
                        </p:par>
                        <p:par>
                          <p:cTn id="32" fill="hold" nodeType="afterGroup">
                            <p:stCondLst>
                              <p:cond delay="2000"/>
                            </p:stCondLst>
                            <p:childTnLst>
                              <p:par>
                                <p:cTn id="33" presetID="55" presetClass="exit" presetSubtype="0" fill="hold" nodeType="afterEffect">
                                  <p:stCondLst>
                                    <p:cond delay="1000"/>
                                  </p:stCondLst>
                                  <p:childTnLst>
                                    <p:anim calcmode="lin" valueType="num">
                                      <p:cBhvr>
                                        <p:cTn id="34" dur="1000"/>
                                        <p:tgtEl>
                                          <p:spTgt spid="73865"/>
                                        </p:tgtEl>
                                        <p:attrNameLst>
                                          <p:attrName>ppt_w</p:attrName>
                                        </p:attrNameLst>
                                      </p:cBhvr>
                                      <p:tavLst>
                                        <p:tav tm="0">
                                          <p:val>
                                            <p:strVal val="ppt_w"/>
                                          </p:val>
                                        </p:tav>
                                        <p:tav tm="100000">
                                          <p:val>
                                            <p:strVal val="ppt_w*0.70"/>
                                          </p:val>
                                        </p:tav>
                                      </p:tavLst>
                                    </p:anim>
                                    <p:anim calcmode="lin" valueType="num">
                                      <p:cBhvr>
                                        <p:cTn id="35" dur="1000"/>
                                        <p:tgtEl>
                                          <p:spTgt spid="73865"/>
                                        </p:tgtEl>
                                        <p:attrNameLst>
                                          <p:attrName>ppt_h</p:attrName>
                                        </p:attrNameLst>
                                      </p:cBhvr>
                                      <p:tavLst>
                                        <p:tav tm="0">
                                          <p:val>
                                            <p:strVal val="ppt_h"/>
                                          </p:val>
                                        </p:tav>
                                        <p:tav tm="100000">
                                          <p:val>
                                            <p:strVal val="ppt_h"/>
                                          </p:val>
                                        </p:tav>
                                      </p:tavLst>
                                    </p:anim>
                                    <p:animEffect transition="out" filter="fade">
                                      <p:cBhvr>
                                        <p:cTn id="36" dur="1000"/>
                                        <p:tgtEl>
                                          <p:spTgt spid="73865"/>
                                        </p:tgtEl>
                                      </p:cBhvr>
                                    </p:animEffect>
                                    <p:set>
                                      <p:cBhvr>
                                        <p:cTn id="37" dur="1" fill="hold">
                                          <p:stCondLst>
                                            <p:cond delay="999"/>
                                          </p:stCondLst>
                                        </p:cTn>
                                        <p:tgtEl>
                                          <p:spTgt spid="73865"/>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73866"/>
                                        </p:tgtEl>
                                        <p:attrNameLst>
                                          <p:attrName>style.visibility</p:attrName>
                                        </p:attrNameLst>
                                      </p:cBhvr>
                                      <p:to>
                                        <p:strVal val="visible"/>
                                      </p:to>
                                    </p:set>
                                    <p:animEffect transition="in" filter="fade">
                                      <p:cBhvr>
                                        <p:cTn id="42" dur="2000"/>
                                        <p:tgtEl>
                                          <p:spTgt spid="73866"/>
                                        </p:tgtEl>
                                      </p:cBhvr>
                                    </p:animEffect>
                                  </p:childTnLst>
                                </p:cTn>
                              </p:par>
                            </p:childTnLst>
                          </p:cTn>
                        </p:par>
                        <p:par>
                          <p:cTn id="43" fill="hold" nodeType="afterGroup">
                            <p:stCondLst>
                              <p:cond delay="2000"/>
                            </p:stCondLst>
                            <p:childTnLst>
                              <p:par>
                                <p:cTn id="44" presetID="55" presetClass="exit" presetSubtype="0" fill="hold" nodeType="afterEffect">
                                  <p:stCondLst>
                                    <p:cond delay="1000"/>
                                  </p:stCondLst>
                                  <p:childTnLst>
                                    <p:anim calcmode="lin" valueType="num">
                                      <p:cBhvr>
                                        <p:cTn id="45" dur="1000"/>
                                        <p:tgtEl>
                                          <p:spTgt spid="73866"/>
                                        </p:tgtEl>
                                        <p:attrNameLst>
                                          <p:attrName>ppt_w</p:attrName>
                                        </p:attrNameLst>
                                      </p:cBhvr>
                                      <p:tavLst>
                                        <p:tav tm="0">
                                          <p:val>
                                            <p:strVal val="ppt_w"/>
                                          </p:val>
                                        </p:tav>
                                        <p:tav tm="100000">
                                          <p:val>
                                            <p:strVal val="ppt_w*0.70"/>
                                          </p:val>
                                        </p:tav>
                                      </p:tavLst>
                                    </p:anim>
                                    <p:anim calcmode="lin" valueType="num">
                                      <p:cBhvr>
                                        <p:cTn id="46" dur="1000"/>
                                        <p:tgtEl>
                                          <p:spTgt spid="73866"/>
                                        </p:tgtEl>
                                        <p:attrNameLst>
                                          <p:attrName>ppt_h</p:attrName>
                                        </p:attrNameLst>
                                      </p:cBhvr>
                                      <p:tavLst>
                                        <p:tav tm="0">
                                          <p:val>
                                            <p:strVal val="ppt_h"/>
                                          </p:val>
                                        </p:tav>
                                        <p:tav tm="100000">
                                          <p:val>
                                            <p:strVal val="ppt_h"/>
                                          </p:val>
                                        </p:tav>
                                      </p:tavLst>
                                    </p:anim>
                                    <p:animEffect transition="out" filter="fade">
                                      <p:cBhvr>
                                        <p:cTn id="47" dur="1000"/>
                                        <p:tgtEl>
                                          <p:spTgt spid="73866"/>
                                        </p:tgtEl>
                                      </p:cBhvr>
                                    </p:animEffect>
                                    <p:set>
                                      <p:cBhvr>
                                        <p:cTn id="48" dur="1" fill="hold">
                                          <p:stCondLst>
                                            <p:cond delay="999"/>
                                          </p:stCondLst>
                                        </p:cTn>
                                        <p:tgtEl>
                                          <p:spTgt spid="73866"/>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55" presetClass="exit" presetSubtype="0" fill="hold" nodeType="clickEffect">
                                  <p:stCondLst>
                                    <p:cond delay="0"/>
                                  </p:stCondLst>
                                  <p:childTnLst>
                                    <p:anim calcmode="lin" valueType="num">
                                      <p:cBhvr>
                                        <p:cTn id="52" dur="1000"/>
                                        <p:tgtEl>
                                          <p:spTgt spid="73870"/>
                                        </p:tgtEl>
                                        <p:attrNameLst>
                                          <p:attrName>ppt_w</p:attrName>
                                        </p:attrNameLst>
                                      </p:cBhvr>
                                      <p:tavLst>
                                        <p:tav tm="0">
                                          <p:val>
                                            <p:strVal val="ppt_w"/>
                                          </p:val>
                                        </p:tav>
                                        <p:tav tm="100000">
                                          <p:val>
                                            <p:strVal val="ppt_w*0.70"/>
                                          </p:val>
                                        </p:tav>
                                      </p:tavLst>
                                    </p:anim>
                                    <p:anim calcmode="lin" valueType="num">
                                      <p:cBhvr>
                                        <p:cTn id="53" dur="1000"/>
                                        <p:tgtEl>
                                          <p:spTgt spid="73870"/>
                                        </p:tgtEl>
                                        <p:attrNameLst>
                                          <p:attrName>ppt_h</p:attrName>
                                        </p:attrNameLst>
                                      </p:cBhvr>
                                      <p:tavLst>
                                        <p:tav tm="0">
                                          <p:val>
                                            <p:strVal val="ppt_h"/>
                                          </p:val>
                                        </p:tav>
                                        <p:tav tm="100000">
                                          <p:val>
                                            <p:strVal val="ppt_h"/>
                                          </p:val>
                                        </p:tav>
                                      </p:tavLst>
                                    </p:anim>
                                    <p:animEffect transition="out" filter="fade">
                                      <p:cBhvr>
                                        <p:cTn id="54" dur="1000"/>
                                        <p:tgtEl>
                                          <p:spTgt spid="73870"/>
                                        </p:tgtEl>
                                      </p:cBhvr>
                                    </p:animEffect>
                                    <p:set>
                                      <p:cBhvr>
                                        <p:cTn id="55" dur="1" fill="hold">
                                          <p:stCondLst>
                                            <p:cond delay="999"/>
                                          </p:stCondLst>
                                        </p:cTn>
                                        <p:tgtEl>
                                          <p:spTgt spid="738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64" grpId="0" animBg="1"/>
      <p:bldP spid="73864" grpId="1" animBg="1"/>
      <p:bldP spid="73865" grpId="0" animBg="1"/>
      <p:bldP spid="73865" grpId="1" animBg="1"/>
      <p:bldP spid="73866" grpId="0" animBg="1"/>
      <p:bldP spid="73866"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D9BA46-FF63-5197-6BE8-F3BBF3D232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ED39FA6-4771-29DF-F1AC-67BC072FF41E}"/>
              </a:ext>
            </a:extLst>
          </p:cNvPr>
          <p:cNvSpPr>
            <a:spLocks noGrp="1"/>
          </p:cNvSpPr>
          <p:nvPr>
            <p:ph sz="half" idx="1"/>
          </p:nvPr>
        </p:nvSpPr>
        <p:spPr/>
        <p:txBody>
          <a:bodyPr/>
          <a:lstStyle/>
          <a:p>
            <a:endParaRPr lang="zh-CN" altLang="en-US"/>
          </a:p>
        </p:txBody>
      </p:sp>
      <p:sp>
        <p:nvSpPr>
          <p:cNvPr id="4" name="内容占位符 3">
            <a:extLst>
              <a:ext uri="{FF2B5EF4-FFF2-40B4-BE49-F238E27FC236}">
                <a16:creationId xmlns:a16="http://schemas.microsoft.com/office/drawing/2014/main" id="{6F3A282F-0348-3C44-248C-C04397708983}"/>
              </a:ext>
            </a:extLst>
          </p:cNvPr>
          <p:cNvSpPr>
            <a:spLocks noGrp="1"/>
          </p:cNvSpPr>
          <p:nvPr>
            <p:ph sz="half" idx="2"/>
          </p:nvPr>
        </p:nvSpPr>
        <p:spPr/>
        <p:txBody>
          <a:bodyPr/>
          <a:lstStyle/>
          <a:p>
            <a:endParaRPr lang="zh-CN" altLang="en-US"/>
          </a:p>
        </p:txBody>
      </p:sp>
      <p:pic>
        <p:nvPicPr>
          <p:cNvPr id="8" name="图片 7">
            <a:extLst>
              <a:ext uri="{FF2B5EF4-FFF2-40B4-BE49-F238E27FC236}">
                <a16:creationId xmlns:a16="http://schemas.microsoft.com/office/drawing/2014/main" id="{E90E1415-B5EE-E7E2-4A7C-765C0EB3CC09}"/>
              </a:ext>
            </a:extLst>
          </p:cNvPr>
          <p:cNvPicPr>
            <a:picLocks noChangeAspect="1"/>
          </p:cNvPicPr>
          <p:nvPr/>
        </p:nvPicPr>
        <p:blipFill>
          <a:blip r:embed="rId2"/>
          <a:stretch>
            <a:fillRect/>
          </a:stretch>
        </p:blipFill>
        <p:spPr>
          <a:xfrm>
            <a:off x="198968" y="1619157"/>
            <a:ext cx="5239019" cy="3619686"/>
          </a:xfrm>
          <a:prstGeom prst="rect">
            <a:avLst/>
          </a:prstGeom>
        </p:spPr>
      </p:pic>
      <p:pic>
        <p:nvPicPr>
          <p:cNvPr id="10" name="图片 9">
            <a:extLst>
              <a:ext uri="{FF2B5EF4-FFF2-40B4-BE49-F238E27FC236}">
                <a16:creationId xmlns:a16="http://schemas.microsoft.com/office/drawing/2014/main" id="{2545F990-2CCF-BE8D-E923-998FA7FF4CC0}"/>
              </a:ext>
            </a:extLst>
          </p:cNvPr>
          <p:cNvPicPr>
            <a:picLocks noChangeAspect="1"/>
          </p:cNvPicPr>
          <p:nvPr/>
        </p:nvPicPr>
        <p:blipFill>
          <a:blip r:embed="rId3"/>
          <a:stretch>
            <a:fillRect/>
          </a:stretch>
        </p:blipFill>
        <p:spPr>
          <a:xfrm>
            <a:off x="5517510" y="1752600"/>
            <a:ext cx="6475522" cy="3784600"/>
          </a:xfrm>
          <a:prstGeom prst="rect">
            <a:avLst/>
          </a:prstGeom>
        </p:spPr>
      </p:pic>
    </p:spTree>
    <p:extLst>
      <p:ext uri="{BB962C8B-B14F-4D97-AF65-F5344CB8AC3E}">
        <p14:creationId xmlns:p14="http://schemas.microsoft.com/office/powerpoint/2010/main" val="9546671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D342A4F1-BDC7-7B72-3B92-3657E664169C}"/>
              </a:ext>
            </a:extLst>
          </p:cNvPr>
          <p:cNvSpPr>
            <a:spLocks noGrp="1" noChangeArrowheads="1"/>
          </p:cNvSpPr>
          <p:nvPr>
            <p:ph type="body" idx="1"/>
          </p:nvPr>
        </p:nvSpPr>
        <p:spPr>
          <a:xfrm>
            <a:off x="1895475" y="1052513"/>
            <a:ext cx="9024938" cy="4953000"/>
          </a:xfrm>
        </p:spPr>
        <p:txBody>
          <a:bodyPr/>
          <a:lstStyle/>
          <a:p>
            <a:pPr eaLnBrk="1" hangingPunct="1">
              <a:lnSpc>
                <a:spcPct val="90000"/>
              </a:lnSpc>
            </a:pPr>
            <a:r>
              <a:rPr lang="zh-CN" altLang="en-US" sz="2800" b="1">
                <a:solidFill>
                  <a:srgbClr val="3333FF"/>
                </a:solidFill>
                <a:latin typeface="楷体" panose="02010609060101010101" pitchFamily="49" charset="-122"/>
                <a:ea typeface="楷体" panose="02010609060101010101" pitchFamily="49" charset="-122"/>
              </a:rPr>
              <a:t>方法：（子集法）</a:t>
            </a:r>
            <a:r>
              <a:rPr lang="zh-CN" altLang="en-US" sz="2800"/>
              <a:t>将</a:t>
            </a:r>
            <a:r>
              <a:rPr lang="en-US" altLang="zh-CN" sz="2800"/>
              <a:t>NFA</a:t>
            </a:r>
            <a:r>
              <a:rPr lang="zh-CN" altLang="en-US" sz="2800"/>
              <a:t>转换成接受同样语言的</a:t>
            </a:r>
            <a:r>
              <a:rPr lang="en-US" altLang="zh-CN" sz="2800"/>
              <a:t>DFA</a:t>
            </a:r>
            <a:r>
              <a:rPr lang="zh-CN" altLang="en-US" sz="2800"/>
              <a:t>。</a:t>
            </a:r>
            <a:endParaRPr lang="zh-CN" altLang="en-US" sz="2800">
              <a:solidFill>
                <a:schemeClr val="bg1"/>
              </a:solidFill>
            </a:endParaRPr>
          </a:p>
          <a:p>
            <a:pPr eaLnBrk="1" hangingPunct="1">
              <a:lnSpc>
                <a:spcPct val="90000"/>
              </a:lnSpc>
            </a:pPr>
            <a:r>
              <a:rPr lang="en-US" altLang="zh-CN" sz="2800">
                <a:solidFill>
                  <a:srgbClr val="0000CC"/>
                </a:solidFill>
              </a:rPr>
              <a:t>NFA</a:t>
            </a:r>
            <a:r>
              <a:rPr lang="zh-CN" altLang="en-US" sz="2800">
                <a:solidFill>
                  <a:srgbClr val="0000CC"/>
                </a:solidFill>
              </a:rPr>
              <a:t>确定化</a:t>
            </a:r>
            <a:r>
              <a:rPr lang="zh-CN" altLang="en-US" sz="2800"/>
              <a:t>的基本思路是： </a:t>
            </a:r>
            <a:r>
              <a:rPr lang="en-US" altLang="zh-CN" sz="2800" b="1">
                <a:solidFill>
                  <a:srgbClr val="3333FF"/>
                </a:solidFill>
                <a:latin typeface="楷体" panose="02010609060101010101" pitchFamily="49" charset="-122"/>
                <a:ea typeface="楷体" panose="02010609060101010101" pitchFamily="49" charset="-122"/>
              </a:rPr>
              <a:t>DFA</a:t>
            </a:r>
            <a:r>
              <a:rPr lang="zh-CN" altLang="en-US" sz="2800" b="1">
                <a:solidFill>
                  <a:srgbClr val="3333FF"/>
                </a:solidFill>
                <a:latin typeface="楷体" panose="02010609060101010101" pitchFamily="49" charset="-122"/>
                <a:ea typeface="楷体" panose="02010609060101010101" pitchFamily="49" charset="-122"/>
              </a:rPr>
              <a:t>的每一个状态对应</a:t>
            </a:r>
            <a:r>
              <a:rPr lang="en-US" altLang="zh-CN" sz="2800" b="1">
                <a:solidFill>
                  <a:srgbClr val="3333FF"/>
                </a:solidFill>
                <a:latin typeface="楷体" panose="02010609060101010101" pitchFamily="49" charset="-122"/>
                <a:ea typeface="楷体" panose="02010609060101010101" pitchFamily="49" charset="-122"/>
              </a:rPr>
              <a:t>NFA</a:t>
            </a:r>
            <a:r>
              <a:rPr lang="zh-CN" altLang="en-US" sz="2800" b="1">
                <a:solidFill>
                  <a:srgbClr val="3333FF"/>
                </a:solidFill>
                <a:latin typeface="楷体" panose="02010609060101010101" pitchFamily="49" charset="-122"/>
                <a:ea typeface="楷体" panose="02010609060101010101" pitchFamily="49" charset="-122"/>
              </a:rPr>
              <a:t>的一组状态</a:t>
            </a:r>
            <a:r>
              <a:rPr lang="en-US" altLang="zh-CN" sz="2800" b="1">
                <a:solidFill>
                  <a:srgbClr val="3333FF"/>
                </a:solidFill>
                <a:latin typeface="楷体" panose="02010609060101010101" pitchFamily="49" charset="-122"/>
                <a:ea typeface="楷体" panose="02010609060101010101" pitchFamily="49" charset="-122"/>
              </a:rPr>
              <a:t>.</a:t>
            </a:r>
            <a:r>
              <a:rPr lang="en-US" altLang="zh-CN" sz="2800" b="1">
                <a:latin typeface="楷体" panose="02010609060101010101" pitchFamily="49" charset="-122"/>
                <a:ea typeface="楷体" panose="02010609060101010101" pitchFamily="49" charset="-122"/>
              </a:rPr>
              <a:t>   </a:t>
            </a:r>
          </a:p>
          <a:p>
            <a:pPr eaLnBrk="1" hangingPunct="1">
              <a:lnSpc>
                <a:spcPct val="90000"/>
              </a:lnSpc>
            </a:pPr>
            <a:r>
              <a:rPr lang="en-US" altLang="zh-CN" sz="2800"/>
              <a:t>DFA</a:t>
            </a:r>
            <a:r>
              <a:rPr lang="zh-CN" altLang="en-US" sz="2800"/>
              <a:t>使用它的状态去记录在</a:t>
            </a:r>
            <a:r>
              <a:rPr lang="en-US" altLang="zh-CN" sz="2800"/>
              <a:t>NFA</a:t>
            </a:r>
            <a:r>
              <a:rPr lang="zh-CN" altLang="en-US" sz="2800"/>
              <a:t>读入一个输入符号后可能达到的所有状态</a:t>
            </a:r>
            <a:r>
              <a:rPr lang="en-US" altLang="zh-CN" sz="2800"/>
              <a:t>.</a:t>
            </a:r>
            <a:endParaRPr lang="zh-CN" altLang="zh-CN" sz="2800"/>
          </a:p>
        </p:txBody>
      </p:sp>
      <p:sp>
        <p:nvSpPr>
          <p:cNvPr id="168963" name="Rectangle 5">
            <a:extLst>
              <a:ext uri="{FF2B5EF4-FFF2-40B4-BE49-F238E27FC236}">
                <a16:creationId xmlns:a16="http://schemas.microsoft.com/office/drawing/2014/main" id="{E4F3BE67-A1C2-3F47-ED0A-5AC7B1323D79}"/>
              </a:ext>
            </a:extLst>
          </p:cNvPr>
          <p:cNvSpPr>
            <a:spLocks noGrp="1" noChangeArrowheads="1"/>
          </p:cNvSpPr>
          <p:nvPr>
            <p:ph type="title"/>
          </p:nvPr>
        </p:nvSpPr>
        <p:spPr>
          <a:xfrm>
            <a:off x="3800476" y="112713"/>
            <a:ext cx="3813175" cy="939800"/>
          </a:xfrm>
        </p:spPr>
        <p:txBody>
          <a:bodyPr/>
          <a:lstStyle/>
          <a:p>
            <a:pPr eaLnBrk="1" hangingPunct="1"/>
            <a:r>
              <a:rPr lang="en-US" altLang="zh-CN" sz="4000" b="1">
                <a:ea typeface="楷体_GB2312"/>
                <a:cs typeface="楷体_GB2312"/>
              </a:rPr>
              <a:t>NFA</a:t>
            </a:r>
            <a:r>
              <a:rPr lang="zh-CN" altLang="en-US" sz="4000" b="1">
                <a:ea typeface="楷体_GB2312"/>
                <a:cs typeface="楷体_GB2312"/>
              </a:rPr>
              <a:t>的确定化</a:t>
            </a:r>
          </a:p>
        </p:txBody>
      </p:sp>
      <p:pic>
        <p:nvPicPr>
          <p:cNvPr id="3" name="图片 2">
            <a:extLst>
              <a:ext uri="{FF2B5EF4-FFF2-40B4-BE49-F238E27FC236}">
                <a16:creationId xmlns:a16="http://schemas.microsoft.com/office/drawing/2014/main" id="{3319BA41-3C4D-19C4-FDB5-C86C72A26D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3195638"/>
            <a:ext cx="4565650" cy="314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F10CB32A-3950-9F3B-5A87-723A9A703E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888" y="3295650"/>
            <a:ext cx="1731962"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FF67E4B-9758-78D8-AF6C-A8738B1C518E}"/>
              </a:ext>
            </a:extLst>
          </p:cNvPr>
          <p:cNvSpPr txBox="1">
            <a:spLocks noChangeArrowheads="1"/>
          </p:cNvSpPr>
          <p:nvPr/>
        </p:nvSpPr>
        <p:spPr bwMode="auto">
          <a:xfrm>
            <a:off x="3648076" y="6337300"/>
            <a:ext cx="1069975" cy="579438"/>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defRPr/>
            </a:pPr>
            <a:r>
              <a:rPr lang="en-US" altLang="zh-CN" sz="3200" b="1" kern="0" dirty="0">
                <a:solidFill>
                  <a:srgbClr val="003399"/>
                </a:solidFill>
                <a:latin typeface="Arial"/>
                <a:ea typeface="楷体_GB2312" pitchFamily="49" charset="-122"/>
              </a:rPr>
              <a:t>NFA</a:t>
            </a:r>
            <a:endParaRPr lang="zh-CN" altLang="en-US" sz="3200" b="1" kern="0" dirty="0">
              <a:solidFill>
                <a:srgbClr val="003399"/>
              </a:solidFill>
              <a:latin typeface="Arial"/>
              <a:ea typeface="楷体_GB2312" pitchFamily="49" charset="-122"/>
            </a:endParaRPr>
          </a:p>
        </p:txBody>
      </p:sp>
      <p:sp>
        <p:nvSpPr>
          <p:cNvPr id="7" name="Rectangle 5">
            <a:extLst>
              <a:ext uri="{FF2B5EF4-FFF2-40B4-BE49-F238E27FC236}">
                <a16:creationId xmlns:a16="http://schemas.microsoft.com/office/drawing/2014/main" id="{8B7DEBF3-5DE7-1023-BDB2-E9567BE5EF1B}"/>
              </a:ext>
            </a:extLst>
          </p:cNvPr>
          <p:cNvSpPr txBox="1">
            <a:spLocks noChangeArrowheads="1"/>
          </p:cNvSpPr>
          <p:nvPr/>
        </p:nvSpPr>
        <p:spPr bwMode="auto">
          <a:xfrm>
            <a:off x="8008939" y="6234114"/>
            <a:ext cx="1069975" cy="579437"/>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defRPr/>
            </a:pPr>
            <a:r>
              <a:rPr lang="en-US" altLang="zh-CN" sz="3200" b="1" kern="0" dirty="0">
                <a:solidFill>
                  <a:srgbClr val="003399"/>
                </a:solidFill>
                <a:latin typeface="Arial"/>
                <a:ea typeface="楷体_GB2312" pitchFamily="49" charset="-122"/>
              </a:rPr>
              <a:t>DFA</a:t>
            </a:r>
            <a:endParaRPr lang="zh-CN" altLang="en-US" sz="3200" b="1" kern="0" dirty="0">
              <a:solidFill>
                <a:srgbClr val="003399"/>
              </a:solidFill>
              <a:latin typeface="Arial"/>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53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553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D48A8342-1788-492D-5371-461848D87722}"/>
              </a:ext>
            </a:extLst>
          </p:cNvPr>
          <p:cNvSpPr>
            <a:spLocks noGrp="1" noChangeArrowheads="1"/>
          </p:cNvSpPr>
          <p:nvPr>
            <p:ph type="title"/>
          </p:nvPr>
        </p:nvSpPr>
        <p:spPr/>
        <p:txBody>
          <a:bodyPr/>
          <a:lstStyle/>
          <a:p>
            <a:r>
              <a:rPr lang="en-US" altLang="zh-CN"/>
              <a:t>3.3.6 </a:t>
            </a:r>
            <a:r>
              <a:rPr lang="zh-CN" altLang="en-US"/>
              <a:t>确定有限自动机的化简</a:t>
            </a:r>
          </a:p>
        </p:txBody>
      </p:sp>
      <p:sp>
        <p:nvSpPr>
          <p:cNvPr id="58371" name="Rectangle 3">
            <a:extLst>
              <a:ext uri="{FF2B5EF4-FFF2-40B4-BE49-F238E27FC236}">
                <a16:creationId xmlns:a16="http://schemas.microsoft.com/office/drawing/2014/main" id="{548A313E-23D8-B7B6-5110-4DB37255F74B}"/>
              </a:ext>
            </a:extLst>
          </p:cNvPr>
          <p:cNvSpPr>
            <a:spLocks noGrp="1" noChangeArrowheads="1"/>
          </p:cNvSpPr>
          <p:nvPr>
            <p:ph idx="1"/>
          </p:nvPr>
        </p:nvSpPr>
        <p:spPr/>
        <p:txBody>
          <a:bodyPr/>
          <a:lstStyle/>
          <a:p>
            <a:pPr>
              <a:defRPr/>
            </a:pPr>
            <a:r>
              <a:rPr lang="en-US" altLang="zh-CN" b="1" dirty="0">
                <a:solidFill>
                  <a:schemeClr val="accent6">
                    <a:lumMod val="75000"/>
                  </a:schemeClr>
                </a:solidFill>
              </a:rPr>
              <a:t>DFA</a:t>
            </a:r>
            <a:r>
              <a:rPr lang="zh-CN" altLang="en-US" b="1" dirty="0">
                <a:solidFill>
                  <a:schemeClr val="accent6">
                    <a:lumMod val="75000"/>
                  </a:schemeClr>
                </a:solidFill>
              </a:rPr>
              <a:t>的化简</a:t>
            </a:r>
            <a:r>
              <a:rPr lang="en-US" altLang="zh-CN" b="1" dirty="0">
                <a:solidFill>
                  <a:schemeClr val="accent6">
                    <a:lumMod val="75000"/>
                  </a:schemeClr>
                </a:solidFill>
              </a:rPr>
              <a:t>(</a:t>
            </a:r>
            <a:r>
              <a:rPr lang="zh-CN" altLang="en-US" b="1" dirty="0">
                <a:solidFill>
                  <a:schemeClr val="accent6">
                    <a:lumMod val="75000"/>
                  </a:schemeClr>
                </a:solidFill>
              </a:rPr>
              <a:t>最小化</a:t>
            </a:r>
            <a:r>
              <a:rPr lang="en-US" altLang="zh-CN" b="1" dirty="0">
                <a:solidFill>
                  <a:schemeClr val="accent6">
                    <a:lumMod val="75000"/>
                  </a:schemeClr>
                </a:solidFill>
              </a:rPr>
              <a:t>)</a:t>
            </a:r>
          </a:p>
          <a:p>
            <a:pPr lvl="1">
              <a:defRPr/>
            </a:pPr>
            <a:r>
              <a:rPr lang="zh-CN" altLang="en-US" dirty="0">
                <a:solidFill>
                  <a:srgbClr val="000808"/>
                </a:solidFill>
              </a:rPr>
              <a:t>对于给定的</a:t>
            </a:r>
            <a:r>
              <a:rPr lang="en-US" altLang="zh-CN" dirty="0">
                <a:solidFill>
                  <a:srgbClr val="000808"/>
                </a:solidFill>
              </a:rPr>
              <a:t>DFA M</a:t>
            </a:r>
            <a:r>
              <a:rPr lang="zh-CN" altLang="en-US" dirty="0">
                <a:solidFill>
                  <a:srgbClr val="000808"/>
                </a:solidFill>
              </a:rPr>
              <a:t>，寻找一个状态数比</a:t>
            </a:r>
            <a:r>
              <a:rPr lang="en-US" altLang="zh-CN" dirty="0">
                <a:solidFill>
                  <a:srgbClr val="000808"/>
                </a:solidFill>
              </a:rPr>
              <a:t>M</a:t>
            </a:r>
            <a:r>
              <a:rPr lang="zh-CN" altLang="en-US" dirty="0">
                <a:solidFill>
                  <a:srgbClr val="000808"/>
                </a:solidFill>
              </a:rPr>
              <a:t>少的</a:t>
            </a:r>
            <a:r>
              <a:rPr lang="en-US" altLang="zh-CN" dirty="0">
                <a:solidFill>
                  <a:srgbClr val="000808"/>
                </a:solidFill>
              </a:rPr>
              <a:t>DFA M’</a:t>
            </a:r>
            <a:r>
              <a:rPr lang="zh-CN" altLang="en-US" dirty="0">
                <a:solidFill>
                  <a:srgbClr val="000808"/>
                </a:solidFill>
              </a:rPr>
              <a:t>，使得</a:t>
            </a:r>
            <a:r>
              <a:rPr lang="en-US" altLang="zh-CN" dirty="0">
                <a:solidFill>
                  <a:srgbClr val="000808"/>
                </a:solidFill>
              </a:rPr>
              <a:t>L(M)=L(M’)</a:t>
            </a:r>
          </a:p>
          <a:p>
            <a:pPr>
              <a:defRPr/>
            </a:pPr>
            <a:r>
              <a:rPr lang="zh-CN" altLang="en-US" b="1" dirty="0">
                <a:solidFill>
                  <a:schemeClr val="accent6">
                    <a:lumMod val="75000"/>
                  </a:schemeClr>
                </a:solidFill>
              </a:rPr>
              <a:t>状态的等价性</a:t>
            </a:r>
            <a:endParaRPr lang="en-US" altLang="zh-CN" b="1" dirty="0">
              <a:solidFill>
                <a:schemeClr val="accent6">
                  <a:lumMod val="75000"/>
                </a:schemeClr>
              </a:solidFill>
            </a:endParaRPr>
          </a:p>
          <a:p>
            <a:pPr lvl="1">
              <a:defRPr/>
            </a:pPr>
            <a:r>
              <a:rPr lang="zh-CN" altLang="en-US" dirty="0">
                <a:solidFill>
                  <a:srgbClr val="000808"/>
                </a:solidFill>
              </a:rPr>
              <a:t>假设</a:t>
            </a:r>
            <a:r>
              <a:rPr lang="en-US" altLang="zh-CN" dirty="0">
                <a:solidFill>
                  <a:srgbClr val="000808"/>
                </a:solidFill>
              </a:rPr>
              <a:t>s</a:t>
            </a:r>
            <a:r>
              <a:rPr lang="zh-CN" altLang="en-US" dirty="0">
                <a:solidFill>
                  <a:srgbClr val="000808"/>
                </a:solidFill>
              </a:rPr>
              <a:t>和</a:t>
            </a:r>
            <a:r>
              <a:rPr lang="en-US" altLang="zh-CN" dirty="0">
                <a:solidFill>
                  <a:srgbClr val="000808"/>
                </a:solidFill>
              </a:rPr>
              <a:t>t</a:t>
            </a:r>
            <a:r>
              <a:rPr lang="zh-CN" altLang="en-US" dirty="0">
                <a:solidFill>
                  <a:srgbClr val="000808"/>
                </a:solidFill>
              </a:rPr>
              <a:t>为</a:t>
            </a:r>
            <a:r>
              <a:rPr lang="en-US" altLang="zh-CN" dirty="0">
                <a:solidFill>
                  <a:srgbClr val="000808"/>
                </a:solidFill>
              </a:rPr>
              <a:t>M</a:t>
            </a:r>
            <a:r>
              <a:rPr lang="zh-CN" altLang="en-US" dirty="0">
                <a:solidFill>
                  <a:srgbClr val="000808"/>
                </a:solidFill>
              </a:rPr>
              <a:t>的两个状态，称</a:t>
            </a:r>
            <a:r>
              <a:rPr lang="en-US" altLang="zh-CN" dirty="0">
                <a:solidFill>
                  <a:srgbClr val="000808"/>
                </a:solidFill>
              </a:rPr>
              <a:t>s</a:t>
            </a:r>
            <a:r>
              <a:rPr lang="zh-CN" altLang="en-US" dirty="0">
                <a:solidFill>
                  <a:srgbClr val="000808"/>
                </a:solidFill>
              </a:rPr>
              <a:t>和</a:t>
            </a:r>
            <a:r>
              <a:rPr lang="en-US" altLang="zh-CN" dirty="0">
                <a:solidFill>
                  <a:srgbClr val="000808"/>
                </a:solidFill>
              </a:rPr>
              <a:t>t</a:t>
            </a:r>
            <a:r>
              <a:rPr lang="zh-CN" altLang="en-US" dirty="0">
                <a:solidFill>
                  <a:srgbClr val="000808"/>
                </a:solidFill>
              </a:rPr>
              <a:t>等价：如果从状态</a:t>
            </a:r>
            <a:r>
              <a:rPr lang="en-US" altLang="zh-CN" dirty="0">
                <a:solidFill>
                  <a:srgbClr val="000808"/>
                </a:solidFill>
              </a:rPr>
              <a:t>s</a:t>
            </a:r>
            <a:r>
              <a:rPr lang="zh-CN" altLang="en-US" dirty="0">
                <a:solidFill>
                  <a:srgbClr val="000808"/>
                </a:solidFill>
              </a:rPr>
              <a:t>出发能读出某个字</a:t>
            </a:r>
            <a:r>
              <a:rPr lang="zh-CN" altLang="en-US" dirty="0">
                <a:solidFill>
                  <a:srgbClr val="000808"/>
                </a:solidFill>
                <a:sym typeface="Symbol" panose="05050102010706020507" pitchFamily="18" charset="2"/>
              </a:rPr>
              <a:t></a:t>
            </a:r>
            <a:r>
              <a:rPr lang="zh-CN" altLang="en-US" dirty="0">
                <a:solidFill>
                  <a:srgbClr val="000808"/>
                </a:solidFill>
              </a:rPr>
              <a:t>而停止于终态，那么同样，从</a:t>
            </a:r>
            <a:r>
              <a:rPr lang="en-US" altLang="zh-CN" dirty="0">
                <a:solidFill>
                  <a:srgbClr val="000808"/>
                </a:solidFill>
              </a:rPr>
              <a:t>t</a:t>
            </a:r>
            <a:r>
              <a:rPr lang="zh-CN" altLang="en-US" dirty="0">
                <a:solidFill>
                  <a:srgbClr val="000808"/>
                </a:solidFill>
              </a:rPr>
              <a:t>出发也能读出</a:t>
            </a:r>
            <a:r>
              <a:rPr lang="zh-CN" altLang="en-US" dirty="0">
                <a:solidFill>
                  <a:srgbClr val="000808"/>
                </a:solidFill>
                <a:sym typeface="Symbol" panose="05050102010706020507" pitchFamily="18" charset="2"/>
              </a:rPr>
              <a:t></a:t>
            </a:r>
            <a:r>
              <a:rPr lang="zh-CN" altLang="en-US" dirty="0">
                <a:solidFill>
                  <a:srgbClr val="000808"/>
                </a:solidFill>
              </a:rPr>
              <a:t>而停止于终态；反之亦然</a:t>
            </a:r>
          </a:p>
          <a:p>
            <a:pPr lvl="1">
              <a:defRPr/>
            </a:pPr>
            <a:r>
              <a:rPr lang="zh-CN" altLang="en-US" dirty="0">
                <a:solidFill>
                  <a:srgbClr val="000808"/>
                </a:solidFill>
              </a:rPr>
              <a:t>两个状态不等价，则称它们是</a:t>
            </a:r>
            <a:r>
              <a:rPr lang="zh-CN" altLang="en-US" dirty="0">
                <a:solidFill>
                  <a:srgbClr val="FF0000"/>
                </a:solidFill>
              </a:rPr>
              <a:t>可区别</a:t>
            </a:r>
            <a:r>
              <a:rPr lang="zh-CN" altLang="en-US" dirty="0">
                <a:solidFill>
                  <a:srgbClr val="000808"/>
                </a:solidFill>
              </a:rPr>
              <a:t>的</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up)">
                                      <p:cBhvr>
                                        <p:cTn id="7" dur="500"/>
                                        <p:tgtEl>
                                          <p:spTgt spid="58371">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58371">
                                            <p:txEl>
                                              <p:pRg st="1" end="1"/>
                                            </p:txEl>
                                          </p:spTgt>
                                        </p:tgtEl>
                                        <p:attrNameLst>
                                          <p:attrName>style.visibility</p:attrName>
                                        </p:attrNameLst>
                                      </p:cBhvr>
                                      <p:to>
                                        <p:strVal val="visible"/>
                                      </p:to>
                                    </p:set>
                                    <p:animEffect transition="in" filter="wipe(up)">
                                      <p:cBhvr>
                                        <p:cTn id="10" dur="500"/>
                                        <p:tgtEl>
                                          <p:spTgt spid="5837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animEffect transition="in" filter="wipe(up)">
                                      <p:cBhvr>
                                        <p:cTn id="15" dur="500"/>
                                        <p:tgtEl>
                                          <p:spTgt spid="58371">
                                            <p:txEl>
                                              <p:pRg st="2" end="2"/>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58371">
                                            <p:txEl>
                                              <p:pRg st="3" end="3"/>
                                            </p:txEl>
                                          </p:spTgt>
                                        </p:tgtEl>
                                        <p:attrNameLst>
                                          <p:attrName>style.visibility</p:attrName>
                                        </p:attrNameLst>
                                      </p:cBhvr>
                                      <p:to>
                                        <p:strVal val="visible"/>
                                      </p:to>
                                    </p:set>
                                    <p:animEffect transition="in" filter="wipe(up)">
                                      <p:cBhvr>
                                        <p:cTn id="18" dur="500"/>
                                        <p:tgtEl>
                                          <p:spTgt spid="58371">
                                            <p:txEl>
                                              <p:pRg st="3" end="3"/>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58371">
                                            <p:txEl>
                                              <p:pRg st="4" end="4"/>
                                            </p:txEl>
                                          </p:spTgt>
                                        </p:tgtEl>
                                        <p:attrNameLst>
                                          <p:attrName>style.visibility</p:attrName>
                                        </p:attrNameLst>
                                      </p:cBhvr>
                                      <p:to>
                                        <p:strVal val="visible"/>
                                      </p:to>
                                    </p:set>
                                    <p:animEffect transition="in" filter="wipe(up)">
                                      <p:cBhvr>
                                        <p:cTn id="21" dur="500"/>
                                        <p:tgtEl>
                                          <p:spTgt spid="58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91EAB344-CEAC-1852-3F78-A4E730D739CE}"/>
              </a:ext>
            </a:extLst>
          </p:cNvPr>
          <p:cNvSpPr>
            <a:spLocks noGrp="1" noChangeArrowheads="1"/>
          </p:cNvSpPr>
          <p:nvPr>
            <p:ph type="title"/>
          </p:nvPr>
        </p:nvSpPr>
        <p:spPr/>
        <p:txBody>
          <a:bodyPr/>
          <a:lstStyle/>
          <a:p>
            <a:pPr eaLnBrk="1" hangingPunct="1"/>
            <a:r>
              <a:rPr lang="zh-CN" altLang="en-GB"/>
              <a:t>测试：状态的可区分性</a:t>
            </a:r>
            <a:endParaRPr lang="en-GB" altLang="zh-CN"/>
          </a:p>
        </p:txBody>
      </p:sp>
      <p:sp>
        <p:nvSpPr>
          <p:cNvPr id="173059" name="Rectangle 3">
            <a:extLst>
              <a:ext uri="{FF2B5EF4-FFF2-40B4-BE49-F238E27FC236}">
                <a16:creationId xmlns:a16="http://schemas.microsoft.com/office/drawing/2014/main" id="{FDDB64D8-7EA4-294D-8BC2-977C319894D8}"/>
              </a:ext>
            </a:extLst>
          </p:cNvPr>
          <p:cNvSpPr>
            <a:spLocks noGrp="1" noChangeArrowheads="1"/>
          </p:cNvSpPr>
          <p:nvPr>
            <p:ph idx="1"/>
          </p:nvPr>
        </p:nvSpPr>
        <p:spPr/>
        <p:txBody>
          <a:bodyPr/>
          <a:lstStyle/>
          <a:p>
            <a:pPr eaLnBrk="1" hangingPunct="1"/>
            <a:r>
              <a:rPr lang="zh-CN" altLang="en-GB">
                <a:solidFill>
                  <a:srgbClr val="000808"/>
                </a:solidFill>
              </a:rPr>
              <a:t>两个状态</a:t>
            </a:r>
            <a:r>
              <a:rPr lang="en-GB" altLang="zh-CN">
                <a:solidFill>
                  <a:srgbClr val="000808"/>
                </a:solidFill>
              </a:rPr>
              <a:t>s</a:t>
            </a:r>
            <a:r>
              <a:rPr lang="zh-CN" altLang="en-GB">
                <a:solidFill>
                  <a:srgbClr val="000808"/>
                </a:solidFill>
              </a:rPr>
              <a:t>和</a:t>
            </a:r>
            <a:r>
              <a:rPr lang="en-GB" altLang="zh-CN">
                <a:solidFill>
                  <a:srgbClr val="000808"/>
                </a:solidFill>
              </a:rPr>
              <a:t>t</a:t>
            </a:r>
            <a:r>
              <a:rPr lang="zh-CN" altLang="en-GB">
                <a:solidFill>
                  <a:srgbClr val="000808"/>
                </a:solidFill>
              </a:rPr>
              <a:t>是可区分的，是指</a:t>
            </a:r>
            <a:r>
              <a:rPr lang="en-GB" altLang="zh-CN">
                <a:solidFill>
                  <a:srgbClr val="000808"/>
                </a:solidFill>
              </a:rPr>
              <a:t>( )</a:t>
            </a:r>
          </a:p>
          <a:p>
            <a:pPr eaLnBrk="1" hangingPunct="1">
              <a:buFont typeface="Wingdings" panose="05000000000000000000" pitchFamily="2" charset="2"/>
              <a:buNone/>
            </a:pPr>
            <a:r>
              <a:rPr lang="en-GB" altLang="zh-CN">
                <a:solidFill>
                  <a:srgbClr val="000808"/>
                </a:solidFill>
              </a:rPr>
              <a:t>A. </a:t>
            </a:r>
            <a:r>
              <a:rPr lang="zh-CN" altLang="en-GB">
                <a:solidFill>
                  <a:srgbClr val="CC0000"/>
                </a:solidFill>
              </a:rPr>
              <a:t>对于任意字</a:t>
            </a:r>
            <a:r>
              <a:rPr lang="zh-CN" altLang="en-US">
                <a:solidFill>
                  <a:srgbClr val="CC0000"/>
                </a:solidFill>
                <a:sym typeface="Symbol" panose="05050102010706020507" pitchFamily="18" charset="2"/>
              </a:rPr>
              <a:t></a:t>
            </a:r>
            <a:r>
              <a:rPr lang="zh-CN" altLang="en-US">
                <a:sym typeface="Symbol" panose="05050102010706020507" pitchFamily="18" charset="2"/>
              </a:rPr>
              <a:t>，</a:t>
            </a:r>
            <a:r>
              <a:rPr lang="zh-CN" altLang="en-US">
                <a:solidFill>
                  <a:srgbClr val="000808"/>
                </a:solidFill>
                <a:sym typeface="Symbol" panose="05050102010706020507" pitchFamily="18" charset="2"/>
              </a:rPr>
              <a:t>要么</a:t>
            </a:r>
            <a:r>
              <a:rPr lang="en-US" altLang="zh-CN">
                <a:solidFill>
                  <a:srgbClr val="000808"/>
                </a:solidFill>
                <a:sym typeface="Symbol" panose="05050102010706020507" pitchFamily="18" charset="2"/>
              </a:rPr>
              <a:t>s</a:t>
            </a:r>
            <a:r>
              <a:rPr lang="zh-CN" altLang="en-GB">
                <a:solidFill>
                  <a:srgbClr val="000808"/>
                </a:solidFill>
                <a:sym typeface="Symbol" panose="05050102010706020507" pitchFamily="18" charset="2"/>
              </a:rPr>
              <a:t>读出停止于终态而</a:t>
            </a:r>
            <a:r>
              <a:rPr lang="en-US" altLang="zh-CN">
                <a:solidFill>
                  <a:srgbClr val="000808"/>
                </a:solidFill>
                <a:sym typeface="Symbol" panose="05050102010706020507" pitchFamily="18" charset="2"/>
              </a:rPr>
              <a:t>t</a:t>
            </a:r>
            <a:r>
              <a:rPr lang="zh-CN" altLang="en-GB">
                <a:solidFill>
                  <a:srgbClr val="000808"/>
                </a:solidFill>
                <a:sym typeface="Symbol" panose="05050102010706020507" pitchFamily="18" charset="2"/>
              </a:rPr>
              <a:t>读出停止于非终态，要么</a:t>
            </a:r>
            <a:r>
              <a:rPr lang="en-US" altLang="zh-CN">
                <a:solidFill>
                  <a:srgbClr val="000808"/>
                </a:solidFill>
                <a:sym typeface="Symbol" panose="05050102010706020507" pitchFamily="18" charset="2"/>
              </a:rPr>
              <a:t>t</a:t>
            </a:r>
            <a:r>
              <a:rPr lang="zh-CN" altLang="en-GB">
                <a:solidFill>
                  <a:srgbClr val="000808"/>
                </a:solidFill>
                <a:sym typeface="Symbol" panose="05050102010706020507" pitchFamily="18" charset="2"/>
              </a:rPr>
              <a:t>读出停止于终态而</a:t>
            </a:r>
            <a:r>
              <a:rPr lang="en-US" altLang="zh-CN">
                <a:solidFill>
                  <a:srgbClr val="000808"/>
                </a:solidFill>
                <a:sym typeface="Symbol" panose="05050102010706020507" pitchFamily="18" charset="2"/>
              </a:rPr>
              <a:t>s</a:t>
            </a:r>
            <a:r>
              <a:rPr lang="zh-CN" altLang="en-GB">
                <a:solidFill>
                  <a:srgbClr val="000808"/>
                </a:solidFill>
                <a:sym typeface="Symbol" panose="05050102010706020507" pitchFamily="18" charset="2"/>
              </a:rPr>
              <a:t>读出停止于非终态</a:t>
            </a:r>
          </a:p>
          <a:p>
            <a:pPr eaLnBrk="1" hangingPunct="1">
              <a:buFont typeface="Wingdings" panose="05000000000000000000" pitchFamily="2" charset="2"/>
              <a:buNone/>
            </a:pPr>
            <a:r>
              <a:rPr lang="en-GB" altLang="zh-CN">
                <a:solidFill>
                  <a:srgbClr val="000808"/>
                </a:solidFill>
                <a:sym typeface="Symbol" panose="05050102010706020507" pitchFamily="18" charset="2"/>
              </a:rPr>
              <a:t>B. </a:t>
            </a:r>
            <a:r>
              <a:rPr lang="zh-CN" altLang="en-GB">
                <a:solidFill>
                  <a:srgbClr val="CC0000"/>
                </a:solidFill>
              </a:rPr>
              <a:t>存在一个字</a:t>
            </a:r>
            <a:r>
              <a:rPr lang="zh-CN" altLang="en-US">
                <a:solidFill>
                  <a:srgbClr val="CC0000"/>
                </a:solidFill>
                <a:sym typeface="Symbol" panose="05050102010706020507" pitchFamily="18" charset="2"/>
              </a:rPr>
              <a:t></a:t>
            </a:r>
            <a:r>
              <a:rPr lang="zh-CN" altLang="en-US">
                <a:sym typeface="Symbol" panose="05050102010706020507" pitchFamily="18" charset="2"/>
              </a:rPr>
              <a:t>，</a:t>
            </a:r>
            <a:r>
              <a:rPr lang="zh-CN" altLang="en-US">
                <a:solidFill>
                  <a:srgbClr val="000808"/>
                </a:solidFill>
                <a:sym typeface="Symbol" panose="05050102010706020507" pitchFamily="18" charset="2"/>
              </a:rPr>
              <a:t>要么</a:t>
            </a:r>
            <a:r>
              <a:rPr lang="en-US" altLang="zh-CN">
                <a:solidFill>
                  <a:srgbClr val="000808"/>
                </a:solidFill>
                <a:sym typeface="Symbol" panose="05050102010706020507" pitchFamily="18" charset="2"/>
              </a:rPr>
              <a:t>s</a:t>
            </a:r>
            <a:r>
              <a:rPr lang="zh-CN" altLang="en-GB">
                <a:solidFill>
                  <a:srgbClr val="000808"/>
                </a:solidFill>
                <a:sym typeface="Symbol" panose="05050102010706020507" pitchFamily="18" charset="2"/>
              </a:rPr>
              <a:t>读出停止于终态而</a:t>
            </a:r>
            <a:r>
              <a:rPr lang="en-US" altLang="zh-CN">
                <a:solidFill>
                  <a:srgbClr val="000808"/>
                </a:solidFill>
                <a:sym typeface="Symbol" panose="05050102010706020507" pitchFamily="18" charset="2"/>
              </a:rPr>
              <a:t>t</a:t>
            </a:r>
            <a:r>
              <a:rPr lang="zh-CN" altLang="en-GB">
                <a:solidFill>
                  <a:srgbClr val="000808"/>
                </a:solidFill>
                <a:sym typeface="Symbol" panose="05050102010706020507" pitchFamily="18" charset="2"/>
              </a:rPr>
              <a:t>读出停止于非终态，要么</a:t>
            </a:r>
            <a:r>
              <a:rPr lang="en-US" altLang="zh-CN">
                <a:solidFill>
                  <a:srgbClr val="000808"/>
                </a:solidFill>
                <a:sym typeface="Symbol" panose="05050102010706020507" pitchFamily="18" charset="2"/>
              </a:rPr>
              <a:t>t</a:t>
            </a:r>
            <a:r>
              <a:rPr lang="zh-CN" altLang="en-GB">
                <a:solidFill>
                  <a:srgbClr val="000808"/>
                </a:solidFill>
                <a:sym typeface="Symbol" panose="05050102010706020507" pitchFamily="18" charset="2"/>
              </a:rPr>
              <a:t>读出停止于终态而</a:t>
            </a:r>
            <a:r>
              <a:rPr lang="en-US" altLang="zh-CN">
                <a:solidFill>
                  <a:srgbClr val="000808"/>
                </a:solidFill>
                <a:sym typeface="Symbol" panose="05050102010706020507" pitchFamily="18" charset="2"/>
              </a:rPr>
              <a:t>s</a:t>
            </a:r>
            <a:r>
              <a:rPr lang="zh-CN" altLang="en-GB">
                <a:solidFill>
                  <a:srgbClr val="000808"/>
                </a:solidFill>
                <a:sym typeface="Symbol" panose="05050102010706020507" pitchFamily="18" charset="2"/>
              </a:rPr>
              <a:t>读出停止于非终态</a:t>
            </a:r>
          </a:p>
        </p:txBody>
      </p:sp>
      <p:sp>
        <p:nvSpPr>
          <p:cNvPr id="6" name="文本框 5">
            <a:extLst>
              <a:ext uri="{FF2B5EF4-FFF2-40B4-BE49-F238E27FC236}">
                <a16:creationId xmlns:a16="http://schemas.microsoft.com/office/drawing/2014/main" id="{025460F5-A216-E8D5-8528-5AF30A0DD836}"/>
              </a:ext>
            </a:extLst>
          </p:cNvPr>
          <p:cNvSpPr txBox="1"/>
          <p:nvPr/>
        </p:nvSpPr>
        <p:spPr>
          <a:xfrm>
            <a:off x="7924800" y="935038"/>
            <a:ext cx="2743200" cy="5143500"/>
          </a:xfrm>
          <a:prstGeom prst="rect">
            <a:avLst/>
          </a:prstGeom>
          <a:noFill/>
        </p:spPr>
        <p:txBody>
          <a:bodyPr/>
          <a:lstStyle/>
          <a:p>
            <a:pPr eaLnBrk="0" fontAlgn="base" hangingPunct="0">
              <a:spcBef>
                <a:spcPct val="0"/>
              </a:spcBef>
              <a:spcAft>
                <a:spcPct val="0"/>
              </a:spcAft>
              <a:defRPr/>
            </a:pPr>
            <a:endParaRPr lang="zh-CN" altLang="en-US" sz="2000" b="1" dirty="0">
              <a:solidFill>
                <a:srgbClr val="003399"/>
              </a:solidFill>
              <a:latin typeface="宋体"/>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39057A9-2636-C568-5342-147EEC2103FD}"/>
              </a:ext>
            </a:extLst>
          </p:cNvPr>
          <p:cNvSpPr>
            <a:spLocks noGrp="1" noChangeArrowheads="1"/>
          </p:cNvSpPr>
          <p:nvPr>
            <p:ph idx="1"/>
          </p:nvPr>
        </p:nvSpPr>
        <p:spPr>
          <a:xfrm>
            <a:off x="1881188" y="1428750"/>
            <a:ext cx="8540750" cy="5240338"/>
          </a:xfrm>
        </p:spPr>
        <p:txBody>
          <a:bodyPr/>
          <a:lstStyle/>
          <a:p>
            <a:pPr algn="just" eaLnBrk="1" hangingPunct="1">
              <a:buFont typeface="Wingdings" panose="05000000000000000000" pitchFamily="2" charset="2"/>
              <a:buNone/>
            </a:pPr>
            <a:r>
              <a:rPr lang="zh-CN" altLang="en-US" b="1">
                <a:solidFill>
                  <a:srgbClr val="FF0000"/>
                </a:solidFill>
                <a:latin typeface="Courier New" panose="02070309020205020404" pitchFamily="49" charset="0"/>
                <a:ea typeface="黑体" panose="02010609060101010101" pitchFamily="49" charset="-122"/>
              </a:rPr>
              <a:t>化简方法</a:t>
            </a:r>
            <a:r>
              <a:rPr lang="zh-CN" altLang="en-US" b="1">
                <a:latin typeface="Courier New" panose="02070309020205020404" pitchFamily="49" charset="0"/>
              </a:rPr>
              <a:t>：</a:t>
            </a:r>
            <a:endParaRPr lang="zh-CN" altLang="en-US">
              <a:latin typeface="宋体" panose="02010600030101010101" pitchFamily="2" charset="-122"/>
            </a:endParaRPr>
          </a:p>
          <a:p>
            <a:pPr algn="just" eaLnBrk="1" hangingPunct="1">
              <a:buFont typeface="Wingdings" panose="05000000000000000000" pitchFamily="2" charset="2"/>
              <a:buNone/>
            </a:pPr>
            <a:r>
              <a:rPr lang="zh-CN" altLang="en-US" b="1">
                <a:latin typeface="Courier New" panose="02070309020205020404" pitchFamily="49" charset="0"/>
                <a:cs typeface="Courier New" panose="02070309020205020404" pitchFamily="49" charset="0"/>
              </a:rPr>
              <a:t>(1)</a:t>
            </a:r>
            <a:r>
              <a:rPr lang="zh-CN" altLang="en-US" b="1">
                <a:latin typeface="Courier New" panose="02070309020205020404" pitchFamily="49" charset="0"/>
              </a:rPr>
              <a:t>将</a:t>
            </a:r>
            <a:r>
              <a:rPr lang="en-US" altLang="zh-CN" b="1">
                <a:latin typeface="Courier New" panose="02070309020205020404" pitchFamily="49" charset="0"/>
                <a:cs typeface="Courier New" panose="02070309020205020404" pitchFamily="49" charset="0"/>
              </a:rPr>
              <a:t>K</a:t>
            </a:r>
            <a:r>
              <a:rPr lang="zh-CN" altLang="en-US" b="1">
                <a:latin typeface="Courier New" panose="02070309020205020404" pitchFamily="49" charset="0"/>
              </a:rPr>
              <a:t>划分为</a:t>
            </a:r>
            <a:r>
              <a:rPr lang="zh-CN" altLang="en-US" b="1">
                <a:solidFill>
                  <a:srgbClr val="FF0000"/>
                </a:solidFill>
                <a:latin typeface="Courier New" panose="02070309020205020404" pitchFamily="49" charset="0"/>
              </a:rPr>
              <a:t>终态集</a:t>
            </a:r>
            <a:r>
              <a:rPr lang="zh-CN" altLang="en-US" b="1">
                <a:latin typeface="Courier New" panose="02070309020205020404" pitchFamily="49" charset="0"/>
              </a:rPr>
              <a:t>和</a:t>
            </a:r>
            <a:r>
              <a:rPr lang="zh-CN" altLang="en-US" b="1">
                <a:solidFill>
                  <a:srgbClr val="FF0000"/>
                </a:solidFill>
                <a:latin typeface="Courier New" panose="02070309020205020404" pitchFamily="49" charset="0"/>
              </a:rPr>
              <a:t>非终态集</a:t>
            </a:r>
            <a:r>
              <a:rPr lang="zh-CN" altLang="en-US" b="1">
                <a:latin typeface="Courier New" panose="02070309020205020404" pitchFamily="49" charset="0"/>
              </a:rPr>
              <a:t>，得</a:t>
            </a:r>
            <a:r>
              <a:rPr lang="en-US" altLang="zh-CN" b="1">
                <a:latin typeface="Courier New" panose="02070309020205020404" pitchFamily="49" charset="0"/>
                <a:cs typeface="Courier New" panose="02070309020205020404" pitchFamily="49" charset="0"/>
              </a:rPr>
              <a:t>K</a:t>
            </a:r>
            <a:r>
              <a:rPr lang="en-US" altLang="zh-CN" b="1">
                <a:cs typeface="Courier New" panose="02070309020205020404" pitchFamily="49" charset="0"/>
              </a:rPr>
              <a:t>’</a:t>
            </a:r>
            <a:r>
              <a:rPr lang="en-US" altLang="zh-CN" b="1">
                <a:latin typeface="Courier New" panose="02070309020205020404" pitchFamily="49" charset="0"/>
                <a:cs typeface="Courier New" panose="02070309020205020404" pitchFamily="49" charset="0"/>
              </a:rPr>
              <a:t>={Z,K-Z}</a:t>
            </a:r>
            <a:r>
              <a:rPr lang="en-US" altLang="zh-CN" b="1">
                <a:latin typeface="Courier New" panose="02070309020205020404" pitchFamily="49" charset="0"/>
              </a:rPr>
              <a:t>。</a:t>
            </a:r>
            <a:endParaRPr lang="en-US" altLang="zh-CN">
              <a:latin typeface="宋体" panose="02010600030101010101" pitchFamily="2" charset="-122"/>
            </a:endParaRPr>
          </a:p>
          <a:p>
            <a:pPr algn="just" eaLnBrk="1" hangingPunct="1">
              <a:buFont typeface="Wingdings" panose="05000000000000000000" pitchFamily="2" charset="2"/>
              <a:buNone/>
            </a:pPr>
            <a:r>
              <a:rPr lang="en-US" altLang="zh-CN" b="1">
                <a:latin typeface="Courier New" panose="02070309020205020404" pitchFamily="49" charset="0"/>
                <a:cs typeface="Courier New" panose="02070309020205020404" pitchFamily="49" charset="0"/>
              </a:rPr>
              <a:t> (2)</a:t>
            </a:r>
            <a:r>
              <a:rPr lang="zh-CN" altLang="en-US" b="1">
                <a:solidFill>
                  <a:srgbClr val="FF0000"/>
                </a:solidFill>
                <a:latin typeface="Courier New" panose="02070309020205020404" pitchFamily="49" charset="0"/>
                <a:ea typeface="黑体" panose="02010609060101010101" pitchFamily="49" charset="-122"/>
              </a:rPr>
              <a:t>递归地</a:t>
            </a:r>
            <a:r>
              <a:rPr lang="zh-CN" altLang="en-US" b="1">
                <a:latin typeface="Courier New" panose="02070309020205020404" pitchFamily="49" charset="0"/>
              </a:rPr>
              <a:t>分割</a:t>
            </a:r>
            <a:r>
              <a:rPr lang="en-US" altLang="zh-CN" b="1">
                <a:latin typeface="Courier New" panose="02070309020205020404" pitchFamily="49" charset="0"/>
                <a:cs typeface="Courier New" panose="02070309020205020404" pitchFamily="49" charset="0"/>
              </a:rPr>
              <a:t>K</a:t>
            </a:r>
            <a:r>
              <a:rPr lang="en-US" altLang="zh-CN" b="1">
                <a:cs typeface="Courier New" panose="02070309020205020404" pitchFamily="49" charset="0"/>
              </a:rPr>
              <a:t>’</a:t>
            </a:r>
            <a:r>
              <a:rPr lang="zh-CN" altLang="en-US" b="1">
                <a:latin typeface="Courier New" panose="02070309020205020404" pitchFamily="49" charset="0"/>
              </a:rPr>
              <a:t>中的子集，使得任何两个不同子集的状态都是可区分的，而同一个子集中的状态都是等价的。</a:t>
            </a:r>
            <a:endParaRPr lang="zh-CN" altLang="en-US">
              <a:latin typeface="宋体" panose="02010600030101010101" pitchFamily="2" charset="-122"/>
            </a:endParaRPr>
          </a:p>
          <a:p>
            <a:pPr algn="just" eaLnBrk="1" hangingPunct="1">
              <a:buFont typeface="Wingdings" panose="05000000000000000000" pitchFamily="2" charset="2"/>
              <a:buNone/>
            </a:pPr>
            <a:r>
              <a:rPr lang="zh-CN" altLang="en-US" b="1">
                <a:latin typeface="Courier New" panose="02070309020205020404" pitchFamily="49" charset="0"/>
                <a:cs typeface="Courier New" panose="02070309020205020404" pitchFamily="49" charset="0"/>
              </a:rPr>
              <a:t>(3)</a:t>
            </a:r>
            <a:r>
              <a:rPr lang="en-US" altLang="zh-CN" b="1">
                <a:latin typeface="Courier New" panose="02070309020205020404" pitchFamily="49" charset="0"/>
                <a:cs typeface="Courier New" panose="02070309020205020404" pitchFamily="49" charset="0"/>
              </a:rPr>
              <a:t>K</a:t>
            </a:r>
            <a:r>
              <a:rPr lang="en-US" altLang="zh-CN" b="1">
                <a:cs typeface="Courier New" panose="02070309020205020404" pitchFamily="49" charset="0"/>
              </a:rPr>
              <a:t>’</a:t>
            </a:r>
            <a:r>
              <a:rPr lang="zh-CN" altLang="en-US" b="1">
                <a:latin typeface="Courier New" panose="02070309020205020404" pitchFamily="49" charset="0"/>
              </a:rPr>
              <a:t>中的每个子集合并为一个状态。</a:t>
            </a:r>
            <a:endParaRPr lang="zh-CN" altLang="en-US">
              <a:latin typeface="宋体" panose="02010600030101010101" pitchFamily="2" charset="-122"/>
            </a:endParaRPr>
          </a:p>
          <a:p>
            <a:pPr algn="just" eaLnBrk="1" hangingPunct="1">
              <a:buFont typeface="Wingdings" panose="05000000000000000000" pitchFamily="2" charset="2"/>
              <a:buNone/>
            </a:pPr>
            <a:r>
              <a:rPr lang="zh-CN" altLang="en-US" b="1">
                <a:latin typeface="Courier New" panose="02070309020205020404" pitchFamily="49" charset="0"/>
                <a:cs typeface="Courier New" panose="02070309020205020404" pitchFamily="49" charset="0"/>
              </a:rPr>
              <a:t>(4)</a:t>
            </a:r>
            <a:r>
              <a:rPr lang="zh-CN" altLang="en-US" b="1">
                <a:latin typeface="Courier New" panose="02070309020205020404" pitchFamily="49" charset="0"/>
              </a:rPr>
              <a:t>含原初态的状态为初态；含原终态的状态为终态。</a:t>
            </a:r>
            <a:endParaRPr lang="zh-CN" altLang="en-US">
              <a:latin typeface="宋体" panose="02010600030101010101" pitchFamily="2" charset="-122"/>
            </a:endParaRPr>
          </a:p>
          <a:p>
            <a:endParaRPr lang="zh-CN" altLang="en-US"/>
          </a:p>
        </p:txBody>
      </p:sp>
      <p:sp>
        <p:nvSpPr>
          <p:cNvPr id="4" name="Rectangle 2">
            <a:extLst>
              <a:ext uri="{FF2B5EF4-FFF2-40B4-BE49-F238E27FC236}">
                <a16:creationId xmlns:a16="http://schemas.microsoft.com/office/drawing/2014/main" id="{437168BD-D6FE-05D9-1316-443909E2FF91}"/>
              </a:ext>
            </a:extLst>
          </p:cNvPr>
          <p:cNvSpPr txBox="1">
            <a:spLocks noRot="1" noChangeArrowheads="1"/>
          </p:cNvSpPr>
          <p:nvPr/>
        </p:nvSpPr>
        <p:spPr bwMode="auto">
          <a:xfrm>
            <a:off x="1919289" y="549275"/>
            <a:ext cx="8453437" cy="534988"/>
          </a:xfrm>
          <a:prstGeom prst="rect">
            <a:avLst/>
          </a:prstGeom>
          <a:noFill/>
          <a:ln w="9525">
            <a:noFill/>
            <a:miter lim="800000"/>
            <a:headEnd/>
            <a:tailEnd/>
          </a:ln>
        </p:spPr>
        <p:txBody>
          <a:bodyPr anchor="ctr"/>
          <a:lstStyle/>
          <a:p>
            <a:pPr fontAlgn="base">
              <a:spcBef>
                <a:spcPct val="0"/>
              </a:spcBef>
              <a:spcAft>
                <a:spcPct val="0"/>
              </a:spcAft>
              <a:defRPr/>
            </a:pPr>
            <a:r>
              <a:rPr lang="zh-CN" altLang="en-US" sz="4400" b="1" kern="0" dirty="0">
                <a:solidFill>
                  <a:srgbClr val="800000"/>
                </a:solidFill>
                <a:latin typeface="Arial"/>
                <a:ea typeface="宋体"/>
              </a:rPr>
              <a:t> </a:t>
            </a:r>
            <a:r>
              <a:rPr lang="en-US" altLang="zh-CN" sz="4400" b="1" kern="0" dirty="0">
                <a:solidFill>
                  <a:srgbClr val="800000"/>
                </a:solidFill>
                <a:latin typeface="Arial"/>
                <a:ea typeface="宋体"/>
              </a:rPr>
              <a:t>DFA</a:t>
            </a:r>
            <a:r>
              <a:rPr lang="zh-CN" altLang="en-US" sz="4400" b="1" kern="0" dirty="0">
                <a:solidFill>
                  <a:srgbClr val="800000"/>
                </a:solidFill>
                <a:latin typeface="Arial"/>
                <a:ea typeface="宋体"/>
              </a:rPr>
              <a:t>的最小化算法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97">
            <a:extLst>
              <a:ext uri="{FF2B5EF4-FFF2-40B4-BE49-F238E27FC236}">
                <a16:creationId xmlns:a16="http://schemas.microsoft.com/office/drawing/2014/main" id="{2B5EB430-1A08-0541-82C8-FB4F19080D82}"/>
              </a:ext>
            </a:extLst>
          </p:cNvPr>
          <p:cNvGrpSpPr>
            <a:grpSpLocks/>
          </p:cNvGrpSpPr>
          <p:nvPr/>
        </p:nvGrpSpPr>
        <p:grpSpPr bwMode="auto">
          <a:xfrm>
            <a:off x="1774826" y="476251"/>
            <a:ext cx="4752975" cy="663575"/>
            <a:chOff x="249" y="890"/>
            <a:chExt cx="2812" cy="408"/>
          </a:xfrm>
        </p:grpSpPr>
        <p:grpSp>
          <p:nvGrpSpPr>
            <p:cNvPr id="178184" name="Group 98">
              <a:extLst>
                <a:ext uri="{FF2B5EF4-FFF2-40B4-BE49-F238E27FC236}">
                  <a16:creationId xmlns:a16="http://schemas.microsoft.com/office/drawing/2014/main" id="{C511EB05-FEAD-781C-0623-919E019B07F7}"/>
                </a:ext>
              </a:extLst>
            </p:cNvPr>
            <p:cNvGrpSpPr>
              <a:grpSpLocks/>
            </p:cNvGrpSpPr>
            <p:nvPr/>
          </p:nvGrpSpPr>
          <p:grpSpPr bwMode="auto">
            <a:xfrm>
              <a:off x="249" y="890"/>
              <a:ext cx="2812" cy="408"/>
              <a:chOff x="720" y="480"/>
              <a:chExt cx="4224" cy="1390"/>
            </a:xfrm>
          </p:grpSpPr>
          <p:graphicFrame>
            <p:nvGraphicFramePr>
              <p:cNvPr id="178186" name="Object 99">
                <a:extLst>
                  <a:ext uri="{FF2B5EF4-FFF2-40B4-BE49-F238E27FC236}">
                    <a16:creationId xmlns:a16="http://schemas.microsoft.com/office/drawing/2014/main" id="{E824CF89-A6F5-1259-57E4-0A8C2C900D0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78186" name="Object 99">
                            <a:extLst>
                              <a:ext uri="{FF2B5EF4-FFF2-40B4-BE49-F238E27FC236}">
                                <a16:creationId xmlns:a16="http://schemas.microsoft.com/office/drawing/2014/main" id="{E824CF89-A6F5-1259-57E4-0A8C2C900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8187" name="Object 100">
                <a:extLst>
                  <a:ext uri="{FF2B5EF4-FFF2-40B4-BE49-F238E27FC236}">
                    <a16:creationId xmlns:a16="http://schemas.microsoft.com/office/drawing/2014/main" id="{99CE33AF-5601-0EA8-6764-7DCB7CABA64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78187" name="Object 100">
                            <a:extLst>
                              <a:ext uri="{FF2B5EF4-FFF2-40B4-BE49-F238E27FC236}">
                                <a16:creationId xmlns:a16="http://schemas.microsoft.com/office/drawing/2014/main" id="{99CE33AF-5601-0EA8-6764-7DCB7CABA6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78185" name="Text Box 101">
              <a:extLst>
                <a:ext uri="{FF2B5EF4-FFF2-40B4-BE49-F238E27FC236}">
                  <a16:creationId xmlns:a16="http://schemas.microsoft.com/office/drawing/2014/main" id="{CD35AB71-FC61-67E5-8CBE-1FD4C4B05289}"/>
                </a:ext>
              </a:extLst>
            </p:cNvPr>
            <p:cNvSpPr txBox="1">
              <a:spLocks noChangeArrowheads="1"/>
            </p:cNvSpPr>
            <p:nvPr/>
          </p:nvSpPr>
          <p:spPr bwMode="auto">
            <a:xfrm>
              <a:off x="340" y="935"/>
              <a:ext cx="267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3-19</a:t>
              </a:r>
              <a:r>
                <a:rPr lang="zh-CN" altLang="en-US" sz="2000" b="1">
                  <a:solidFill>
                    <a:srgbClr val="003399"/>
                  </a:solidFill>
                  <a:latin typeface="宋体" panose="02010600030101010101" pitchFamily="2" charset="-122"/>
                </a:rPr>
                <a:t>：考虑下图所示</a:t>
              </a:r>
              <a:r>
                <a:rPr lang="en-US" altLang="zh-CN" sz="2000" b="1">
                  <a:solidFill>
                    <a:srgbClr val="003399"/>
                  </a:solidFill>
                  <a:latin typeface="宋体" panose="02010600030101010101" pitchFamily="2" charset="-122"/>
                </a:rPr>
                <a:t>DFA</a:t>
              </a:r>
              <a:r>
                <a:rPr lang="zh-CN" altLang="en-US" sz="2000" b="1">
                  <a:solidFill>
                    <a:srgbClr val="003399"/>
                  </a:solidFill>
                  <a:latin typeface="宋体" panose="02010600030101010101" pitchFamily="2" charset="-122"/>
                </a:rPr>
                <a:t>的化简：</a:t>
              </a:r>
            </a:p>
          </p:txBody>
        </p:sp>
      </p:grpSp>
      <p:sp>
        <p:nvSpPr>
          <p:cNvPr id="178179" name="Text Box 102">
            <a:extLst>
              <a:ext uri="{FF2B5EF4-FFF2-40B4-BE49-F238E27FC236}">
                <a16:creationId xmlns:a16="http://schemas.microsoft.com/office/drawing/2014/main" id="{F3CC0AE9-7291-A740-92BA-3F8403C25DA8}"/>
              </a:ext>
            </a:extLst>
          </p:cNvPr>
          <p:cNvSpPr txBox="1">
            <a:spLocks noChangeArrowheads="1"/>
          </p:cNvSpPr>
          <p:nvPr/>
        </p:nvSpPr>
        <p:spPr bwMode="auto">
          <a:xfrm>
            <a:off x="8328025" y="908051"/>
            <a:ext cx="208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1800">
              <a:solidFill>
                <a:srgbClr val="007A77"/>
              </a:solidFill>
            </a:endParaRPr>
          </a:p>
        </p:txBody>
      </p:sp>
      <p:sp>
        <p:nvSpPr>
          <p:cNvPr id="122983" name="Text Box 103">
            <a:extLst>
              <a:ext uri="{FF2B5EF4-FFF2-40B4-BE49-F238E27FC236}">
                <a16:creationId xmlns:a16="http://schemas.microsoft.com/office/drawing/2014/main" id="{F68DA5B2-3701-D842-0E0A-E23EE3C50A5B}"/>
              </a:ext>
            </a:extLst>
          </p:cNvPr>
          <p:cNvSpPr txBox="1">
            <a:spLocks noChangeArrowheads="1"/>
          </p:cNvSpPr>
          <p:nvPr/>
        </p:nvSpPr>
        <p:spPr bwMode="auto">
          <a:xfrm>
            <a:off x="6816725" y="614363"/>
            <a:ext cx="3816350" cy="779462"/>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1800" b="1">
                <a:solidFill>
                  <a:srgbClr val="003399"/>
                </a:solidFill>
              </a:rPr>
              <a:t>首先：把</a:t>
            </a:r>
            <a:r>
              <a:rPr lang="en-US" altLang="zh-CN" sz="1800" b="1">
                <a:solidFill>
                  <a:srgbClr val="003399"/>
                </a:solidFill>
              </a:rPr>
              <a:t>M</a:t>
            </a:r>
            <a:r>
              <a:rPr lang="zh-CN" altLang="en-US" sz="1800" b="1">
                <a:solidFill>
                  <a:srgbClr val="003399"/>
                </a:solidFill>
              </a:rPr>
              <a:t>的状态分为</a:t>
            </a:r>
            <a:r>
              <a:rPr lang="en-US" altLang="zh-CN" sz="1800" b="1">
                <a:solidFill>
                  <a:srgbClr val="003399"/>
                </a:solidFill>
              </a:rPr>
              <a:t>2</a:t>
            </a:r>
            <a:r>
              <a:rPr lang="zh-CN" altLang="en-US" sz="1800" b="1">
                <a:solidFill>
                  <a:srgbClr val="003399"/>
                </a:solidFill>
              </a:rPr>
              <a:t>组：</a:t>
            </a:r>
          </a:p>
          <a:p>
            <a:pPr fontAlgn="base">
              <a:spcBef>
                <a:spcPct val="50000"/>
              </a:spcBef>
              <a:spcAft>
                <a:spcPct val="0"/>
              </a:spcAft>
              <a:buClrTx/>
              <a:buSzTx/>
              <a:buNone/>
            </a:pPr>
            <a:r>
              <a:rPr lang="zh-CN" altLang="en-US" sz="1800" b="1">
                <a:solidFill>
                  <a:srgbClr val="003399"/>
                </a:solidFill>
              </a:rPr>
              <a:t>终态组</a:t>
            </a:r>
            <a:r>
              <a:rPr lang="en-US" altLang="zh-CN" sz="1800" b="1">
                <a:solidFill>
                  <a:srgbClr val="003399"/>
                </a:solidFill>
              </a:rPr>
              <a:t>{3,4,5,6},</a:t>
            </a:r>
            <a:r>
              <a:rPr lang="zh-CN" altLang="en-US" sz="1800" b="1">
                <a:solidFill>
                  <a:srgbClr val="003399"/>
                </a:solidFill>
              </a:rPr>
              <a:t>非终态组</a:t>
            </a:r>
            <a:r>
              <a:rPr lang="en-US" altLang="zh-CN" sz="1800" b="1">
                <a:solidFill>
                  <a:srgbClr val="003399"/>
                </a:solidFill>
              </a:rPr>
              <a:t>{0</a:t>
            </a:r>
            <a:r>
              <a:rPr lang="zh-CN" altLang="en-US" sz="1800" b="1">
                <a:solidFill>
                  <a:srgbClr val="003399"/>
                </a:solidFill>
              </a:rPr>
              <a:t>，</a:t>
            </a:r>
            <a:r>
              <a:rPr lang="en-US" altLang="zh-CN" sz="1800" b="1">
                <a:solidFill>
                  <a:srgbClr val="003399"/>
                </a:solidFill>
              </a:rPr>
              <a:t>1</a:t>
            </a:r>
            <a:r>
              <a:rPr lang="zh-CN" altLang="en-US" sz="1800" b="1">
                <a:solidFill>
                  <a:srgbClr val="003399"/>
                </a:solidFill>
              </a:rPr>
              <a:t>，</a:t>
            </a:r>
            <a:r>
              <a:rPr lang="en-US" altLang="zh-CN" sz="1800" b="1">
                <a:solidFill>
                  <a:srgbClr val="003399"/>
                </a:solidFill>
              </a:rPr>
              <a:t>2}</a:t>
            </a:r>
          </a:p>
        </p:txBody>
      </p:sp>
      <p:sp>
        <p:nvSpPr>
          <p:cNvPr id="122987" name="Text Box 107">
            <a:extLst>
              <a:ext uri="{FF2B5EF4-FFF2-40B4-BE49-F238E27FC236}">
                <a16:creationId xmlns:a16="http://schemas.microsoft.com/office/drawing/2014/main" id="{DFD815A9-D08D-C369-A394-C13FD2BF680A}"/>
              </a:ext>
            </a:extLst>
          </p:cNvPr>
          <p:cNvSpPr txBox="1">
            <a:spLocks noChangeArrowheads="1"/>
          </p:cNvSpPr>
          <p:nvPr/>
        </p:nvSpPr>
        <p:spPr bwMode="auto">
          <a:xfrm>
            <a:off x="1989139" y="1435101"/>
            <a:ext cx="3889375" cy="3968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178182" name="矩形 12">
            <a:extLst>
              <a:ext uri="{FF2B5EF4-FFF2-40B4-BE49-F238E27FC236}">
                <a16:creationId xmlns:a16="http://schemas.microsoft.com/office/drawing/2014/main" id="{B24F7C74-4CBB-CC72-77FF-C69DF318E0F9}"/>
              </a:ext>
            </a:extLst>
          </p:cNvPr>
          <p:cNvSpPr>
            <a:spLocks noChangeArrowheads="1"/>
          </p:cNvSpPr>
          <p:nvPr/>
        </p:nvSpPr>
        <p:spPr bwMode="auto">
          <a:xfrm>
            <a:off x="7751763" y="4303714"/>
            <a:ext cx="2451100" cy="1939925"/>
          </a:xfrm>
          <a:prstGeom prst="rect">
            <a:avLst/>
          </a:prstGeom>
          <a:solidFill>
            <a:schemeClr val="accent1"/>
          </a:soli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某一状态集是否需要划分，其判断依据：</a:t>
            </a:r>
            <a:r>
              <a:rPr lang="zh-CN" altLang="en-US" sz="2000" b="1">
                <a:solidFill>
                  <a:srgbClr val="FF0000"/>
                </a:solidFill>
                <a:latin typeface="宋体" panose="02010600030101010101" pitchFamily="2" charset="-122"/>
              </a:rPr>
              <a:t>某一状态集经过</a:t>
            </a:r>
            <a:r>
              <a:rPr lang="en-US" altLang="zh-CN" sz="2000" b="1">
                <a:solidFill>
                  <a:srgbClr val="FF0000"/>
                </a:solidFill>
                <a:latin typeface="宋体" panose="02010600030101010101" pitchFamily="2" charset="-122"/>
              </a:rPr>
              <a:t>a</a:t>
            </a:r>
            <a:r>
              <a:rPr lang="zh-CN" altLang="en-US" sz="2000" b="1">
                <a:solidFill>
                  <a:srgbClr val="FF0000"/>
                </a:solidFill>
                <a:latin typeface="宋体" panose="02010600030101010101" pitchFamily="2" charset="-122"/>
              </a:rPr>
              <a:t>弧到达的状态集是否为已有某一状态集的子集</a:t>
            </a:r>
          </a:p>
        </p:txBody>
      </p:sp>
      <p:pic>
        <p:nvPicPr>
          <p:cNvPr id="178183" name="图片 14">
            <a:extLst>
              <a:ext uri="{FF2B5EF4-FFF2-40B4-BE49-F238E27FC236}">
                <a16:creationId xmlns:a16="http://schemas.microsoft.com/office/drawing/2014/main" id="{78DE1A0C-D6B1-218F-6431-C403DD7260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4" y="3427414"/>
            <a:ext cx="51847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2298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22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3" grpId="0" animBg="1"/>
      <p:bldP spid="12298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226" name="Group 97">
            <a:extLst>
              <a:ext uri="{FF2B5EF4-FFF2-40B4-BE49-F238E27FC236}">
                <a16:creationId xmlns:a16="http://schemas.microsoft.com/office/drawing/2014/main" id="{C3E02F0A-D81E-570C-A5A4-2F1243640E65}"/>
              </a:ext>
            </a:extLst>
          </p:cNvPr>
          <p:cNvGrpSpPr>
            <a:grpSpLocks/>
          </p:cNvGrpSpPr>
          <p:nvPr/>
        </p:nvGrpSpPr>
        <p:grpSpPr bwMode="auto">
          <a:xfrm>
            <a:off x="1774826" y="476251"/>
            <a:ext cx="4752975" cy="663575"/>
            <a:chOff x="249" y="890"/>
            <a:chExt cx="2812" cy="408"/>
          </a:xfrm>
        </p:grpSpPr>
        <p:grpSp>
          <p:nvGrpSpPr>
            <p:cNvPr id="180232" name="Group 98">
              <a:extLst>
                <a:ext uri="{FF2B5EF4-FFF2-40B4-BE49-F238E27FC236}">
                  <a16:creationId xmlns:a16="http://schemas.microsoft.com/office/drawing/2014/main" id="{ADB132EE-624B-97A2-6E3F-41D7B56D0A24}"/>
                </a:ext>
              </a:extLst>
            </p:cNvPr>
            <p:cNvGrpSpPr>
              <a:grpSpLocks/>
            </p:cNvGrpSpPr>
            <p:nvPr/>
          </p:nvGrpSpPr>
          <p:grpSpPr bwMode="auto">
            <a:xfrm>
              <a:off x="249" y="890"/>
              <a:ext cx="2812" cy="408"/>
              <a:chOff x="720" y="480"/>
              <a:chExt cx="4224" cy="1390"/>
            </a:xfrm>
          </p:grpSpPr>
          <p:graphicFrame>
            <p:nvGraphicFramePr>
              <p:cNvPr id="180234" name="Object 99">
                <a:extLst>
                  <a:ext uri="{FF2B5EF4-FFF2-40B4-BE49-F238E27FC236}">
                    <a16:creationId xmlns:a16="http://schemas.microsoft.com/office/drawing/2014/main" id="{A6A43C98-7071-A9AD-1636-8D435C45E6DA}"/>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80234" name="Object 99">
                            <a:extLst>
                              <a:ext uri="{FF2B5EF4-FFF2-40B4-BE49-F238E27FC236}">
                                <a16:creationId xmlns:a16="http://schemas.microsoft.com/office/drawing/2014/main" id="{A6A43C98-7071-A9AD-1636-8D435C45E6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0235" name="Object 100">
                <a:extLst>
                  <a:ext uri="{FF2B5EF4-FFF2-40B4-BE49-F238E27FC236}">
                    <a16:creationId xmlns:a16="http://schemas.microsoft.com/office/drawing/2014/main" id="{260BAC31-EAB1-37E1-97A4-2DBC433A488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80235" name="Object 100">
                            <a:extLst>
                              <a:ext uri="{FF2B5EF4-FFF2-40B4-BE49-F238E27FC236}">
                                <a16:creationId xmlns:a16="http://schemas.microsoft.com/office/drawing/2014/main" id="{260BAC31-EAB1-37E1-97A4-2DBC433A48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0233" name="Text Box 101">
              <a:extLst>
                <a:ext uri="{FF2B5EF4-FFF2-40B4-BE49-F238E27FC236}">
                  <a16:creationId xmlns:a16="http://schemas.microsoft.com/office/drawing/2014/main" id="{C9A1527E-606F-2E6B-31B2-547356E6FAE2}"/>
                </a:ext>
              </a:extLst>
            </p:cNvPr>
            <p:cNvSpPr txBox="1">
              <a:spLocks noChangeArrowheads="1"/>
            </p:cNvSpPr>
            <p:nvPr/>
          </p:nvSpPr>
          <p:spPr bwMode="auto">
            <a:xfrm>
              <a:off x="340" y="935"/>
              <a:ext cx="267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3-19</a:t>
              </a:r>
              <a:r>
                <a:rPr lang="zh-CN" altLang="en-US" sz="2000" b="1">
                  <a:solidFill>
                    <a:srgbClr val="003399"/>
                  </a:solidFill>
                  <a:latin typeface="宋体" panose="02010600030101010101" pitchFamily="2" charset="-122"/>
                </a:rPr>
                <a:t>：考虑下图所示</a:t>
              </a:r>
              <a:r>
                <a:rPr lang="en-US" altLang="zh-CN" sz="2000" b="1">
                  <a:solidFill>
                    <a:srgbClr val="003399"/>
                  </a:solidFill>
                  <a:latin typeface="宋体" panose="02010600030101010101" pitchFamily="2" charset="-122"/>
                </a:rPr>
                <a:t>DFA</a:t>
              </a:r>
              <a:r>
                <a:rPr lang="zh-CN" altLang="en-US" sz="2000" b="1">
                  <a:solidFill>
                    <a:srgbClr val="003399"/>
                  </a:solidFill>
                  <a:latin typeface="宋体" panose="02010600030101010101" pitchFamily="2" charset="-122"/>
                </a:rPr>
                <a:t>的化简：</a:t>
              </a:r>
            </a:p>
          </p:txBody>
        </p:sp>
      </p:grpSp>
      <p:sp>
        <p:nvSpPr>
          <p:cNvPr id="180227" name="Text Box 102">
            <a:extLst>
              <a:ext uri="{FF2B5EF4-FFF2-40B4-BE49-F238E27FC236}">
                <a16:creationId xmlns:a16="http://schemas.microsoft.com/office/drawing/2014/main" id="{5D41A153-5331-2040-1737-3B98E938E1BA}"/>
              </a:ext>
            </a:extLst>
          </p:cNvPr>
          <p:cNvSpPr txBox="1">
            <a:spLocks noChangeArrowheads="1"/>
          </p:cNvSpPr>
          <p:nvPr/>
        </p:nvSpPr>
        <p:spPr bwMode="auto">
          <a:xfrm>
            <a:off x="8328025" y="908051"/>
            <a:ext cx="208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1800">
              <a:solidFill>
                <a:srgbClr val="007A77"/>
              </a:solidFill>
            </a:endParaRPr>
          </a:p>
        </p:txBody>
      </p:sp>
      <p:sp>
        <p:nvSpPr>
          <p:cNvPr id="122983" name="Text Box 103">
            <a:extLst>
              <a:ext uri="{FF2B5EF4-FFF2-40B4-BE49-F238E27FC236}">
                <a16:creationId xmlns:a16="http://schemas.microsoft.com/office/drawing/2014/main" id="{AB4FC606-5AEA-F688-D9F6-AAFBD720D625}"/>
              </a:ext>
            </a:extLst>
          </p:cNvPr>
          <p:cNvSpPr txBox="1">
            <a:spLocks noChangeArrowheads="1"/>
          </p:cNvSpPr>
          <p:nvPr/>
        </p:nvSpPr>
        <p:spPr bwMode="auto">
          <a:xfrm>
            <a:off x="6816725" y="614363"/>
            <a:ext cx="3816350" cy="2032000"/>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1800" b="1">
                <a:solidFill>
                  <a:srgbClr val="003399"/>
                </a:solidFill>
              </a:rPr>
              <a:t>{3,4,5,6}a=</a:t>
            </a:r>
            <a:r>
              <a:rPr lang="zh-CN" altLang="en-US" sz="1800" b="1">
                <a:solidFill>
                  <a:srgbClr val="003399"/>
                </a:solidFill>
              </a:rPr>
              <a:t> </a:t>
            </a:r>
            <a:r>
              <a:rPr lang="en-US" altLang="zh-CN" sz="1800" b="1">
                <a:solidFill>
                  <a:srgbClr val="003399"/>
                </a:solidFill>
              </a:rPr>
              <a:t>{3,6}</a:t>
            </a:r>
          </a:p>
          <a:p>
            <a:pPr fontAlgn="base">
              <a:spcBef>
                <a:spcPct val="50000"/>
              </a:spcBef>
              <a:spcAft>
                <a:spcPct val="0"/>
              </a:spcAft>
              <a:buClrTx/>
              <a:buSzTx/>
              <a:buNone/>
            </a:pPr>
            <a:r>
              <a:rPr lang="en-US" altLang="zh-CN" sz="1800" b="1">
                <a:solidFill>
                  <a:srgbClr val="003399"/>
                </a:solidFill>
              </a:rPr>
              <a:t>{3,6}</a:t>
            </a:r>
            <a:r>
              <a:rPr lang="zh-CN" altLang="en-US" sz="1800" b="1">
                <a:solidFill>
                  <a:srgbClr val="003399"/>
                </a:solidFill>
              </a:rPr>
              <a:t>是已有状态集的子集</a:t>
            </a:r>
            <a:endParaRPr lang="en-US" altLang="zh-CN" sz="1800" b="1">
              <a:solidFill>
                <a:srgbClr val="003399"/>
              </a:solidFill>
            </a:endParaRPr>
          </a:p>
          <a:p>
            <a:pPr fontAlgn="base">
              <a:spcBef>
                <a:spcPct val="50000"/>
              </a:spcBef>
              <a:spcAft>
                <a:spcPct val="0"/>
              </a:spcAft>
              <a:buClrTx/>
              <a:buSzTx/>
              <a:buNone/>
            </a:pPr>
            <a:r>
              <a:rPr lang="en-US" altLang="zh-CN" sz="1800" b="1">
                <a:solidFill>
                  <a:srgbClr val="003399"/>
                </a:solidFill>
              </a:rPr>
              <a:t>{3,4,5,6}b={4,5}</a:t>
            </a:r>
          </a:p>
          <a:p>
            <a:pPr fontAlgn="base">
              <a:spcBef>
                <a:spcPct val="50000"/>
              </a:spcBef>
              <a:spcAft>
                <a:spcPct val="0"/>
              </a:spcAft>
              <a:buClrTx/>
              <a:buSzTx/>
              <a:buNone/>
            </a:pPr>
            <a:r>
              <a:rPr lang="en-US" altLang="zh-CN" sz="1800" b="1">
                <a:solidFill>
                  <a:srgbClr val="003399"/>
                </a:solidFill>
              </a:rPr>
              <a:t>{4,5}</a:t>
            </a:r>
            <a:r>
              <a:rPr lang="zh-CN" altLang="en-US" sz="1800" b="1">
                <a:solidFill>
                  <a:srgbClr val="003399"/>
                </a:solidFill>
              </a:rPr>
              <a:t>是已有状态集的子集</a:t>
            </a:r>
            <a:endParaRPr lang="en-US" altLang="zh-CN" sz="1800" b="1">
              <a:solidFill>
                <a:srgbClr val="003399"/>
              </a:solidFill>
            </a:endParaRPr>
          </a:p>
          <a:p>
            <a:pPr fontAlgn="base">
              <a:spcBef>
                <a:spcPct val="50000"/>
              </a:spcBef>
              <a:spcAft>
                <a:spcPct val="0"/>
              </a:spcAft>
              <a:buClrTx/>
              <a:buSzTx/>
              <a:buNone/>
            </a:pPr>
            <a:r>
              <a:rPr lang="zh-CN" altLang="en-US" sz="1800" b="1">
                <a:solidFill>
                  <a:srgbClr val="003399"/>
                </a:solidFill>
              </a:rPr>
              <a:t>故</a:t>
            </a:r>
            <a:r>
              <a:rPr lang="en-US" altLang="zh-CN" sz="1800" b="1">
                <a:solidFill>
                  <a:srgbClr val="003399"/>
                </a:solidFill>
              </a:rPr>
              <a:t>{3,4,5,6}</a:t>
            </a:r>
            <a:r>
              <a:rPr lang="zh-CN" altLang="en-US" sz="1800" b="1">
                <a:solidFill>
                  <a:srgbClr val="003399"/>
                </a:solidFill>
              </a:rPr>
              <a:t>等价</a:t>
            </a:r>
            <a:endParaRPr lang="en-US" altLang="zh-CN" sz="1800" b="1">
              <a:solidFill>
                <a:srgbClr val="003399"/>
              </a:solidFill>
            </a:endParaRPr>
          </a:p>
        </p:txBody>
      </p:sp>
      <p:sp>
        <p:nvSpPr>
          <p:cNvPr id="180229" name="矩形 12">
            <a:extLst>
              <a:ext uri="{FF2B5EF4-FFF2-40B4-BE49-F238E27FC236}">
                <a16:creationId xmlns:a16="http://schemas.microsoft.com/office/drawing/2014/main" id="{47A540C1-CEF8-2A22-91EE-67D7B6C85A64}"/>
              </a:ext>
            </a:extLst>
          </p:cNvPr>
          <p:cNvSpPr>
            <a:spLocks noChangeArrowheads="1"/>
          </p:cNvSpPr>
          <p:nvPr/>
        </p:nvSpPr>
        <p:spPr bwMode="auto">
          <a:xfrm>
            <a:off x="7751763" y="4303714"/>
            <a:ext cx="2451100" cy="1939925"/>
          </a:xfrm>
          <a:prstGeom prst="rect">
            <a:avLst/>
          </a:prstGeom>
          <a:solidFill>
            <a:schemeClr val="accent1"/>
          </a:soli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某一状态集是否需要划分，其判断依据：</a:t>
            </a:r>
            <a:r>
              <a:rPr lang="zh-CN" altLang="en-US" sz="2000" b="1">
                <a:solidFill>
                  <a:srgbClr val="FF0000"/>
                </a:solidFill>
                <a:latin typeface="宋体" panose="02010600030101010101" pitchFamily="2" charset="-122"/>
              </a:rPr>
              <a:t>某一状态集经过</a:t>
            </a:r>
            <a:r>
              <a:rPr lang="en-US" altLang="zh-CN" sz="2000" b="1">
                <a:solidFill>
                  <a:srgbClr val="FF0000"/>
                </a:solidFill>
                <a:latin typeface="宋体" panose="02010600030101010101" pitchFamily="2" charset="-122"/>
              </a:rPr>
              <a:t>a</a:t>
            </a:r>
            <a:r>
              <a:rPr lang="zh-CN" altLang="en-US" sz="2000" b="1">
                <a:solidFill>
                  <a:srgbClr val="FF0000"/>
                </a:solidFill>
                <a:latin typeface="宋体" panose="02010600030101010101" pitchFamily="2" charset="-122"/>
              </a:rPr>
              <a:t>弧到达的状态集是否为已有某一状态集的子集</a:t>
            </a:r>
          </a:p>
        </p:txBody>
      </p:sp>
      <p:pic>
        <p:nvPicPr>
          <p:cNvPr id="180230" name="图片 1">
            <a:extLst>
              <a:ext uri="{FF2B5EF4-FFF2-40B4-BE49-F238E27FC236}">
                <a16:creationId xmlns:a16="http://schemas.microsoft.com/office/drawing/2014/main" id="{975FCEF3-6952-88CA-03B1-1905FAAD6B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4" y="3427414"/>
            <a:ext cx="51847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31" name="Text Box 107">
            <a:extLst>
              <a:ext uri="{FF2B5EF4-FFF2-40B4-BE49-F238E27FC236}">
                <a16:creationId xmlns:a16="http://schemas.microsoft.com/office/drawing/2014/main" id="{EEDBDD55-B9D5-7729-7824-46742E1F5551}"/>
              </a:ext>
            </a:extLst>
          </p:cNvPr>
          <p:cNvSpPr txBox="1">
            <a:spLocks noChangeArrowheads="1"/>
          </p:cNvSpPr>
          <p:nvPr/>
        </p:nvSpPr>
        <p:spPr bwMode="auto">
          <a:xfrm>
            <a:off x="1989139" y="1435101"/>
            <a:ext cx="3889375" cy="3968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2274" name="Group 97">
            <a:extLst>
              <a:ext uri="{FF2B5EF4-FFF2-40B4-BE49-F238E27FC236}">
                <a16:creationId xmlns:a16="http://schemas.microsoft.com/office/drawing/2014/main" id="{DB2C99DC-E2B6-823F-4004-C404A977EF23}"/>
              </a:ext>
            </a:extLst>
          </p:cNvPr>
          <p:cNvGrpSpPr>
            <a:grpSpLocks/>
          </p:cNvGrpSpPr>
          <p:nvPr/>
        </p:nvGrpSpPr>
        <p:grpSpPr bwMode="auto">
          <a:xfrm>
            <a:off x="1774826" y="476251"/>
            <a:ext cx="4752975" cy="663575"/>
            <a:chOff x="249" y="890"/>
            <a:chExt cx="2812" cy="408"/>
          </a:xfrm>
        </p:grpSpPr>
        <p:grpSp>
          <p:nvGrpSpPr>
            <p:cNvPr id="182281" name="Group 98">
              <a:extLst>
                <a:ext uri="{FF2B5EF4-FFF2-40B4-BE49-F238E27FC236}">
                  <a16:creationId xmlns:a16="http://schemas.microsoft.com/office/drawing/2014/main" id="{B140D268-4FEF-DB8B-BA58-F9EF2B6A97B8}"/>
                </a:ext>
              </a:extLst>
            </p:cNvPr>
            <p:cNvGrpSpPr>
              <a:grpSpLocks/>
            </p:cNvGrpSpPr>
            <p:nvPr/>
          </p:nvGrpSpPr>
          <p:grpSpPr bwMode="auto">
            <a:xfrm>
              <a:off x="249" y="890"/>
              <a:ext cx="2812" cy="408"/>
              <a:chOff x="720" y="480"/>
              <a:chExt cx="4224" cy="1390"/>
            </a:xfrm>
          </p:grpSpPr>
          <p:graphicFrame>
            <p:nvGraphicFramePr>
              <p:cNvPr id="182283" name="Object 99">
                <a:extLst>
                  <a:ext uri="{FF2B5EF4-FFF2-40B4-BE49-F238E27FC236}">
                    <a16:creationId xmlns:a16="http://schemas.microsoft.com/office/drawing/2014/main" id="{C001D7A8-597A-9D78-55FC-FA9059723397}"/>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82283" name="Object 99">
                            <a:extLst>
                              <a:ext uri="{FF2B5EF4-FFF2-40B4-BE49-F238E27FC236}">
                                <a16:creationId xmlns:a16="http://schemas.microsoft.com/office/drawing/2014/main" id="{C001D7A8-597A-9D78-55FC-FA90597233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284" name="Object 100">
                <a:extLst>
                  <a:ext uri="{FF2B5EF4-FFF2-40B4-BE49-F238E27FC236}">
                    <a16:creationId xmlns:a16="http://schemas.microsoft.com/office/drawing/2014/main" id="{7EA36806-A77F-57B2-3EE5-B1B96AC0B87C}"/>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82284" name="Object 100">
                            <a:extLst>
                              <a:ext uri="{FF2B5EF4-FFF2-40B4-BE49-F238E27FC236}">
                                <a16:creationId xmlns:a16="http://schemas.microsoft.com/office/drawing/2014/main" id="{7EA36806-A77F-57B2-3EE5-B1B96AC0B8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2282" name="Text Box 101">
              <a:extLst>
                <a:ext uri="{FF2B5EF4-FFF2-40B4-BE49-F238E27FC236}">
                  <a16:creationId xmlns:a16="http://schemas.microsoft.com/office/drawing/2014/main" id="{D39E25D7-9ED3-C659-26E0-B124BB53CA2C}"/>
                </a:ext>
              </a:extLst>
            </p:cNvPr>
            <p:cNvSpPr txBox="1">
              <a:spLocks noChangeArrowheads="1"/>
            </p:cNvSpPr>
            <p:nvPr/>
          </p:nvSpPr>
          <p:spPr bwMode="auto">
            <a:xfrm>
              <a:off x="340" y="935"/>
              <a:ext cx="267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3-19</a:t>
              </a:r>
              <a:r>
                <a:rPr lang="zh-CN" altLang="en-US" sz="2000" b="1">
                  <a:solidFill>
                    <a:srgbClr val="003399"/>
                  </a:solidFill>
                  <a:latin typeface="宋体" panose="02010600030101010101" pitchFamily="2" charset="-122"/>
                </a:rPr>
                <a:t>：考虑下图所示</a:t>
              </a:r>
              <a:r>
                <a:rPr lang="en-US" altLang="zh-CN" sz="2000" b="1">
                  <a:solidFill>
                    <a:srgbClr val="003399"/>
                  </a:solidFill>
                  <a:latin typeface="宋体" panose="02010600030101010101" pitchFamily="2" charset="-122"/>
                </a:rPr>
                <a:t>DFA</a:t>
              </a:r>
              <a:r>
                <a:rPr lang="zh-CN" altLang="en-US" sz="2000" b="1">
                  <a:solidFill>
                    <a:srgbClr val="003399"/>
                  </a:solidFill>
                  <a:latin typeface="宋体" panose="02010600030101010101" pitchFamily="2" charset="-122"/>
                </a:rPr>
                <a:t>的化简：</a:t>
              </a:r>
            </a:p>
          </p:txBody>
        </p:sp>
      </p:grpSp>
      <p:sp>
        <p:nvSpPr>
          <p:cNvPr id="182275" name="Text Box 102">
            <a:extLst>
              <a:ext uri="{FF2B5EF4-FFF2-40B4-BE49-F238E27FC236}">
                <a16:creationId xmlns:a16="http://schemas.microsoft.com/office/drawing/2014/main" id="{3C46B930-113B-AF84-4881-0039BB52652E}"/>
              </a:ext>
            </a:extLst>
          </p:cNvPr>
          <p:cNvSpPr txBox="1">
            <a:spLocks noChangeArrowheads="1"/>
          </p:cNvSpPr>
          <p:nvPr/>
        </p:nvSpPr>
        <p:spPr bwMode="auto">
          <a:xfrm>
            <a:off x="8328025" y="908051"/>
            <a:ext cx="208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1800">
              <a:solidFill>
                <a:srgbClr val="007A77"/>
              </a:solidFill>
            </a:endParaRPr>
          </a:p>
        </p:txBody>
      </p:sp>
      <p:sp>
        <p:nvSpPr>
          <p:cNvPr id="122983" name="Text Box 103">
            <a:extLst>
              <a:ext uri="{FF2B5EF4-FFF2-40B4-BE49-F238E27FC236}">
                <a16:creationId xmlns:a16="http://schemas.microsoft.com/office/drawing/2014/main" id="{AB6A2768-CEFA-8F7D-AD36-B47A4BAF493E}"/>
              </a:ext>
            </a:extLst>
          </p:cNvPr>
          <p:cNvSpPr txBox="1">
            <a:spLocks noChangeArrowheads="1"/>
          </p:cNvSpPr>
          <p:nvPr/>
        </p:nvSpPr>
        <p:spPr bwMode="auto">
          <a:xfrm>
            <a:off x="6816725" y="614363"/>
            <a:ext cx="3816350" cy="2446824"/>
          </a:xfrm>
          <a:prstGeom prst="rect">
            <a:avLst/>
          </a:prstGeom>
          <a:solidFill>
            <a:srgbClr val="99CC00"/>
          </a:solidFill>
          <a:ln>
            <a:noFill/>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defRPr/>
            </a:pPr>
            <a:r>
              <a:rPr lang="en-US" altLang="zh-CN" sz="1800" b="1" dirty="0">
                <a:solidFill>
                  <a:srgbClr val="003399"/>
                </a:solidFill>
              </a:rPr>
              <a:t>{0,1,2}a={1,3}</a:t>
            </a:r>
          </a:p>
          <a:p>
            <a:pPr fontAlgn="base">
              <a:spcBef>
                <a:spcPct val="50000"/>
              </a:spcBef>
              <a:spcAft>
                <a:spcPct val="0"/>
              </a:spcAft>
              <a:buClrTx/>
              <a:buSzTx/>
              <a:buNone/>
              <a:defRPr/>
            </a:pPr>
            <a:r>
              <a:rPr lang="en-US" altLang="zh-CN" sz="1800" b="1" dirty="0">
                <a:solidFill>
                  <a:srgbClr val="003399"/>
                </a:solidFill>
              </a:rPr>
              <a:t>{1,3}</a:t>
            </a:r>
            <a:r>
              <a:rPr lang="zh-CN" altLang="en-US" sz="1800" b="1" dirty="0">
                <a:solidFill>
                  <a:srgbClr val="003399"/>
                </a:solidFill>
                <a:highlight>
                  <a:srgbClr val="FFFF00"/>
                </a:highlight>
              </a:rPr>
              <a:t>不是</a:t>
            </a:r>
            <a:r>
              <a:rPr lang="zh-CN" altLang="en-US" sz="1800" b="1" dirty="0">
                <a:solidFill>
                  <a:srgbClr val="003399"/>
                </a:solidFill>
              </a:rPr>
              <a:t>已有状态集的子集</a:t>
            </a:r>
            <a:endParaRPr lang="en-US" altLang="zh-CN" sz="1800" b="1" dirty="0">
              <a:solidFill>
                <a:srgbClr val="003399"/>
              </a:solidFill>
            </a:endParaRPr>
          </a:p>
          <a:p>
            <a:pPr fontAlgn="base">
              <a:spcBef>
                <a:spcPct val="50000"/>
              </a:spcBef>
              <a:spcAft>
                <a:spcPct val="0"/>
              </a:spcAft>
              <a:buClrTx/>
              <a:buSzTx/>
              <a:buNone/>
              <a:defRPr/>
            </a:pPr>
            <a:r>
              <a:rPr lang="zh-CN" altLang="en-US" sz="1800" b="1" dirty="0">
                <a:solidFill>
                  <a:srgbClr val="003399"/>
                </a:solidFill>
              </a:rPr>
              <a:t>因为：</a:t>
            </a:r>
            <a:endParaRPr lang="en-US" altLang="zh-CN" sz="1800" b="1" dirty="0">
              <a:solidFill>
                <a:srgbClr val="003399"/>
              </a:solidFill>
            </a:endParaRPr>
          </a:p>
          <a:p>
            <a:pPr fontAlgn="base">
              <a:spcBef>
                <a:spcPct val="50000"/>
              </a:spcBef>
              <a:spcAft>
                <a:spcPct val="0"/>
              </a:spcAft>
              <a:buClrTx/>
              <a:buSzTx/>
              <a:buNone/>
              <a:defRPr/>
            </a:pPr>
            <a:r>
              <a:rPr lang="en-US" altLang="zh-CN" sz="1800" b="1" dirty="0">
                <a:solidFill>
                  <a:srgbClr val="003399"/>
                </a:solidFill>
              </a:rPr>
              <a:t>{0,2}a={1}</a:t>
            </a:r>
          </a:p>
          <a:p>
            <a:pPr fontAlgn="base">
              <a:spcBef>
                <a:spcPct val="50000"/>
              </a:spcBef>
              <a:spcAft>
                <a:spcPct val="0"/>
              </a:spcAft>
              <a:buClrTx/>
              <a:buSzTx/>
              <a:buNone/>
              <a:defRPr/>
            </a:pPr>
            <a:r>
              <a:rPr lang="en-US" altLang="zh-CN" sz="1800" b="1" dirty="0">
                <a:solidFill>
                  <a:srgbClr val="003399"/>
                </a:solidFill>
              </a:rPr>
              <a:t>{1}a={3}</a:t>
            </a:r>
            <a:r>
              <a:rPr lang="zh-CN" altLang="en-US" sz="1800" b="1" dirty="0">
                <a:solidFill>
                  <a:srgbClr val="003399"/>
                </a:solidFill>
              </a:rPr>
              <a:t>为终态</a:t>
            </a:r>
            <a:endParaRPr lang="en-US" altLang="zh-CN" sz="1800" b="1" dirty="0">
              <a:solidFill>
                <a:srgbClr val="003399"/>
              </a:solidFill>
            </a:endParaRPr>
          </a:p>
          <a:p>
            <a:pPr fontAlgn="base">
              <a:spcBef>
                <a:spcPct val="50000"/>
              </a:spcBef>
              <a:spcAft>
                <a:spcPct val="0"/>
              </a:spcAft>
              <a:buClrTx/>
              <a:buSzTx/>
              <a:buNone/>
              <a:defRPr/>
            </a:pPr>
            <a:r>
              <a:rPr lang="zh-CN" altLang="en-US" sz="1800" b="1" dirty="0">
                <a:solidFill>
                  <a:srgbClr val="003399"/>
                </a:solidFill>
              </a:rPr>
              <a:t>故状态</a:t>
            </a:r>
            <a:r>
              <a:rPr lang="en-US" altLang="zh-CN" sz="1800" b="1" dirty="0">
                <a:solidFill>
                  <a:srgbClr val="003399"/>
                </a:solidFill>
              </a:rPr>
              <a:t>{1}</a:t>
            </a:r>
            <a:r>
              <a:rPr lang="zh-CN" altLang="en-US" sz="1800" b="1" dirty="0">
                <a:solidFill>
                  <a:srgbClr val="003399"/>
                </a:solidFill>
              </a:rPr>
              <a:t>与状态</a:t>
            </a:r>
            <a:r>
              <a:rPr lang="en-US" altLang="zh-CN" sz="1800" b="1" dirty="0">
                <a:solidFill>
                  <a:srgbClr val="003399"/>
                </a:solidFill>
              </a:rPr>
              <a:t>{0,2}</a:t>
            </a:r>
            <a:r>
              <a:rPr lang="zh-CN" altLang="en-US" sz="1800" b="1" dirty="0">
                <a:solidFill>
                  <a:srgbClr val="003399"/>
                </a:solidFill>
              </a:rPr>
              <a:t>不等价</a:t>
            </a:r>
            <a:endParaRPr lang="en-US" altLang="zh-CN" sz="1800" b="1" dirty="0">
              <a:solidFill>
                <a:srgbClr val="003399"/>
              </a:solidFill>
            </a:endParaRPr>
          </a:p>
        </p:txBody>
      </p:sp>
      <p:sp>
        <p:nvSpPr>
          <p:cNvPr id="182277" name="矩形 12">
            <a:extLst>
              <a:ext uri="{FF2B5EF4-FFF2-40B4-BE49-F238E27FC236}">
                <a16:creationId xmlns:a16="http://schemas.microsoft.com/office/drawing/2014/main" id="{F5EBDC30-7C52-43F1-7528-7A00862EEE54}"/>
              </a:ext>
            </a:extLst>
          </p:cNvPr>
          <p:cNvSpPr>
            <a:spLocks noChangeArrowheads="1"/>
          </p:cNvSpPr>
          <p:nvPr/>
        </p:nvSpPr>
        <p:spPr bwMode="auto">
          <a:xfrm>
            <a:off x="7751763" y="4303714"/>
            <a:ext cx="2451100" cy="1939925"/>
          </a:xfrm>
          <a:prstGeom prst="rect">
            <a:avLst/>
          </a:prstGeom>
          <a:solidFill>
            <a:schemeClr val="accent1"/>
          </a:soli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某一状态集是否需要划分，其判断依据：</a:t>
            </a:r>
            <a:r>
              <a:rPr lang="zh-CN" altLang="en-US" sz="2000" b="1">
                <a:solidFill>
                  <a:srgbClr val="FF0000"/>
                </a:solidFill>
                <a:latin typeface="宋体" panose="02010600030101010101" pitchFamily="2" charset="-122"/>
              </a:rPr>
              <a:t>某一状态集经过</a:t>
            </a:r>
            <a:r>
              <a:rPr lang="en-US" altLang="zh-CN" sz="2000" b="1">
                <a:solidFill>
                  <a:srgbClr val="FF0000"/>
                </a:solidFill>
                <a:latin typeface="宋体" panose="02010600030101010101" pitchFamily="2" charset="-122"/>
              </a:rPr>
              <a:t>a</a:t>
            </a:r>
            <a:r>
              <a:rPr lang="zh-CN" altLang="en-US" sz="2000" b="1">
                <a:solidFill>
                  <a:srgbClr val="FF0000"/>
                </a:solidFill>
                <a:latin typeface="宋体" panose="02010600030101010101" pitchFamily="2" charset="-122"/>
              </a:rPr>
              <a:t>弧到达的状态集是否为已有某一状态集的子集</a:t>
            </a:r>
          </a:p>
        </p:txBody>
      </p:sp>
      <p:pic>
        <p:nvPicPr>
          <p:cNvPr id="182278" name="图片 1">
            <a:extLst>
              <a:ext uri="{FF2B5EF4-FFF2-40B4-BE49-F238E27FC236}">
                <a16:creationId xmlns:a16="http://schemas.microsoft.com/office/drawing/2014/main" id="{CEB53873-3098-D1D5-88F2-CF3CF48475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4" y="3427414"/>
            <a:ext cx="51847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9" name="Text Box 107">
            <a:extLst>
              <a:ext uri="{FF2B5EF4-FFF2-40B4-BE49-F238E27FC236}">
                <a16:creationId xmlns:a16="http://schemas.microsoft.com/office/drawing/2014/main" id="{7C06588C-E10F-0497-1CA6-115CCDBE854F}"/>
              </a:ext>
            </a:extLst>
          </p:cNvPr>
          <p:cNvSpPr txBox="1">
            <a:spLocks noChangeArrowheads="1"/>
          </p:cNvSpPr>
          <p:nvPr/>
        </p:nvSpPr>
        <p:spPr bwMode="auto">
          <a:xfrm>
            <a:off x="1989139" y="1435101"/>
            <a:ext cx="3889375" cy="3968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4" name="Text Box 107">
            <a:extLst>
              <a:ext uri="{FF2B5EF4-FFF2-40B4-BE49-F238E27FC236}">
                <a16:creationId xmlns:a16="http://schemas.microsoft.com/office/drawing/2014/main" id="{787DBF7C-A013-769C-50BB-B3BF1F3B14DA}"/>
              </a:ext>
            </a:extLst>
          </p:cNvPr>
          <p:cNvSpPr txBox="1">
            <a:spLocks noChangeArrowheads="1"/>
          </p:cNvSpPr>
          <p:nvPr/>
        </p:nvSpPr>
        <p:spPr bwMode="auto">
          <a:xfrm>
            <a:off x="1992313" y="1885950"/>
            <a:ext cx="4075112" cy="4000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{1}</a:t>
            </a:r>
            <a:r>
              <a:rPr lang="zh-CN" altLang="en-US" sz="2000" b="1">
                <a:solidFill>
                  <a:srgbClr val="003399"/>
                </a:solidFill>
              </a:rPr>
              <a:t>，</a:t>
            </a:r>
            <a:r>
              <a:rPr lang="en-US" altLang="zh-CN" sz="2000" b="1">
                <a:solidFill>
                  <a:srgbClr val="003399"/>
                </a:solidFill>
              </a:rPr>
              <a:t>{0</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22" name="Group 97">
            <a:extLst>
              <a:ext uri="{FF2B5EF4-FFF2-40B4-BE49-F238E27FC236}">
                <a16:creationId xmlns:a16="http://schemas.microsoft.com/office/drawing/2014/main" id="{7A5D23D8-8A79-6FD7-2D67-E4B2CD9C5226}"/>
              </a:ext>
            </a:extLst>
          </p:cNvPr>
          <p:cNvGrpSpPr>
            <a:grpSpLocks/>
          </p:cNvGrpSpPr>
          <p:nvPr/>
        </p:nvGrpSpPr>
        <p:grpSpPr bwMode="auto">
          <a:xfrm>
            <a:off x="1774826" y="476251"/>
            <a:ext cx="4752975" cy="663575"/>
            <a:chOff x="249" y="890"/>
            <a:chExt cx="2812" cy="408"/>
          </a:xfrm>
        </p:grpSpPr>
        <p:grpSp>
          <p:nvGrpSpPr>
            <p:cNvPr id="184330" name="Group 98">
              <a:extLst>
                <a:ext uri="{FF2B5EF4-FFF2-40B4-BE49-F238E27FC236}">
                  <a16:creationId xmlns:a16="http://schemas.microsoft.com/office/drawing/2014/main" id="{30C39627-6C58-572B-FCDE-0A17432416B6}"/>
                </a:ext>
              </a:extLst>
            </p:cNvPr>
            <p:cNvGrpSpPr>
              <a:grpSpLocks/>
            </p:cNvGrpSpPr>
            <p:nvPr/>
          </p:nvGrpSpPr>
          <p:grpSpPr bwMode="auto">
            <a:xfrm>
              <a:off x="249" y="890"/>
              <a:ext cx="2812" cy="408"/>
              <a:chOff x="720" y="480"/>
              <a:chExt cx="4224" cy="1390"/>
            </a:xfrm>
          </p:grpSpPr>
          <p:graphicFrame>
            <p:nvGraphicFramePr>
              <p:cNvPr id="184332" name="Object 99">
                <a:extLst>
                  <a:ext uri="{FF2B5EF4-FFF2-40B4-BE49-F238E27FC236}">
                    <a16:creationId xmlns:a16="http://schemas.microsoft.com/office/drawing/2014/main" id="{19D706C1-03EB-D19D-877E-A34BC317B2C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84332" name="Object 99">
                            <a:extLst>
                              <a:ext uri="{FF2B5EF4-FFF2-40B4-BE49-F238E27FC236}">
                                <a16:creationId xmlns:a16="http://schemas.microsoft.com/office/drawing/2014/main" id="{19D706C1-03EB-D19D-877E-A34BC317B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33" name="Object 100">
                <a:extLst>
                  <a:ext uri="{FF2B5EF4-FFF2-40B4-BE49-F238E27FC236}">
                    <a16:creationId xmlns:a16="http://schemas.microsoft.com/office/drawing/2014/main" id="{AE2AD6D0-FAFC-D6FA-6588-80F90336C98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84333" name="Object 100">
                            <a:extLst>
                              <a:ext uri="{FF2B5EF4-FFF2-40B4-BE49-F238E27FC236}">
                                <a16:creationId xmlns:a16="http://schemas.microsoft.com/office/drawing/2014/main" id="{AE2AD6D0-FAFC-D6FA-6588-80F90336C9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4331" name="Text Box 101">
              <a:extLst>
                <a:ext uri="{FF2B5EF4-FFF2-40B4-BE49-F238E27FC236}">
                  <a16:creationId xmlns:a16="http://schemas.microsoft.com/office/drawing/2014/main" id="{503CCE4B-32AD-25F8-D1DF-89CB35C191A6}"/>
                </a:ext>
              </a:extLst>
            </p:cNvPr>
            <p:cNvSpPr txBox="1">
              <a:spLocks noChangeArrowheads="1"/>
            </p:cNvSpPr>
            <p:nvPr/>
          </p:nvSpPr>
          <p:spPr bwMode="auto">
            <a:xfrm>
              <a:off x="340" y="935"/>
              <a:ext cx="267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3-19</a:t>
              </a:r>
              <a:r>
                <a:rPr lang="zh-CN" altLang="en-US" sz="2000" b="1">
                  <a:solidFill>
                    <a:srgbClr val="003399"/>
                  </a:solidFill>
                  <a:latin typeface="宋体" panose="02010600030101010101" pitchFamily="2" charset="-122"/>
                </a:rPr>
                <a:t>：考虑下图所示</a:t>
              </a:r>
              <a:r>
                <a:rPr lang="en-US" altLang="zh-CN" sz="2000" b="1">
                  <a:solidFill>
                    <a:srgbClr val="003399"/>
                  </a:solidFill>
                  <a:latin typeface="宋体" panose="02010600030101010101" pitchFamily="2" charset="-122"/>
                </a:rPr>
                <a:t>DFA</a:t>
              </a:r>
              <a:r>
                <a:rPr lang="zh-CN" altLang="en-US" sz="2000" b="1">
                  <a:solidFill>
                    <a:srgbClr val="003399"/>
                  </a:solidFill>
                  <a:latin typeface="宋体" panose="02010600030101010101" pitchFamily="2" charset="-122"/>
                </a:rPr>
                <a:t>的化简：</a:t>
              </a:r>
            </a:p>
          </p:txBody>
        </p:sp>
      </p:grpSp>
      <p:sp>
        <p:nvSpPr>
          <p:cNvPr id="184323" name="Text Box 102">
            <a:extLst>
              <a:ext uri="{FF2B5EF4-FFF2-40B4-BE49-F238E27FC236}">
                <a16:creationId xmlns:a16="http://schemas.microsoft.com/office/drawing/2014/main" id="{A094C5CA-F779-33BE-1CF8-992EB602E79B}"/>
              </a:ext>
            </a:extLst>
          </p:cNvPr>
          <p:cNvSpPr txBox="1">
            <a:spLocks noChangeArrowheads="1"/>
          </p:cNvSpPr>
          <p:nvPr/>
        </p:nvSpPr>
        <p:spPr bwMode="auto">
          <a:xfrm>
            <a:off x="8328025" y="908051"/>
            <a:ext cx="208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1800">
              <a:solidFill>
                <a:srgbClr val="007A77"/>
              </a:solidFill>
            </a:endParaRPr>
          </a:p>
        </p:txBody>
      </p:sp>
      <p:sp>
        <p:nvSpPr>
          <p:cNvPr id="122983" name="Text Box 103">
            <a:extLst>
              <a:ext uri="{FF2B5EF4-FFF2-40B4-BE49-F238E27FC236}">
                <a16:creationId xmlns:a16="http://schemas.microsoft.com/office/drawing/2014/main" id="{7E2C4A1C-A820-E4D9-FCC9-2AF9AE698927}"/>
              </a:ext>
            </a:extLst>
          </p:cNvPr>
          <p:cNvSpPr txBox="1">
            <a:spLocks noChangeArrowheads="1"/>
          </p:cNvSpPr>
          <p:nvPr/>
        </p:nvSpPr>
        <p:spPr bwMode="auto">
          <a:xfrm>
            <a:off x="6816725" y="614363"/>
            <a:ext cx="3816350" cy="2446824"/>
          </a:xfrm>
          <a:prstGeom prst="rect">
            <a:avLst/>
          </a:prstGeom>
          <a:solidFill>
            <a:srgbClr val="99CC00"/>
          </a:solidFill>
          <a:ln>
            <a:noFill/>
          </a:ln>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defRPr/>
            </a:pPr>
            <a:r>
              <a:rPr lang="en-US" altLang="zh-CN" sz="1800" b="1" dirty="0">
                <a:solidFill>
                  <a:srgbClr val="003399"/>
                </a:solidFill>
              </a:rPr>
              <a:t>{0,2}b={2,5}</a:t>
            </a:r>
          </a:p>
          <a:p>
            <a:pPr fontAlgn="base">
              <a:spcBef>
                <a:spcPct val="50000"/>
              </a:spcBef>
              <a:spcAft>
                <a:spcPct val="0"/>
              </a:spcAft>
              <a:buClrTx/>
              <a:buSzTx/>
              <a:buNone/>
              <a:defRPr/>
            </a:pPr>
            <a:r>
              <a:rPr lang="en-US" altLang="zh-CN" sz="1800" b="1" dirty="0">
                <a:solidFill>
                  <a:srgbClr val="003399"/>
                </a:solidFill>
              </a:rPr>
              <a:t>{2,5}</a:t>
            </a:r>
            <a:r>
              <a:rPr lang="zh-CN" altLang="en-US" sz="1800" b="1" dirty="0">
                <a:solidFill>
                  <a:srgbClr val="003399"/>
                </a:solidFill>
                <a:highlight>
                  <a:srgbClr val="FFFF00"/>
                </a:highlight>
              </a:rPr>
              <a:t>不是</a:t>
            </a:r>
            <a:r>
              <a:rPr lang="zh-CN" altLang="en-US" sz="1800" b="1" dirty="0">
                <a:solidFill>
                  <a:srgbClr val="003399"/>
                </a:solidFill>
              </a:rPr>
              <a:t>已有状态集的子集</a:t>
            </a:r>
            <a:endParaRPr lang="en-US" altLang="zh-CN" sz="1800" b="1" dirty="0">
              <a:solidFill>
                <a:srgbClr val="003399"/>
              </a:solidFill>
            </a:endParaRPr>
          </a:p>
          <a:p>
            <a:pPr fontAlgn="base">
              <a:spcBef>
                <a:spcPct val="50000"/>
              </a:spcBef>
              <a:spcAft>
                <a:spcPct val="0"/>
              </a:spcAft>
              <a:buClrTx/>
              <a:buSzTx/>
              <a:buNone/>
              <a:defRPr/>
            </a:pPr>
            <a:r>
              <a:rPr lang="zh-CN" altLang="en-US" sz="1800" b="1" dirty="0">
                <a:solidFill>
                  <a:srgbClr val="003399"/>
                </a:solidFill>
              </a:rPr>
              <a:t>因为：</a:t>
            </a:r>
            <a:endParaRPr lang="en-US" altLang="zh-CN" sz="1800" b="1" dirty="0">
              <a:solidFill>
                <a:srgbClr val="003399"/>
              </a:solidFill>
            </a:endParaRPr>
          </a:p>
          <a:p>
            <a:pPr fontAlgn="base">
              <a:spcBef>
                <a:spcPct val="50000"/>
              </a:spcBef>
              <a:spcAft>
                <a:spcPct val="0"/>
              </a:spcAft>
              <a:buClrTx/>
              <a:buSzTx/>
              <a:buNone/>
              <a:defRPr/>
            </a:pPr>
            <a:r>
              <a:rPr lang="en-US" altLang="zh-CN" sz="1800" b="1" dirty="0">
                <a:solidFill>
                  <a:srgbClr val="003399"/>
                </a:solidFill>
              </a:rPr>
              <a:t>{0}b={2}</a:t>
            </a:r>
          </a:p>
          <a:p>
            <a:pPr fontAlgn="base">
              <a:spcBef>
                <a:spcPct val="50000"/>
              </a:spcBef>
              <a:spcAft>
                <a:spcPct val="0"/>
              </a:spcAft>
              <a:buClrTx/>
              <a:buSzTx/>
              <a:buNone/>
              <a:defRPr/>
            </a:pPr>
            <a:r>
              <a:rPr lang="en-US" altLang="zh-CN" sz="1800" b="1" dirty="0">
                <a:solidFill>
                  <a:srgbClr val="003399"/>
                </a:solidFill>
              </a:rPr>
              <a:t>{2}b={5}</a:t>
            </a:r>
            <a:r>
              <a:rPr lang="zh-CN" altLang="en-US" sz="1800" b="1" dirty="0">
                <a:solidFill>
                  <a:srgbClr val="003399"/>
                </a:solidFill>
              </a:rPr>
              <a:t>为终态</a:t>
            </a:r>
            <a:endParaRPr lang="en-US" altLang="zh-CN" sz="1800" b="1" dirty="0">
              <a:solidFill>
                <a:srgbClr val="003399"/>
              </a:solidFill>
            </a:endParaRPr>
          </a:p>
          <a:p>
            <a:pPr fontAlgn="base">
              <a:spcBef>
                <a:spcPct val="50000"/>
              </a:spcBef>
              <a:spcAft>
                <a:spcPct val="0"/>
              </a:spcAft>
              <a:buClrTx/>
              <a:buSzTx/>
              <a:buNone/>
              <a:defRPr/>
            </a:pPr>
            <a:r>
              <a:rPr lang="zh-CN" altLang="en-US" sz="1800" b="1" dirty="0">
                <a:solidFill>
                  <a:srgbClr val="003399"/>
                </a:solidFill>
              </a:rPr>
              <a:t>故状态</a:t>
            </a:r>
            <a:r>
              <a:rPr lang="en-US" altLang="zh-CN" sz="1800" b="1" dirty="0">
                <a:solidFill>
                  <a:srgbClr val="003399"/>
                </a:solidFill>
              </a:rPr>
              <a:t>{0}</a:t>
            </a:r>
            <a:r>
              <a:rPr lang="zh-CN" altLang="en-US" sz="1800" b="1" dirty="0">
                <a:solidFill>
                  <a:srgbClr val="003399"/>
                </a:solidFill>
              </a:rPr>
              <a:t>与状态</a:t>
            </a:r>
            <a:r>
              <a:rPr lang="en-US" altLang="zh-CN" sz="1800" b="1" dirty="0">
                <a:solidFill>
                  <a:srgbClr val="003399"/>
                </a:solidFill>
              </a:rPr>
              <a:t>{2}</a:t>
            </a:r>
            <a:r>
              <a:rPr lang="zh-CN" altLang="en-US" sz="1800" b="1" dirty="0">
                <a:solidFill>
                  <a:srgbClr val="003399"/>
                </a:solidFill>
              </a:rPr>
              <a:t>不等价</a:t>
            </a:r>
            <a:endParaRPr lang="en-US" altLang="zh-CN" sz="1800" b="1" dirty="0">
              <a:solidFill>
                <a:srgbClr val="003399"/>
              </a:solidFill>
            </a:endParaRPr>
          </a:p>
        </p:txBody>
      </p:sp>
      <p:sp>
        <p:nvSpPr>
          <p:cNvPr id="184325" name="矩形 12">
            <a:extLst>
              <a:ext uri="{FF2B5EF4-FFF2-40B4-BE49-F238E27FC236}">
                <a16:creationId xmlns:a16="http://schemas.microsoft.com/office/drawing/2014/main" id="{F30A4644-5F45-6A90-A510-FD4D0D697FAB}"/>
              </a:ext>
            </a:extLst>
          </p:cNvPr>
          <p:cNvSpPr>
            <a:spLocks noChangeArrowheads="1"/>
          </p:cNvSpPr>
          <p:nvPr/>
        </p:nvSpPr>
        <p:spPr bwMode="auto">
          <a:xfrm>
            <a:off x="7751763" y="4303714"/>
            <a:ext cx="2451100" cy="1939925"/>
          </a:xfrm>
          <a:prstGeom prst="rect">
            <a:avLst/>
          </a:prstGeom>
          <a:solidFill>
            <a:schemeClr val="accent1"/>
          </a:soli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latin typeface="宋体" panose="02010600030101010101" pitchFamily="2" charset="-122"/>
              </a:rPr>
              <a:t>某一状态集是否需要划分，其判断依据：</a:t>
            </a:r>
            <a:r>
              <a:rPr lang="zh-CN" altLang="en-US" sz="2000" b="1">
                <a:solidFill>
                  <a:srgbClr val="FF0000"/>
                </a:solidFill>
                <a:latin typeface="宋体" panose="02010600030101010101" pitchFamily="2" charset="-122"/>
              </a:rPr>
              <a:t>某一状态集经过</a:t>
            </a:r>
            <a:r>
              <a:rPr lang="en-US" altLang="zh-CN" sz="2000" b="1">
                <a:solidFill>
                  <a:srgbClr val="FF0000"/>
                </a:solidFill>
                <a:latin typeface="宋体" panose="02010600030101010101" pitchFamily="2" charset="-122"/>
              </a:rPr>
              <a:t>a</a:t>
            </a:r>
            <a:r>
              <a:rPr lang="zh-CN" altLang="en-US" sz="2000" b="1">
                <a:solidFill>
                  <a:srgbClr val="FF0000"/>
                </a:solidFill>
                <a:latin typeface="宋体" panose="02010600030101010101" pitchFamily="2" charset="-122"/>
              </a:rPr>
              <a:t>弧到达的状态集是否为已有某一状态集的子集</a:t>
            </a:r>
          </a:p>
        </p:txBody>
      </p:sp>
      <p:pic>
        <p:nvPicPr>
          <p:cNvPr id="184326" name="图片 1">
            <a:extLst>
              <a:ext uri="{FF2B5EF4-FFF2-40B4-BE49-F238E27FC236}">
                <a16:creationId xmlns:a16="http://schemas.microsoft.com/office/drawing/2014/main" id="{E9773FB4-00BC-CB32-A070-31709B03B3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4" y="3427414"/>
            <a:ext cx="51847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7" name="Text Box 107">
            <a:extLst>
              <a:ext uri="{FF2B5EF4-FFF2-40B4-BE49-F238E27FC236}">
                <a16:creationId xmlns:a16="http://schemas.microsoft.com/office/drawing/2014/main" id="{BBB90D5F-49E4-9A1E-81E8-340F619481C7}"/>
              </a:ext>
            </a:extLst>
          </p:cNvPr>
          <p:cNvSpPr txBox="1">
            <a:spLocks noChangeArrowheads="1"/>
          </p:cNvSpPr>
          <p:nvPr/>
        </p:nvSpPr>
        <p:spPr bwMode="auto">
          <a:xfrm>
            <a:off x="1989139" y="1435101"/>
            <a:ext cx="3889375" cy="3968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184328" name="Text Box 107">
            <a:extLst>
              <a:ext uri="{FF2B5EF4-FFF2-40B4-BE49-F238E27FC236}">
                <a16:creationId xmlns:a16="http://schemas.microsoft.com/office/drawing/2014/main" id="{F21D5E87-ED85-4964-BE0C-09B2D2981EF6}"/>
              </a:ext>
            </a:extLst>
          </p:cNvPr>
          <p:cNvSpPr txBox="1">
            <a:spLocks noChangeArrowheads="1"/>
          </p:cNvSpPr>
          <p:nvPr/>
        </p:nvSpPr>
        <p:spPr bwMode="auto">
          <a:xfrm>
            <a:off x="1992313" y="1885950"/>
            <a:ext cx="4075112" cy="4000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{1}</a:t>
            </a:r>
            <a:r>
              <a:rPr lang="zh-CN" altLang="en-US" sz="2000" b="1">
                <a:solidFill>
                  <a:srgbClr val="003399"/>
                </a:solidFill>
              </a:rPr>
              <a:t>，</a:t>
            </a:r>
            <a:r>
              <a:rPr lang="en-US" altLang="zh-CN" sz="2000" b="1">
                <a:solidFill>
                  <a:srgbClr val="003399"/>
                </a:solidFill>
              </a:rPr>
              <a:t>{0</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5" name="Text Box 107">
            <a:extLst>
              <a:ext uri="{FF2B5EF4-FFF2-40B4-BE49-F238E27FC236}">
                <a16:creationId xmlns:a16="http://schemas.microsoft.com/office/drawing/2014/main" id="{A58A9131-5F02-E599-885E-A964F07994A0}"/>
              </a:ext>
            </a:extLst>
          </p:cNvPr>
          <p:cNvSpPr txBox="1">
            <a:spLocks noChangeArrowheads="1"/>
          </p:cNvSpPr>
          <p:nvPr/>
        </p:nvSpPr>
        <p:spPr bwMode="auto">
          <a:xfrm>
            <a:off x="1919289" y="2420938"/>
            <a:ext cx="4537075" cy="4000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6370" name="Group 97">
            <a:extLst>
              <a:ext uri="{FF2B5EF4-FFF2-40B4-BE49-F238E27FC236}">
                <a16:creationId xmlns:a16="http://schemas.microsoft.com/office/drawing/2014/main" id="{BFD21190-4D45-0C17-C032-F87FD87FF763}"/>
              </a:ext>
            </a:extLst>
          </p:cNvPr>
          <p:cNvGrpSpPr>
            <a:grpSpLocks/>
          </p:cNvGrpSpPr>
          <p:nvPr/>
        </p:nvGrpSpPr>
        <p:grpSpPr bwMode="auto">
          <a:xfrm>
            <a:off x="1774826" y="476251"/>
            <a:ext cx="4752975" cy="663575"/>
            <a:chOff x="249" y="890"/>
            <a:chExt cx="2812" cy="408"/>
          </a:xfrm>
        </p:grpSpPr>
        <p:grpSp>
          <p:nvGrpSpPr>
            <p:cNvPr id="186377" name="Group 98">
              <a:extLst>
                <a:ext uri="{FF2B5EF4-FFF2-40B4-BE49-F238E27FC236}">
                  <a16:creationId xmlns:a16="http://schemas.microsoft.com/office/drawing/2014/main" id="{299222AA-03F4-7C72-FE1E-4A62E1A9DC10}"/>
                </a:ext>
              </a:extLst>
            </p:cNvPr>
            <p:cNvGrpSpPr>
              <a:grpSpLocks/>
            </p:cNvGrpSpPr>
            <p:nvPr/>
          </p:nvGrpSpPr>
          <p:grpSpPr bwMode="auto">
            <a:xfrm>
              <a:off x="249" y="890"/>
              <a:ext cx="2812" cy="408"/>
              <a:chOff x="720" y="480"/>
              <a:chExt cx="4224" cy="1390"/>
            </a:xfrm>
          </p:grpSpPr>
          <p:graphicFrame>
            <p:nvGraphicFramePr>
              <p:cNvPr id="186379" name="Object 99">
                <a:extLst>
                  <a:ext uri="{FF2B5EF4-FFF2-40B4-BE49-F238E27FC236}">
                    <a16:creationId xmlns:a16="http://schemas.microsoft.com/office/drawing/2014/main" id="{596BAB29-BE02-5859-1D05-24F83C8F182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86379" name="Object 99">
                            <a:extLst>
                              <a:ext uri="{FF2B5EF4-FFF2-40B4-BE49-F238E27FC236}">
                                <a16:creationId xmlns:a16="http://schemas.microsoft.com/office/drawing/2014/main" id="{596BAB29-BE02-5859-1D05-24F83C8F1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6380" name="Object 100">
                <a:extLst>
                  <a:ext uri="{FF2B5EF4-FFF2-40B4-BE49-F238E27FC236}">
                    <a16:creationId xmlns:a16="http://schemas.microsoft.com/office/drawing/2014/main" id="{1237877B-8C44-9B57-9B55-593B8AB75C63}"/>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86380" name="Object 100">
                            <a:extLst>
                              <a:ext uri="{FF2B5EF4-FFF2-40B4-BE49-F238E27FC236}">
                                <a16:creationId xmlns:a16="http://schemas.microsoft.com/office/drawing/2014/main" id="{1237877B-8C44-9B57-9B55-593B8AB75C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6378" name="Text Box 101">
              <a:extLst>
                <a:ext uri="{FF2B5EF4-FFF2-40B4-BE49-F238E27FC236}">
                  <a16:creationId xmlns:a16="http://schemas.microsoft.com/office/drawing/2014/main" id="{12581BA2-6A89-6B97-C32D-64488F2E1F8A}"/>
                </a:ext>
              </a:extLst>
            </p:cNvPr>
            <p:cNvSpPr txBox="1">
              <a:spLocks noChangeArrowheads="1"/>
            </p:cNvSpPr>
            <p:nvPr/>
          </p:nvSpPr>
          <p:spPr bwMode="auto">
            <a:xfrm>
              <a:off x="340" y="935"/>
              <a:ext cx="267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003399"/>
                  </a:solidFill>
                  <a:latin typeface="宋体" panose="02010600030101010101" pitchFamily="2" charset="-122"/>
                </a:rPr>
                <a:t>例</a:t>
              </a:r>
              <a:r>
                <a:rPr lang="en-US" altLang="zh-CN" sz="2000" b="1">
                  <a:solidFill>
                    <a:srgbClr val="003399"/>
                  </a:solidFill>
                  <a:latin typeface="宋体" panose="02010600030101010101" pitchFamily="2" charset="-122"/>
                </a:rPr>
                <a:t>3-19</a:t>
              </a:r>
              <a:r>
                <a:rPr lang="zh-CN" altLang="en-US" sz="2000" b="1">
                  <a:solidFill>
                    <a:srgbClr val="003399"/>
                  </a:solidFill>
                  <a:latin typeface="宋体" panose="02010600030101010101" pitchFamily="2" charset="-122"/>
                </a:rPr>
                <a:t>：考虑下图所示</a:t>
              </a:r>
              <a:r>
                <a:rPr lang="en-US" altLang="zh-CN" sz="2000" b="1">
                  <a:solidFill>
                    <a:srgbClr val="003399"/>
                  </a:solidFill>
                  <a:latin typeface="宋体" panose="02010600030101010101" pitchFamily="2" charset="-122"/>
                </a:rPr>
                <a:t>DFA</a:t>
              </a:r>
              <a:r>
                <a:rPr lang="zh-CN" altLang="en-US" sz="2000" b="1">
                  <a:solidFill>
                    <a:srgbClr val="003399"/>
                  </a:solidFill>
                  <a:latin typeface="宋体" panose="02010600030101010101" pitchFamily="2" charset="-122"/>
                </a:rPr>
                <a:t>的化简：</a:t>
              </a:r>
            </a:p>
          </p:txBody>
        </p:sp>
      </p:grpSp>
      <p:sp>
        <p:nvSpPr>
          <p:cNvPr id="186371" name="Text Box 102">
            <a:extLst>
              <a:ext uri="{FF2B5EF4-FFF2-40B4-BE49-F238E27FC236}">
                <a16:creationId xmlns:a16="http://schemas.microsoft.com/office/drawing/2014/main" id="{E174B89D-4C0D-0CE2-7E48-5191BF4BCEEC}"/>
              </a:ext>
            </a:extLst>
          </p:cNvPr>
          <p:cNvSpPr txBox="1">
            <a:spLocks noChangeArrowheads="1"/>
          </p:cNvSpPr>
          <p:nvPr/>
        </p:nvSpPr>
        <p:spPr bwMode="auto">
          <a:xfrm>
            <a:off x="8328025" y="908051"/>
            <a:ext cx="208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lang="en-US" altLang="zh-CN" sz="1800">
              <a:solidFill>
                <a:srgbClr val="007A77"/>
              </a:solidFill>
            </a:endParaRPr>
          </a:p>
        </p:txBody>
      </p:sp>
      <p:pic>
        <p:nvPicPr>
          <p:cNvPr id="186372" name="图片 1">
            <a:extLst>
              <a:ext uri="{FF2B5EF4-FFF2-40B4-BE49-F238E27FC236}">
                <a16:creationId xmlns:a16="http://schemas.microsoft.com/office/drawing/2014/main" id="{D91D9B1D-A98C-857D-33B6-92AFF30614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4" y="3427414"/>
            <a:ext cx="51847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3" name="Text Box 107">
            <a:extLst>
              <a:ext uri="{FF2B5EF4-FFF2-40B4-BE49-F238E27FC236}">
                <a16:creationId xmlns:a16="http://schemas.microsoft.com/office/drawing/2014/main" id="{E0EEB8B7-69FF-84CB-9891-A98A1135A721}"/>
              </a:ext>
            </a:extLst>
          </p:cNvPr>
          <p:cNvSpPr txBox="1">
            <a:spLocks noChangeArrowheads="1"/>
          </p:cNvSpPr>
          <p:nvPr/>
        </p:nvSpPr>
        <p:spPr bwMode="auto">
          <a:xfrm>
            <a:off x="1989139" y="1435101"/>
            <a:ext cx="3889375" cy="3968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186374" name="Text Box 107">
            <a:extLst>
              <a:ext uri="{FF2B5EF4-FFF2-40B4-BE49-F238E27FC236}">
                <a16:creationId xmlns:a16="http://schemas.microsoft.com/office/drawing/2014/main" id="{B263413D-6628-F106-F19E-092928A9689A}"/>
              </a:ext>
            </a:extLst>
          </p:cNvPr>
          <p:cNvSpPr txBox="1">
            <a:spLocks noChangeArrowheads="1"/>
          </p:cNvSpPr>
          <p:nvPr/>
        </p:nvSpPr>
        <p:spPr bwMode="auto">
          <a:xfrm>
            <a:off x="1992313" y="1885950"/>
            <a:ext cx="4075112" cy="4000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sp>
        <p:nvSpPr>
          <p:cNvPr id="186375" name="Text Box 107">
            <a:extLst>
              <a:ext uri="{FF2B5EF4-FFF2-40B4-BE49-F238E27FC236}">
                <a16:creationId xmlns:a16="http://schemas.microsoft.com/office/drawing/2014/main" id="{AB01FD1F-7910-2D9F-08BB-065932D571C7}"/>
              </a:ext>
            </a:extLst>
          </p:cNvPr>
          <p:cNvSpPr txBox="1">
            <a:spLocks noChangeArrowheads="1"/>
          </p:cNvSpPr>
          <p:nvPr/>
        </p:nvSpPr>
        <p:spPr bwMode="auto">
          <a:xfrm>
            <a:off x="1919289" y="2420938"/>
            <a:ext cx="4537075" cy="4000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000" b="1">
                <a:solidFill>
                  <a:srgbClr val="003399"/>
                </a:solidFill>
              </a:rPr>
              <a:t>划分的组为：</a:t>
            </a:r>
            <a:r>
              <a:rPr lang="en-US" altLang="zh-CN" sz="2000" b="1">
                <a:solidFill>
                  <a:srgbClr val="003399"/>
                </a:solidFill>
              </a:rPr>
              <a:t>{3,4,5,6}, {0}</a:t>
            </a:r>
            <a:r>
              <a:rPr lang="zh-CN" altLang="en-US" sz="2000" b="1">
                <a:solidFill>
                  <a:srgbClr val="003399"/>
                </a:solidFill>
              </a:rPr>
              <a:t>，</a:t>
            </a:r>
            <a:r>
              <a:rPr lang="en-US" altLang="zh-CN" sz="2000" b="1">
                <a:solidFill>
                  <a:srgbClr val="003399"/>
                </a:solidFill>
              </a:rPr>
              <a:t>{1}</a:t>
            </a:r>
            <a:r>
              <a:rPr lang="zh-CN" altLang="en-US" sz="2000" b="1">
                <a:solidFill>
                  <a:srgbClr val="003399"/>
                </a:solidFill>
              </a:rPr>
              <a:t>，</a:t>
            </a:r>
            <a:r>
              <a:rPr lang="en-US" altLang="zh-CN" sz="2000" b="1">
                <a:solidFill>
                  <a:srgbClr val="003399"/>
                </a:solidFill>
              </a:rPr>
              <a:t>{2}</a:t>
            </a:r>
            <a:endParaRPr lang="en-US" altLang="zh-CN" sz="2000">
              <a:solidFill>
                <a:srgbClr val="007A77"/>
              </a:solidFill>
            </a:endParaRPr>
          </a:p>
        </p:txBody>
      </p:sp>
      <p:pic>
        <p:nvPicPr>
          <p:cNvPr id="8" name="图片 7">
            <a:extLst>
              <a:ext uri="{FF2B5EF4-FFF2-40B4-BE49-F238E27FC236}">
                <a16:creationId xmlns:a16="http://schemas.microsoft.com/office/drawing/2014/main" id="{CBF38800-CFA5-EC1C-218D-2D10BBF25C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4538" y="4019550"/>
            <a:ext cx="3465512"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54E87CAE-34E7-7BA2-EDB8-3233E05AD38D}"/>
              </a:ext>
            </a:extLst>
          </p:cNvPr>
          <p:cNvSpPr>
            <a:spLocks noGrp="1" noChangeArrowheads="1"/>
          </p:cNvSpPr>
          <p:nvPr>
            <p:ph type="title"/>
          </p:nvPr>
        </p:nvSpPr>
        <p:spPr/>
        <p:txBody>
          <a:bodyPr/>
          <a:lstStyle/>
          <a:p>
            <a:pPr eaLnBrk="1" hangingPunct="1"/>
            <a:r>
              <a:rPr lang="zh-CN" altLang="en-US"/>
              <a:t>                         例</a:t>
            </a:r>
            <a:r>
              <a:rPr lang="en-US" altLang="zh-CN"/>
              <a:t>:DFA</a:t>
            </a:r>
            <a:r>
              <a:rPr lang="zh-CN" altLang="en-US"/>
              <a:t>的化简</a:t>
            </a:r>
          </a:p>
        </p:txBody>
      </p:sp>
      <p:sp>
        <p:nvSpPr>
          <p:cNvPr id="188419" name="Rectangle 4">
            <a:extLst>
              <a:ext uri="{FF2B5EF4-FFF2-40B4-BE49-F238E27FC236}">
                <a16:creationId xmlns:a16="http://schemas.microsoft.com/office/drawing/2014/main" id="{F1020515-B43B-8F1C-6641-02900565C1C9}"/>
              </a:ext>
            </a:extLst>
          </p:cNvPr>
          <p:cNvSpPr>
            <a:spLocks noGrp="1" noChangeArrowheads="1"/>
          </p:cNvSpPr>
          <p:nvPr>
            <p:ph type="body" idx="1"/>
          </p:nvPr>
        </p:nvSpPr>
        <p:spPr>
          <a:xfrm>
            <a:off x="1703388" y="765175"/>
            <a:ext cx="8583612" cy="647700"/>
          </a:xfrm>
        </p:spPr>
        <p:txBody>
          <a:bodyPr/>
          <a:lstStyle/>
          <a:p>
            <a:pPr eaLnBrk="1" hangingPunct="1"/>
            <a:r>
              <a:rPr lang="zh-CN" altLang="zh-CN"/>
              <a:t>{</a:t>
            </a:r>
            <a:r>
              <a:rPr lang="en-US" altLang="zh-CN"/>
              <a:t>H,A,B}  {C,D,E,F}                                                      </a:t>
            </a:r>
          </a:p>
          <a:p>
            <a:pPr eaLnBrk="1" hangingPunct="1"/>
            <a:endParaRPr lang="en-US" altLang="zh-CN"/>
          </a:p>
        </p:txBody>
      </p:sp>
      <p:grpSp>
        <p:nvGrpSpPr>
          <p:cNvPr id="2" name="Group 89">
            <a:extLst>
              <a:ext uri="{FF2B5EF4-FFF2-40B4-BE49-F238E27FC236}">
                <a16:creationId xmlns:a16="http://schemas.microsoft.com/office/drawing/2014/main" id="{779FAE3B-EEE5-F725-AE32-A0722C09E8DE}"/>
              </a:ext>
            </a:extLst>
          </p:cNvPr>
          <p:cNvGrpSpPr>
            <a:grpSpLocks/>
          </p:cNvGrpSpPr>
          <p:nvPr/>
        </p:nvGrpSpPr>
        <p:grpSpPr bwMode="auto">
          <a:xfrm>
            <a:off x="2279651" y="1341438"/>
            <a:ext cx="525463" cy="533400"/>
            <a:chOff x="476" y="845"/>
            <a:chExt cx="331" cy="336"/>
          </a:xfrm>
        </p:grpSpPr>
        <p:sp>
          <p:nvSpPr>
            <p:cNvPr id="188500" name="Line 46">
              <a:extLst>
                <a:ext uri="{FF2B5EF4-FFF2-40B4-BE49-F238E27FC236}">
                  <a16:creationId xmlns:a16="http://schemas.microsoft.com/office/drawing/2014/main" id="{408AD346-56BC-2D59-3DA9-0B81AA1E3324}"/>
                </a:ext>
              </a:extLst>
            </p:cNvPr>
            <p:cNvSpPr>
              <a:spLocks noChangeShapeType="1"/>
            </p:cNvSpPr>
            <p:nvPr/>
          </p:nvSpPr>
          <p:spPr bwMode="auto">
            <a:xfrm flipV="1">
              <a:off x="567" y="845"/>
              <a:ext cx="24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8501" name="Rectangle 47">
              <a:extLst>
                <a:ext uri="{FF2B5EF4-FFF2-40B4-BE49-F238E27FC236}">
                  <a16:creationId xmlns:a16="http://schemas.microsoft.com/office/drawing/2014/main" id="{58FD4013-E848-717B-915A-230135FB727D}"/>
                </a:ext>
              </a:extLst>
            </p:cNvPr>
            <p:cNvSpPr>
              <a:spLocks noChangeArrowheads="1"/>
            </p:cNvSpPr>
            <p:nvPr/>
          </p:nvSpPr>
          <p:spPr bwMode="auto">
            <a:xfrm>
              <a:off x="476" y="84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en-US" altLang="zh-CN" sz="2400" b="1">
                  <a:solidFill>
                    <a:srgbClr val="000000"/>
                  </a:solidFill>
                  <a:latin typeface="Times New Roman" panose="02020603050405020304" pitchFamily="18" charset="0"/>
                </a:rPr>
                <a:t>a</a:t>
              </a:r>
            </a:p>
          </p:txBody>
        </p:sp>
      </p:grpSp>
      <p:sp>
        <p:nvSpPr>
          <p:cNvPr id="297009" name="Rectangle 49">
            <a:extLst>
              <a:ext uri="{FF2B5EF4-FFF2-40B4-BE49-F238E27FC236}">
                <a16:creationId xmlns:a16="http://schemas.microsoft.com/office/drawing/2014/main" id="{81D88B9B-FD0C-DA5A-0ADF-15F790805E19}"/>
              </a:ext>
            </a:extLst>
          </p:cNvPr>
          <p:cNvSpPr>
            <a:spLocks noChangeArrowheads="1"/>
          </p:cNvSpPr>
          <p:nvPr/>
        </p:nvSpPr>
        <p:spPr bwMode="auto">
          <a:xfrm>
            <a:off x="1827214" y="1841500"/>
            <a:ext cx="19446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zh-CN" b="1">
                <a:solidFill>
                  <a:srgbClr val="000000"/>
                </a:solidFill>
              </a:rPr>
              <a:t>{</a:t>
            </a:r>
            <a:r>
              <a:rPr lang="en-US" altLang="zh-CN" b="1">
                <a:solidFill>
                  <a:srgbClr val="000000"/>
                </a:solidFill>
              </a:rPr>
              <a:t>A} {H,B}</a:t>
            </a:r>
          </a:p>
        </p:txBody>
      </p:sp>
      <p:grpSp>
        <p:nvGrpSpPr>
          <p:cNvPr id="3" name="Group 90">
            <a:extLst>
              <a:ext uri="{FF2B5EF4-FFF2-40B4-BE49-F238E27FC236}">
                <a16:creationId xmlns:a16="http://schemas.microsoft.com/office/drawing/2014/main" id="{7D804E1B-0DD3-A373-9F4B-2D9B7F67EF25}"/>
              </a:ext>
            </a:extLst>
          </p:cNvPr>
          <p:cNvGrpSpPr>
            <a:grpSpLocks/>
          </p:cNvGrpSpPr>
          <p:nvPr/>
        </p:nvGrpSpPr>
        <p:grpSpPr bwMode="auto">
          <a:xfrm>
            <a:off x="3071814" y="2492375"/>
            <a:ext cx="528637" cy="838200"/>
            <a:chOff x="879" y="1389"/>
            <a:chExt cx="333" cy="528"/>
          </a:xfrm>
        </p:grpSpPr>
        <p:sp>
          <p:nvSpPr>
            <p:cNvPr id="188498" name="Rectangle 54">
              <a:extLst>
                <a:ext uri="{FF2B5EF4-FFF2-40B4-BE49-F238E27FC236}">
                  <a16:creationId xmlns:a16="http://schemas.microsoft.com/office/drawing/2014/main" id="{D4645358-8F97-71A2-17C6-78A95B484036}"/>
                </a:ext>
              </a:extLst>
            </p:cNvPr>
            <p:cNvSpPr>
              <a:spLocks noChangeArrowheads="1"/>
            </p:cNvSpPr>
            <p:nvPr/>
          </p:nvSpPr>
          <p:spPr bwMode="auto">
            <a:xfrm>
              <a:off x="879" y="157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en-US" altLang="zh-CN" sz="2400" b="1">
                  <a:solidFill>
                    <a:srgbClr val="000000"/>
                  </a:solidFill>
                  <a:latin typeface="Times New Roman" panose="02020603050405020304" pitchFamily="18" charset="0"/>
                </a:rPr>
                <a:t>b</a:t>
              </a:r>
            </a:p>
          </p:txBody>
        </p:sp>
        <p:sp>
          <p:nvSpPr>
            <p:cNvPr id="188499" name="Line 55">
              <a:extLst>
                <a:ext uri="{FF2B5EF4-FFF2-40B4-BE49-F238E27FC236}">
                  <a16:creationId xmlns:a16="http://schemas.microsoft.com/office/drawing/2014/main" id="{7AFBD3BB-D581-E1D0-E496-553EE1A4A77E}"/>
                </a:ext>
              </a:extLst>
            </p:cNvPr>
            <p:cNvSpPr>
              <a:spLocks noChangeShapeType="1"/>
            </p:cNvSpPr>
            <p:nvPr/>
          </p:nvSpPr>
          <p:spPr bwMode="auto">
            <a:xfrm flipH="1" flipV="1">
              <a:off x="1020" y="1389"/>
              <a:ext cx="192"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297018" name="Rectangle 58">
            <a:extLst>
              <a:ext uri="{FF2B5EF4-FFF2-40B4-BE49-F238E27FC236}">
                <a16:creationId xmlns:a16="http://schemas.microsoft.com/office/drawing/2014/main" id="{536577CE-8EBB-66B1-8D97-4F2D1F7AAA9A}"/>
              </a:ext>
            </a:extLst>
          </p:cNvPr>
          <p:cNvSpPr>
            <a:spLocks noChangeArrowheads="1"/>
          </p:cNvSpPr>
          <p:nvPr/>
        </p:nvSpPr>
        <p:spPr bwMode="auto">
          <a:xfrm>
            <a:off x="2847975" y="3281363"/>
            <a:ext cx="16462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zh-CN" b="1">
                <a:solidFill>
                  <a:srgbClr val="000000"/>
                </a:solidFill>
              </a:rPr>
              <a:t>{</a:t>
            </a:r>
            <a:r>
              <a:rPr lang="en-US" altLang="zh-CN" b="1">
                <a:solidFill>
                  <a:srgbClr val="000000"/>
                </a:solidFill>
              </a:rPr>
              <a:t>H}  {B}</a:t>
            </a:r>
          </a:p>
        </p:txBody>
      </p:sp>
      <p:sp>
        <p:nvSpPr>
          <p:cNvPr id="297052" name="Oval 92">
            <a:extLst>
              <a:ext uri="{FF2B5EF4-FFF2-40B4-BE49-F238E27FC236}">
                <a16:creationId xmlns:a16="http://schemas.microsoft.com/office/drawing/2014/main" id="{6F8759E5-6AE8-6028-58AF-8E60ED7499B2}"/>
              </a:ext>
            </a:extLst>
          </p:cNvPr>
          <p:cNvSpPr>
            <a:spLocks noChangeArrowheads="1"/>
          </p:cNvSpPr>
          <p:nvPr/>
        </p:nvSpPr>
        <p:spPr bwMode="auto">
          <a:xfrm>
            <a:off x="6383338" y="1776413"/>
            <a:ext cx="431800" cy="431800"/>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FF0000"/>
              </a:solidFill>
              <a:latin typeface="Times New Roman" panose="02020603050405020304" pitchFamily="18" charset="0"/>
            </a:endParaRPr>
          </a:p>
        </p:txBody>
      </p:sp>
      <p:sp>
        <p:nvSpPr>
          <p:cNvPr id="297099" name="Oval 139">
            <a:extLst>
              <a:ext uri="{FF2B5EF4-FFF2-40B4-BE49-F238E27FC236}">
                <a16:creationId xmlns:a16="http://schemas.microsoft.com/office/drawing/2014/main" id="{8C19D554-2D32-50DB-FAA7-F56989776DD6}"/>
              </a:ext>
            </a:extLst>
          </p:cNvPr>
          <p:cNvSpPr>
            <a:spLocks noChangeArrowheads="1"/>
          </p:cNvSpPr>
          <p:nvPr/>
        </p:nvSpPr>
        <p:spPr bwMode="auto">
          <a:xfrm>
            <a:off x="6383338" y="3236913"/>
            <a:ext cx="431800" cy="431800"/>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FF0000"/>
              </a:solidFill>
              <a:latin typeface="Times New Roman" panose="02020603050405020304" pitchFamily="18" charset="0"/>
            </a:endParaRPr>
          </a:p>
        </p:txBody>
      </p:sp>
      <p:sp>
        <p:nvSpPr>
          <p:cNvPr id="297098" name="Oval 138">
            <a:extLst>
              <a:ext uri="{FF2B5EF4-FFF2-40B4-BE49-F238E27FC236}">
                <a16:creationId xmlns:a16="http://schemas.microsoft.com/office/drawing/2014/main" id="{0BC8E03E-2FBB-FC7A-C01A-B12BFB92927A}"/>
              </a:ext>
            </a:extLst>
          </p:cNvPr>
          <p:cNvSpPr>
            <a:spLocks noChangeArrowheads="1"/>
          </p:cNvSpPr>
          <p:nvPr/>
        </p:nvSpPr>
        <p:spPr bwMode="auto">
          <a:xfrm>
            <a:off x="5253038" y="2547938"/>
            <a:ext cx="431800" cy="431800"/>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FF0000"/>
              </a:solidFill>
              <a:latin typeface="Times New Roman" panose="02020603050405020304" pitchFamily="18" charset="0"/>
            </a:endParaRPr>
          </a:p>
        </p:txBody>
      </p:sp>
      <p:sp>
        <p:nvSpPr>
          <p:cNvPr id="297100" name="Oval 140">
            <a:extLst>
              <a:ext uri="{FF2B5EF4-FFF2-40B4-BE49-F238E27FC236}">
                <a16:creationId xmlns:a16="http://schemas.microsoft.com/office/drawing/2014/main" id="{D945CD5C-41AC-E288-FBC5-D151EE4C59BF}"/>
              </a:ext>
            </a:extLst>
          </p:cNvPr>
          <p:cNvSpPr>
            <a:spLocks noChangeArrowheads="1"/>
          </p:cNvSpPr>
          <p:nvPr/>
        </p:nvSpPr>
        <p:spPr bwMode="auto">
          <a:xfrm>
            <a:off x="6383338" y="1776413"/>
            <a:ext cx="431800" cy="431800"/>
          </a:xfrm>
          <a:prstGeom prst="ellipse">
            <a:avLst/>
          </a:prstGeom>
          <a:solidFill>
            <a:srgbClr val="00FF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FF0000"/>
              </a:solidFill>
              <a:latin typeface="Times New Roman" panose="02020603050405020304" pitchFamily="18" charset="0"/>
            </a:endParaRPr>
          </a:p>
        </p:txBody>
      </p:sp>
      <p:sp>
        <p:nvSpPr>
          <p:cNvPr id="297101" name="Oval 141">
            <a:extLst>
              <a:ext uri="{FF2B5EF4-FFF2-40B4-BE49-F238E27FC236}">
                <a16:creationId xmlns:a16="http://schemas.microsoft.com/office/drawing/2014/main" id="{5EDE231F-3B3F-D93A-F5DF-E119C40B9265}"/>
              </a:ext>
            </a:extLst>
          </p:cNvPr>
          <p:cNvSpPr>
            <a:spLocks noChangeArrowheads="1"/>
          </p:cNvSpPr>
          <p:nvPr/>
        </p:nvSpPr>
        <p:spPr bwMode="auto">
          <a:xfrm>
            <a:off x="5262563" y="2547938"/>
            <a:ext cx="431800" cy="431800"/>
          </a:xfrm>
          <a:prstGeom prst="ellipse">
            <a:avLst/>
          </a:prstGeom>
          <a:solidFill>
            <a:schemeClr val="accent2"/>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FF0000"/>
              </a:solidFill>
              <a:latin typeface="Times New Roman" panose="02020603050405020304" pitchFamily="18" charset="0"/>
            </a:endParaRPr>
          </a:p>
        </p:txBody>
      </p:sp>
      <p:grpSp>
        <p:nvGrpSpPr>
          <p:cNvPr id="188429" name="Group 91">
            <a:extLst>
              <a:ext uri="{FF2B5EF4-FFF2-40B4-BE49-F238E27FC236}">
                <a16:creationId xmlns:a16="http://schemas.microsoft.com/office/drawing/2014/main" id="{66334C41-2B89-2FC1-BA98-836B9A30A7DF}"/>
              </a:ext>
            </a:extLst>
          </p:cNvPr>
          <p:cNvGrpSpPr>
            <a:grpSpLocks/>
          </p:cNvGrpSpPr>
          <p:nvPr/>
        </p:nvGrpSpPr>
        <p:grpSpPr bwMode="auto">
          <a:xfrm>
            <a:off x="5232401" y="1271589"/>
            <a:ext cx="5091113" cy="2928937"/>
            <a:chOff x="2562" y="534"/>
            <a:chExt cx="2846" cy="1754"/>
          </a:xfrm>
        </p:grpSpPr>
        <p:sp>
          <p:nvSpPr>
            <p:cNvPr id="188454" name="Line 84">
              <a:extLst>
                <a:ext uri="{FF2B5EF4-FFF2-40B4-BE49-F238E27FC236}">
                  <a16:creationId xmlns:a16="http://schemas.microsoft.com/office/drawing/2014/main" id="{827F3EDE-508A-F5B3-48E4-570A32A1A8A2}"/>
                </a:ext>
              </a:extLst>
            </p:cNvPr>
            <p:cNvSpPr>
              <a:spLocks noChangeShapeType="1"/>
            </p:cNvSpPr>
            <p:nvPr/>
          </p:nvSpPr>
          <p:spPr bwMode="auto">
            <a:xfrm flipH="1" flipV="1">
              <a:off x="4332" y="1071"/>
              <a:ext cx="589" cy="6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8455" name="Line 85">
              <a:extLst>
                <a:ext uri="{FF2B5EF4-FFF2-40B4-BE49-F238E27FC236}">
                  <a16:creationId xmlns:a16="http://schemas.microsoft.com/office/drawing/2014/main" id="{D611127D-085B-29CB-7A73-3E568D6F650E}"/>
                </a:ext>
              </a:extLst>
            </p:cNvPr>
            <p:cNvSpPr>
              <a:spLocks noChangeShapeType="1"/>
            </p:cNvSpPr>
            <p:nvPr/>
          </p:nvSpPr>
          <p:spPr bwMode="auto">
            <a:xfrm flipH="1">
              <a:off x="4286" y="1026"/>
              <a:ext cx="635" cy="66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88456" name="Group 5">
              <a:extLst>
                <a:ext uri="{FF2B5EF4-FFF2-40B4-BE49-F238E27FC236}">
                  <a16:creationId xmlns:a16="http://schemas.microsoft.com/office/drawing/2014/main" id="{C9C0187F-0FDC-249B-E780-FD5886DF531B}"/>
                </a:ext>
              </a:extLst>
            </p:cNvPr>
            <p:cNvGrpSpPr>
              <a:grpSpLocks/>
            </p:cNvGrpSpPr>
            <p:nvPr/>
          </p:nvGrpSpPr>
          <p:grpSpPr bwMode="auto">
            <a:xfrm>
              <a:off x="2562" y="773"/>
              <a:ext cx="2846" cy="1515"/>
              <a:chOff x="2688" y="1177"/>
              <a:chExt cx="2632" cy="1311"/>
            </a:xfrm>
          </p:grpSpPr>
          <p:grpSp>
            <p:nvGrpSpPr>
              <p:cNvPr id="188458" name="Group 6">
                <a:extLst>
                  <a:ext uri="{FF2B5EF4-FFF2-40B4-BE49-F238E27FC236}">
                    <a16:creationId xmlns:a16="http://schemas.microsoft.com/office/drawing/2014/main" id="{9A56F976-C8AD-65DC-7281-0EDF8F35503C}"/>
                  </a:ext>
                </a:extLst>
              </p:cNvPr>
              <p:cNvGrpSpPr>
                <a:grpSpLocks/>
              </p:cNvGrpSpPr>
              <p:nvPr/>
            </p:nvGrpSpPr>
            <p:grpSpPr bwMode="auto">
              <a:xfrm>
                <a:off x="4068" y="1208"/>
                <a:ext cx="248" cy="262"/>
                <a:chOff x="4320" y="2160"/>
                <a:chExt cx="432" cy="432"/>
              </a:xfrm>
            </p:grpSpPr>
            <p:sp>
              <p:nvSpPr>
                <p:cNvPr id="188496" name="Oval 7">
                  <a:extLst>
                    <a:ext uri="{FF2B5EF4-FFF2-40B4-BE49-F238E27FC236}">
                      <a16:creationId xmlns:a16="http://schemas.microsoft.com/office/drawing/2014/main" id="{D4C4281D-95D4-01D3-62A5-7B35159AE80C}"/>
                    </a:ext>
                  </a:extLst>
                </p:cNvPr>
                <p:cNvSpPr>
                  <a:spLocks noChangeArrowheads="1"/>
                </p:cNvSpPr>
                <p:nvPr/>
              </p:nvSpPr>
              <p:spPr bwMode="auto">
                <a:xfrm>
                  <a:off x="4320" y="2160"/>
                  <a:ext cx="432" cy="432"/>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8497" name="Oval 8">
                  <a:extLst>
                    <a:ext uri="{FF2B5EF4-FFF2-40B4-BE49-F238E27FC236}">
                      <a16:creationId xmlns:a16="http://schemas.microsoft.com/office/drawing/2014/main" id="{E3C038B3-F1F7-9FB6-EFE8-75BDD57EF402}"/>
                    </a:ext>
                  </a:extLst>
                </p:cNvPr>
                <p:cNvSpPr>
                  <a:spLocks noChangeArrowheads="1"/>
                </p:cNvSpPr>
                <p:nvPr/>
              </p:nvSpPr>
              <p:spPr bwMode="auto">
                <a:xfrm>
                  <a:off x="4368" y="2208"/>
                  <a:ext cx="336" cy="336"/>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C</a:t>
                  </a:r>
                </a:p>
              </p:txBody>
            </p:sp>
          </p:grpSp>
          <p:grpSp>
            <p:nvGrpSpPr>
              <p:cNvPr id="188459" name="Group 9">
                <a:extLst>
                  <a:ext uri="{FF2B5EF4-FFF2-40B4-BE49-F238E27FC236}">
                    <a16:creationId xmlns:a16="http://schemas.microsoft.com/office/drawing/2014/main" id="{C729AAE1-0D14-13FE-BF5D-608C0917D801}"/>
                  </a:ext>
                </a:extLst>
              </p:cNvPr>
              <p:cNvGrpSpPr>
                <a:grpSpLocks/>
              </p:cNvGrpSpPr>
              <p:nvPr/>
            </p:nvGrpSpPr>
            <p:grpSpPr bwMode="auto">
              <a:xfrm>
                <a:off x="4068" y="1964"/>
                <a:ext cx="248" cy="262"/>
                <a:chOff x="3456" y="2688"/>
                <a:chExt cx="432" cy="432"/>
              </a:xfrm>
            </p:grpSpPr>
            <p:sp>
              <p:nvSpPr>
                <p:cNvPr id="188494" name="Oval 10">
                  <a:extLst>
                    <a:ext uri="{FF2B5EF4-FFF2-40B4-BE49-F238E27FC236}">
                      <a16:creationId xmlns:a16="http://schemas.microsoft.com/office/drawing/2014/main" id="{7A3B18AA-F9E6-229F-0330-D7013469C2F0}"/>
                    </a:ext>
                  </a:extLst>
                </p:cNvPr>
                <p:cNvSpPr>
                  <a:spLocks noChangeArrowheads="1"/>
                </p:cNvSpPr>
                <p:nvPr/>
              </p:nvSpPr>
              <p:spPr bwMode="auto">
                <a:xfrm>
                  <a:off x="3456" y="2688"/>
                  <a:ext cx="432" cy="432"/>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8495" name="Oval 11">
                  <a:extLst>
                    <a:ext uri="{FF2B5EF4-FFF2-40B4-BE49-F238E27FC236}">
                      <a16:creationId xmlns:a16="http://schemas.microsoft.com/office/drawing/2014/main" id="{A661989A-F7EE-5514-595C-563259F08166}"/>
                    </a:ext>
                  </a:extLst>
                </p:cNvPr>
                <p:cNvSpPr>
                  <a:spLocks noChangeArrowheads="1"/>
                </p:cNvSpPr>
                <p:nvPr/>
              </p:nvSpPr>
              <p:spPr bwMode="auto">
                <a:xfrm>
                  <a:off x="3504" y="2736"/>
                  <a:ext cx="336" cy="336"/>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D</a:t>
                  </a:r>
                </a:p>
              </p:txBody>
            </p:sp>
          </p:grpSp>
          <p:sp>
            <p:nvSpPr>
              <p:cNvPr id="188460" name="Oval 12">
                <a:extLst>
                  <a:ext uri="{FF2B5EF4-FFF2-40B4-BE49-F238E27FC236}">
                    <a16:creationId xmlns:a16="http://schemas.microsoft.com/office/drawing/2014/main" id="{249A843A-640A-9BDC-F92F-9170860930ED}"/>
                  </a:ext>
                </a:extLst>
              </p:cNvPr>
              <p:cNvSpPr>
                <a:spLocks noChangeArrowheads="1"/>
              </p:cNvSpPr>
              <p:nvPr/>
            </p:nvSpPr>
            <p:spPr bwMode="auto">
              <a:xfrm>
                <a:off x="3267" y="1964"/>
                <a:ext cx="249" cy="26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61" name="Oval 13">
                <a:extLst>
                  <a:ext uri="{FF2B5EF4-FFF2-40B4-BE49-F238E27FC236}">
                    <a16:creationId xmlns:a16="http://schemas.microsoft.com/office/drawing/2014/main" id="{6EDDF502-D1EC-A871-47A9-4B16C9A4DC9A}"/>
                  </a:ext>
                </a:extLst>
              </p:cNvPr>
              <p:cNvSpPr>
                <a:spLocks noChangeArrowheads="1"/>
              </p:cNvSpPr>
              <p:nvPr/>
            </p:nvSpPr>
            <p:spPr bwMode="auto">
              <a:xfrm>
                <a:off x="3267" y="1208"/>
                <a:ext cx="249" cy="2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grpSp>
            <p:nvGrpSpPr>
              <p:cNvPr id="188462" name="Group 14">
                <a:extLst>
                  <a:ext uri="{FF2B5EF4-FFF2-40B4-BE49-F238E27FC236}">
                    <a16:creationId xmlns:a16="http://schemas.microsoft.com/office/drawing/2014/main" id="{BCBCA388-2049-7148-F9BF-E1B546E17FBD}"/>
                  </a:ext>
                </a:extLst>
              </p:cNvPr>
              <p:cNvGrpSpPr>
                <a:grpSpLocks/>
              </p:cNvGrpSpPr>
              <p:nvPr/>
            </p:nvGrpSpPr>
            <p:grpSpPr bwMode="auto">
              <a:xfrm>
                <a:off x="4840" y="1208"/>
                <a:ext cx="248" cy="262"/>
                <a:chOff x="3120" y="1536"/>
                <a:chExt cx="432" cy="432"/>
              </a:xfrm>
            </p:grpSpPr>
            <p:sp>
              <p:nvSpPr>
                <p:cNvPr id="188492" name="Oval 15">
                  <a:extLst>
                    <a:ext uri="{FF2B5EF4-FFF2-40B4-BE49-F238E27FC236}">
                      <a16:creationId xmlns:a16="http://schemas.microsoft.com/office/drawing/2014/main" id="{DB7CE56E-92C6-6296-1AD0-3A918286AB97}"/>
                    </a:ext>
                  </a:extLst>
                </p:cNvPr>
                <p:cNvSpPr>
                  <a:spLocks noChangeArrowheads="1"/>
                </p:cNvSpPr>
                <p:nvPr/>
              </p:nvSpPr>
              <p:spPr bwMode="auto">
                <a:xfrm>
                  <a:off x="3120" y="1536"/>
                  <a:ext cx="432" cy="432"/>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8493" name="Oval 16">
                  <a:extLst>
                    <a:ext uri="{FF2B5EF4-FFF2-40B4-BE49-F238E27FC236}">
                      <a16:creationId xmlns:a16="http://schemas.microsoft.com/office/drawing/2014/main" id="{1106BCF4-7329-A1C3-77D6-6AAF9BA79C3F}"/>
                    </a:ext>
                  </a:extLst>
                </p:cNvPr>
                <p:cNvSpPr>
                  <a:spLocks noChangeArrowheads="1"/>
                </p:cNvSpPr>
                <p:nvPr/>
              </p:nvSpPr>
              <p:spPr bwMode="auto">
                <a:xfrm>
                  <a:off x="3168" y="1584"/>
                  <a:ext cx="336" cy="336"/>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E</a:t>
                  </a:r>
                </a:p>
              </p:txBody>
            </p:sp>
          </p:grpSp>
          <p:grpSp>
            <p:nvGrpSpPr>
              <p:cNvPr id="188463" name="Group 17">
                <a:extLst>
                  <a:ext uri="{FF2B5EF4-FFF2-40B4-BE49-F238E27FC236}">
                    <a16:creationId xmlns:a16="http://schemas.microsoft.com/office/drawing/2014/main" id="{90D96EDF-401C-D3D8-8B26-30E556860E59}"/>
                  </a:ext>
                </a:extLst>
              </p:cNvPr>
              <p:cNvGrpSpPr>
                <a:grpSpLocks/>
              </p:cNvGrpSpPr>
              <p:nvPr/>
            </p:nvGrpSpPr>
            <p:grpSpPr bwMode="auto">
              <a:xfrm>
                <a:off x="4840" y="1964"/>
                <a:ext cx="248" cy="262"/>
                <a:chOff x="4224" y="2688"/>
                <a:chExt cx="432" cy="432"/>
              </a:xfrm>
            </p:grpSpPr>
            <p:sp>
              <p:nvSpPr>
                <p:cNvPr id="188490" name="Oval 18">
                  <a:extLst>
                    <a:ext uri="{FF2B5EF4-FFF2-40B4-BE49-F238E27FC236}">
                      <a16:creationId xmlns:a16="http://schemas.microsoft.com/office/drawing/2014/main" id="{1844548B-8517-01A2-5981-4070CD483DE9}"/>
                    </a:ext>
                  </a:extLst>
                </p:cNvPr>
                <p:cNvSpPr>
                  <a:spLocks noChangeArrowheads="1"/>
                </p:cNvSpPr>
                <p:nvPr/>
              </p:nvSpPr>
              <p:spPr bwMode="auto">
                <a:xfrm>
                  <a:off x="4224" y="2688"/>
                  <a:ext cx="432" cy="432"/>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8491" name="Oval 19">
                  <a:extLst>
                    <a:ext uri="{FF2B5EF4-FFF2-40B4-BE49-F238E27FC236}">
                      <a16:creationId xmlns:a16="http://schemas.microsoft.com/office/drawing/2014/main" id="{8BA839C0-71FE-CCBE-DC03-B7C0F2A1879C}"/>
                    </a:ext>
                  </a:extLst>
                </p:cNvPr>
                <p:cNvSpPr>
                  <a:spLocks noChangeArrowheads="1"/>
                </p:cNvSpPr>
                <p:nvPr/>
              </p:nvSpPr>
              <p:spPr bwMode="auto">
                <a:xfrm>
                  <a:off x="4272" y="2736"/>
                  <a:ext cx="336" cy="336"/>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F</a:t>
                  </a:r>
                </a:p>
              </p:txBody>
            </p:sp>
          </p:grpSp>
          <p:sp>
            <p:nvSpPr>
              <p:cNvPr id="188464" name="Oval 20">
                <a:extLst>
                  <a:ext uri="{FF2B5EF4-FFF2-40B4-BE49-F238E27FC236}">
                    <a16:creationId xmlns:a16="http://schemas.microsoft.com/office/drawing/2014/main" id="{003A8DC5-A08C-8B53-CDBC-E01B8957442C}"/>
                  </a:ext>
                </a:extLst>
              </p:cNvPr>
              <p:cNvSpPr>
                <a:spLocks noChangeArrowheads="1"/>
              </p:cNvSpPr>
              <p:nvPr/>
            </p:nvSpPr>
            <p:spPr bwMode="auto">
              <a:xfrm>
                <a:off x="2688" y="1615"/>
                <a:ext cx="248" cy="26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H</a:t>
                </a:r>
              </a:p>
            </p:txBody>
          </p:sp>
          <p:cxnSp>
            <p:nvCxnSpPr>
              <p:cNvPr id="188465" name="AutoShape 21">
                <a:extLst>
                  <a:ext uri="{FF2B5EF4-FFF2-40B4-BE49-F238E27FC236}">
                    <a16:creationId xmlns:a16="http://schemas.microsoft.com/office/drawing/2014/main" id="{759F7090-A414-BC64-35EB-DB8E82210091}"/>
                  </a:ext>
                </a:extLst>
              </p:cNvPr>
              <p:cNvCxnSpPr>
                <a:cxnSpLocks noChangeShapeType="1"/>
                <a:stCxn id="188464" idx="0"/>
                <a:endCxn id="188461" idx="2"/>
              </p:cNvCxnSpPr>
              <p:nvPr/>
            </p:nvCxnSpPr>
            <p:spPr bwMode="auto">
              <a:xfrm rot="-5400000">
                <a:off x="2902" y="1249"/>
                <a:ext cx="276" cy="455"/>
              </a:xfrm>
              <a:prstGeom prst="curvedConnector2">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66" name="AutoShape 22">
                <a:extLst>
                  <a:ext uri="{FF2B5EF4-FFF2-40B4-BE49-F238E27FC236}">
                    <a16:creationId xmlns:a16="http://schemas.microsoft.com/office/drawing/2014/main" id="{CA9F08DE-CEEF-E2B9-FDE6-1C0707B258D6}"/>
                  </a:ext>
                </a:extLst>
              </p:cNvPr>
              <p:cNvCxnSpPr>
                <a:cxnSpLocks noChangeShapeType="1"/>
                <a:stCxn id="188464" idx="4"/>
                <a:endCxn id="188460" idx="2"/>
              </p:cNvCxnSpPr>
              <p:nvPr/>
            </p:nvCxnSpPr>
            <p:spPr bwMode="auto">
              <a:xfrm rot="16200000" flipH="1">
                <a:off x="2931" y="1758"/>
                <a:ext cx="218" cy="455"/>
              </a:xfrm>
              <a:prstGeom prst="curvedConnector2">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67" name="AutoShape 23">
                <a:extLst>
                  <a:ext uri="{FF2B5EF4-FFF2-40B4-BE49-F238E27FC236}">
                    <a16:creationId xmlns:a16="http://schemas.microsoft.com/office/drawing/2014/main" id="{17346BE9-397B-BF9E-B47D-3160552464D5}"/>
                  </a:ext>
                </a:extLst>
              </p:cNvPr>
              <p:cNvCxnSpPr>
                <a:cxnSpLocks noChangeShapeType="1"/>
                <a:stCxn id="188460" idx="7"/>
                <a:endCxn id="188461" idx="5"/>
              </p:cNvCxnSpPr>
              <p:nvPr/>
            </p:nvCxnSpPr>
            <p:spPr bwMode="auto">
              <a:xfrm rot="-5400000">
                <a:off x="3195" y="1717"/>
                <a:ext cx="570"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68" name="AutoShape 24">
                <a:extLst>
                  <a:ext uri="{FF2B5EF4-FFF2-40B4-BE49-F238E27FC236}">
                    <a16:creationId xmlns:a16="http://schemas.microsoft.com/office/drawing/2014/main" id="{D9C3EC77-DA85-A975-997D-5D77B3113A82}"/>
                  </a:ext>
                </a:extLst>
              </p:cNvPr>
              <p:cNvCxnSpPr>
                <a:cxnSpLocks noChangeShapeType="1"/>
                <a:stCxn id="188461" idx="3"/>
                <a:endCxn id="188460" idx="1"/>
              </p:cNvCxnSpPr>
              <p:nvPr/>
            </p:nvCxnSpPr>
            <p:spPr bwMode="auto">
              <a:xfrm rot="5400000">
                <a:off x="3019" y="1717"/>
                <a:ext cx="570"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69" name="AutoShape 25">
                <a:extLst>
                  <a:ext uri="{FF2B5EF4-FFF2-40B4-BE49-F238E27FC236}">
                    <a16:creationId xmlns:a16="http://schemas.microsoft.com/office/drawing/2014/main" id="{BFD8ACAA-738F-1052-4E76-16C1A65282CE}"/>
                  </a:ext>
                </a:extLst>
              </p:cNvPr>
              <p:cNvCxnSpPr>
                <a:cxnSpLocks noChangeShapeType="1"/>
                <a:stCxn id="188461" idx="6"/>
                <a:endCxn id="188496" idx="2"/>
              </p:cNvCxnSpPr>
              <p:nvPr/>
            </p:nvCxnSpPr>
            <p:spPr bwMode="auto">
              <a:xfrm>
                <a:off x="3516" y="1339"/>
                <a:ext cx="552"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0" name="AutoShape 26">
                <a:extLst>
                  <a:ext uri="{FF2B5EF4-FFF2-40B4-BE49-F238E27FC236}">
                    <a16:creationId xmlns:a16="http://schemas.microsoft.com/office/drawing/2014/main" id="{2A8842A9-FA36-4392-B69E-C74EB520B67C}"/>
                  </a:ext>
                </a:extLst>
              </p:cNvPr>
              <p:cNvCxnSpPr>
                <a:cxnSpLocks noChangeShapeType="1"/>
                <a:stCxn id="188460" idx="6"/>
                <a:endCxn id="188494" idx="2"/>
              </p:cNvCxnSpPr>
              <p:nvPr/>
            </p:nvCxnSpPr>
            <p:spPr bwMode="auto">
              <a:xfrm>
                <a:off x="3516" y="2095"/>
                <a:ext cx="552"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1" name="AutoShape 27">
                <a:extLst>
                  <a:ext uri="{FF2B5EF4-FFF2-40B4-BE49-F238E27FC236}">
                    <a16:creationId xmlns:a16="http://schemas.microsoft.com/office/drawing/2014/main" id="{8EE85686-AAFB-AB42-289F-DC2008A93A5D}"/>
                  </a:ext>
                </a:extLst>
              </p:cNvPr>
              <p:cNvCxnSpPr>
                <a:cxnSpLocks noChangeShapeType="1"/>
                <a:stCxn id="188494" idx="6"/>
                <a:endCxn id="188490" idx="2"/>
              </p:cNvCxnSpPr>
              <p:nvPr/>
            </p:nvCxnSpPr>
            <p:spPr bwMode="auto">
              <a:xfrm>
                <a:off x="4316" y="2095"/>
                <a:ext cx="524"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2" name="AutoShape 28">
                <a:extLst>
                  <a:ext uri="{FF2B5EF4-FFF2-40B4-BE49-F238E27FC236}">
                    <a16:creationId xmlns:a16="http://schemas.microsoft.com/office/drawing/2014/main" id="{B50AF795-C7E3-100C-2A8C-4DAF8483C44B}"/>
                  </a:ext>
                </a:extLst>
              </p:cNvPr>
              <p:cNvCxnSpPr>
                <a:cxnSpLocks noChangeShapeType="1"/>
                <a:stCxn id="188496" idx="6"/>
                <a:endCxn id="188492" idx="2"/>
              </p:cNvCxnSpPr>
              <p:nvPr/>
            </p:nvCxnSpPr>
            <p:spPr bwMode="auto">
              <a:xfrm>
                <a:off x="4316" y="1339"/>
                <a:ext cx="524"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3" name="AutoShape 29">
                <a:extLst>
                  <a:ext uri="{FF2B5EF4-FFF2-40B4-BE49-F238E27FC236}">
                    <a16:creationId xmlns:a16="http://schemas.microsoft.com/office/drawing/2014/main" id="{E1F1A400-014A-FA8A-1D00-ADD5ACD05EB0}"/>
                  </a:ext>
                </a:extLst>
              </p:cNvPr>
              <p:cNvCxnSpPr>
                <a:cxnSpLocks noChangeShapeType="1"/>
                <a:stCxn id="188492" idx="4"/>
                <a:endCxn id="188490" idx="0"/>
              </p:cNvCxnSpPr>
              <p:nvPr/>
            </p:nvCxnSpPr>
            <p:spPr bwMode="auto">
              <a:xfrm rot="5400000">
                <a:off x="4717" y="1717"/>
                <a:ext cx="494"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4" name="AutoShape 30">
                <a:extLst>
                  <a:ext uri="{FF2B5EF4-FFF2-40B4-BE49-F238E27FC236}">
                    <a16:creationId xmlns:a16="http://schemas.microsoft.com/office/drawing/2014/main" id="{06BB1E49-AA26-334B-9A1E-17486FB7C1DC}"/>
                  </a:ext>
                </a:extLst>
              </p:cNvPr>
              <p:cNvCxnSpPr>
                <a:cxnSpLocks noChangeShapeType="1"/>
                <a:stCxn id="188490" idx="6"/>
                <a:endCxn id="188492" idx="6"/>
              </p:cNvCxnSpPr>
              <p:nvPr/>
            </p:nvCxnSpPr>
            <p:spPr bwMode="auto">
              <a:xfrm flipV="1">
                <a:off x="5088" y="1339"/>
                <a:ext cx="1" cy="756"/>
              </a:xfrm>
              <a:prstGeom prst="curvedConnector3">
                <a:avLst>
                  <a:gd name="adj1" fmla="val 14400005"/>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5" name="AutoShape 31">
                <a:extLst>
                  <a:ext uri="{FF2B5EF4-FFF2-40B4-BE49-F238E27FC236}">
                    <a16:creationId xmlns:a16="http://schemas.microsoft.com/office/drawing/2014/main" id="{31CBF0C3-5401-5716-47F0-3B8611AABCB5}"/>
                  </a:ext>
                </a:extLst>
              </p:cNvPr>
              <p:cNvCxnSpPr>
                <a:cxnSpLocks noChangeShapeType="1"/>
                <a:stCxn id="188496" idx="1"/>
                <a:endCxn id="188497" idx="7"/>
              </p:cNvCxnSpPr>
              <p:nvPr/>
            </p:nvCxnSpPr>
            <p:spPr bwMode="auto">
              <a:xfrm rot="5400000" flipV="1">
                <a:off x="4171" y="1179"/>
                <a:ext cx="21" cy="156"/>
              </a:xfrm>
              <a:prstGeom prst="curvedConnector3">
                <a:avLst>
                  <a:gd name="adj1" fmla="val -608824"/>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76" name="AutoShape 32">
                <a:extLst>
                  <a:ext uri="{FF2B5EF4-FFF2-40B4-BE49-F238E27FC236}">
                    <a16:creationId xmlns:a16="http://schemas.microsoft.com/office/drawing/2014/main" id="{75E9BA58-05D1-F738-7DC8-5821DBBC8DFD}"/>
                  </a:ext>
                </a:extLst>
              </p:cNvPr>
              <p:cNvCxnSpPr>
                <a:cxnSpLocks noChangeShapeType="1"/>
                <a:stCxn id="188494" idx="3"/>
                <a:endCxn id="188494" idx="5"/>
              </p:cNvCxnSpPr>
              <p:nvPr/>
            </p:nvCxnSpPr>
            <p:spPr bwMode="auto">
              <a:xfrm rot="16200000" flipH="1">
                <a:off x="4191" y="2100"/>
                <a:ext cx="1" cy="176"/>
              </a:xfrm>
              <a:prstGeom prst="curvedConnector3">
                <a:avLst>
                  <a:gd name="adj1" fmla="val 20700009"/>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8477" name="Text Box 33">
                <a:extLst>
                  <a:ext uri="{FF2B5EF4-FFF2-40B4-BE49-F238E27FC236}">
                    <a16:creationId xmlns:a16="http://schemas.microsoft.com/office/drawing/2014/main" id="{D468722F-D5BF-FC0C-629E-3A63FD99E87A}"/>
                  </a:ext>
                </a:extLst>
              </p:cNvPr>
              <p:cNvSpPr txBox="1">
                <a:spLocks noChangeArrowheads="1"/>
              </p:cNvSpPr>
              <p:nvPr/>
            </p:nvSpPr>
            <p:spPr bwMode="auto">
              <a:xfrm>
                <a:off x="5146" y="1642"/>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78" name="Text Box 34">
                <a:extLst>
                  <a:ext uri="{FF2B5EF4-FFF2-40B4-BE49-F238E27FC236}">
                    <a16:creationId xmlns:a16="http://schemas.microsoft.com/office/drawing/2014/main" id="{1D69CABE-9FAC-2D12-80B1-22980B1B1D65}"/>
                  </a:ext>
                </a:extLst>
              </p:cNvPr>
              <p:cNvSpPr txBox="1">
                <a:spLocks noChangeArrowheads="1"/>
              </p:cNvSpPr>
              <p:nvPr/>
            </p:nvSpPr>
            <p:spPr bwMode="auto">
              <a:xfrm>
                <a:off x="2856" y="1233"/>
                <a:ext cx="16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79" name="Text Box 35">
                <a:extLst>
                  <a:ext uri="{FF2B5EF4-FFF2-40B4-BE49-F238E27FC236}">
                    <a16:creationId xmlns:a16="http://schemas.microsoft.com/office/drawing/2014/main" id="{231CF421-E953-13C9-D5C8-A115D8EAA7F7}"/>
                  </a:ext>
                </a:extLst>
              </p:cNvPr>
              <p:cNvSpPr txBox="1">
                <a:spLocks noChangeArrowheads="1"/>
              </p:cNvSpPr>
              <p:nvPr/>
            </p:nvSpPr>
            <p:spPr bwMode="auto">
              <a:xfrm>
                <a:off x="3437" y="1612"/>
                <a:ext cx="16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80" name="Text Box 36">
                <a:extLst>
                  <a:ext uri="{FF2B5EF4-FFF2-40B4-BE49-F238E27FC236}">
                    <a16:creationId xmlns:a16="http://schemas.microsoft.com/office/drawing/2014/main" id="{BB160602-F6D3-388F-6DD3-2580A57D4DBE}"/>
                  </a:ext>
                </a:extLst>
              </p:cNvPr>
              <p:cNvSpPr txBox="1">
                <a:spLocks noChangeArrowheads="1"/>
              </p:cNvSpPr>
              <p:nvPr/>
            </p:nvSpPr>
            <p:spPr bwMode="auto">
              <a:xfrm>
                <a:off x="3739" y="1177"/>
                <a:ext cx="16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81" name="Text Box 37">
                <a:extLst>
                  <a:ext uri="{FF2B5EF4-FFF2-40B4-BE49-F238E27FC236}">
                    <a16:creationId xmlns:a16="http://schemas.microsoft.com/office/drawing/2014/main" id="{2C89F1A1-E3E1-D8C9-B1DC-66DA45081CA5}"/>
                  </a:ext>
                </a:extLst>
              </p:cNvPr>
              <p:cNvSpPr txBox="1">
                <a:spLocks noChangeArrowheads="1"/>
              </p:cNvSpPr>
              <p:nvPr/>
            </p:nvSpPr>
            <p:spPr bwMode="auto">
              <a:xfrm>
                <a:off x="4336" y="1416"/>
                <a:ext cx="16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82" name="Text Box 38">
                <a:extLst>
                  <a:ext uri="{FF2B5EF4-FFF2-40B4-BE49-F238E27FC236}">
                    <a16:creationId xmlns:a16="http://schemas.microsoft.com/office/drawing/2014/main" id="{0B4C0F9E-6337-6285-A548-E5D43EE0FF71}"/>
                  </a:ext>
                </a:extLst>
              </p:cNvPr>
              <p:cNvSpPr txBox="1">
                <a:spLocks noChangeArrowheads="1"/>
              </p:cNvSpPr>
              <p:nvPr/>
            </p:nvSpPr>
            <p:spPr bwMode="auto">
              <a:xfrm>
                <a:off x="4842" y="1613"/>
                <a:ext cx="16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83" name="Text Box 39">
                <a:extLst>
                  <a:ext uri="{FF2B5EF4-FFF2-40B4-BE49-F238E27FC236}">
                    <a16:creationId xmlns:a16="http://schemas.microsoft.com/office/drawing/2014/main" id="{66F4FE5D-82EC-D107-57A7-330F0C6B9906}"/>
                  </a:ext>
                </a:extLst>
              </p:cNvPr>
              <p:cNvSpPr txBox="1">
                <a:spLocks noChangeArrowheads="1"/>
              </p:cNvSpPr>
              <p:nvPr/>
            </p:nvSpPr>
            <p:spPr bwMode="auto">
              <a:xfrm>
                <a:off x="4567" y="2019"/>
                <a:ext cx="16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84" name="Text Box 40">
                <a:extLst>
                  <a:ext uri="{FF2B5EF4-FFF2-40B4-BE49-F238E27FC236}">
                    <a16:creationId xmlns:a16="http://schemas.microsoft.com/office/drawing/2014/main" id="{3B4BC5D9-C163-1CBD-AF94-F3ED7C88357F}"/>
                  </a:ext>
                </a:extLst>
              </p:cNvPr>
              <p:cNvSpPr txBox="1">
                <a:spLocks noChangeArrowheads="1"/>
              </p:cNvSpPr>
              <p:nvPr/>
            </p:nvSpPr>
            <p:spPr bwMode="auto">
              <a:xfrm>
                <a:off x="2938" y="1991"/>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85" name="Text Box 41">
                <a:extLst>
                  <a:ext uri="{FF2B5EF4-FFF2-40B4-BE49-F238E27FC236}">
                    <a16:creationId xmlns:a16="http://schemas.microsoft.com/office/drawing/2014/main" id="{6767284D-7AC7-A804-AEC1-42D7EAB6E3A4}"/>
                  </a:ext>
                </a:extLst>
              </p:cNvPr>
              <p:cNvSpPr txBox="1">
                <a:spLocks noChangeArrowheads="1"/>
              </p:cNvSpPr>
              <p:nvPr/>
            </p:nvSpPr>
            <p:spPr bwMode="auto">
              <a:xfrm>
                <a:off x="3158" y="1642"/>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86" name="Text Box 42">
                <a:extLst>
                  <a:ext uri="{FF2B5EF4-FFF2-40B4-BE49-F238E27FC236}">
                    <a16:creationId xmlns:a16="http://schemas.microsoft.com/office/drawing/2014/main" id="{E132CEAD-9FCF-FB12-392C-EDFBC5C5DC7F}"/>
                  </a:ext>
                </a:extLst>
              </p:cNvPr>
              <p:cNvSpPr txBox="1">
                <a:spLocks noChangeArrowheads="1"/>
              </p:cNvSpPr>
              <p:nvPr/>
            </p:nvSpPr>
            <p:spPr bwMode="auto">
              <a:xfrm>
                <a:off x="3765" y="2048"/>
                <a:ext cx="17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87" name="Text Box 43">
                <a:extLst>
                  <a:ext uri="{FF2B5EF4-FFF2-40B4-BE49-F238E27FC236}">
                    <a16:creationId xmlns:a16="http://schemas.microsoft.com/office/drawing/2014/main" id="{D0754DB9-1206-EC01-AD35-E5D02C569750}"/>
                  </a:ext>
                </a:extLst>
              </p:cNvPr>
              <p:cNvSpPr txBox="1">
                <a:spLocks noChangeArrowheads="1"/>
              </p:cNvSpPr>
              <p:nvPr/>
            </p:nvSpPr>
            <p:spPr bwMode="auto">
              <a:xfrm>
                <a:off x="4290" y="1753"/>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88" name="Text Box 44">
                <a:extLst>
                  <a:ext uri="{FF2B5EF4-FFF2-40B4-BE49-F238E27FC236}">
                    <a16:creationId xmlns:a16="http://schemas.microsoft.com/office/drawing/2014/main" id="{EF547007-D161-580A-165D-9DD0E1337391}"/>
                  </a:ext>
                </a:extLst>
              </p:cNvPr>
              <p:cNvSpPr txBox="1">
                <a:spLocks noChangeArrowheads="1"/>
              </p:cNvSpPr>
              <p:nvPr/>
            </p:nvSpPr>
            <p:spPr bwMode="auto">
              <a:xfrm>
                <a:off x="4510" y="1177"/>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89" name="Text Box 45">
                <a:extLst>
                  <a:ext uri="{FF2B5EF4-FFF2-40B4-BE49-F238E27FC236}">
                    <a16:creationId xmlns:a16="http://schemas.microsoft.com/office/drawing/2014/main" id="{0495B7FD-44A6-AC7A-0F13-4AECBAECB0FE}"/>
                  </a:ext>
                </a:extLst>
              </p:cNvPr>
              <p:cNvSpPr txBox="1">
                <a:spLocks noChangeArrowheads="1"/>
              </p:cNvSpPr>
              <p:nvPr/>
            </p:nvSpPr>
            <p:spPr bwMode="auto">
              <a:xfrm>
                <a:off x="4123" y="2251"/>
                <a:ext cx="1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grpSp>
        <p:sp>
          <p:nvSpPr>
            <p:cNvPr id="188457" name="Text Box 86">
              <a:extLst>
                <a:ext uri="{FF2B5EF4-FFF2-40B4-BE49-F238E27FC236}">
                  <a16:creationId xmlns:a16="http://schemas.microsoft.com/office/drawing/2014/main" id="{4A454D66-B32B-4CBC-CDD3-12F3ED06F88D}"/>
                </a:ext>
              </a:extLst>
            </p:cNvPr>
            <p:cNvSpPr txBox="1">
              <a:spLocks noChangeArrowheads="1"/>
            </p:cNvSpPr>
            <p:nvPr/>
          </p:nvSpPr>
          <p:spPr bwMode="auto">
            <a:xfrm>
              <a:off x="3995" y="534"/>
              <a:ext cx="17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grpSp>
      <p:grpSp>
        <p:nvGrpSpPr>
          <p:cNvPr id="10" name="Group 144">
            <a:extLst>
              <a:ext uri="{FF2B5EF4-FFF2-40B4-BE49-F238E27FC236}">
                <a16:creationId xmlns:a16="http://schemas.microsoft.com/office/drawing/2014/main" id="{48F7D777-2F35-08E2-DE4A-F8C5A22ABB60}"/>
              </a:ext>
            </a:extLst>
          </p:cNvPr>
          <p:cNvGrpSpPr>
            <a:grpSpLocks/>
          </p:cNvGrpSpPr>
          <p:nvPr/>
        </p:nvGrpSpPr>
        <p:grpSpPr bwMode="auto">
          <a:xfrm>
            <a:off x="5375276" y="4440238"/>
            <a:ext cx="4824413" cy="2520950"/>
            <a:chOff x="2426" y="2523"/>
            <a:chExt cx="3039" cy="1588"/>
          </a:xfrm>
        </p:grpSpPr>
        <p:sp>
          <p:nvSpPr>
            <p:cNvPr id="188431" name="Text Box 82">
              <a:extLst>
                <a:ext uri="{FF2B5EF4-FFF2-40B4-BE49-F238E27FC236}">
                  <a16:creationId xmlns:a16="http://schemas.microsoft.com/office/drawing/2014/main" id="{46FC793F-4A6D-5392-BD0A-9BE10A041E3B}"/>
                </a:ext>
              </a:extLst>
            </p:cNvPr>
            <p:cNvSpPr txBox="1">
              <a:spLocks noChangeArrowheads="1"/>
            </p:cNvSpPr>
            <p:nvPr/>
          </p:nvSpPr>
          <p:spPr bwMode="auto">
            <a:xfrm>
              <a:off x="4272" y="3792"/>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grpSp>
          <p:nvGrpSpPr>
            <p:cNvPr id="188432" name="Group 63">
              <a:extLst>
                <a:ext uri="{FF2B5EF4-FFF2-40B4-BE49-F238E27FC236}">
                  <a16:creationId xmlns:a16="http://schemas.microsoft.com/office/drawing/2014/main" id="{65C5AF92-2DAA-78A9-4CFB-F70396E1F8ED}"/>
                </a:ext>
              </a:extLst>
            </p:cNvPr>
            <p:cNvGrpSpPr>
              <a:grpSpLocks/>
            </p:cNvGrpSpPr>
            <p:nvPr/>
          </p:nvGrpSpPr>
          <p:grpSpPr bwMode="auto">
            <a:xfrm>
              <a:off x="5002" y="3461"/>
              <a:ext cx="463" cy="325"/>
              <a:chOff x="3456" y="2688"/>
              <a:chExt cx="432" cy="432"/>
            </a:xfrm>
          </p:grpSpPr>
          <p:sp>
            <p:nvSpPr>
              <p:cNvPr id="188452" name="Oval 64">
                <a:extLst>
                  <a:ext uri="{FF2B5EF4-FFF2-40B4-BE49-F238E27FC236}">
                    <a16:creationId xmlns:a16="http://schemas.microsoft.com/office/drawing/2014/main" id="{1B1D026D-6248-7836-A494-D4D1AE2E21D8}"/>
                  </a:ext>
                </a:extLst>
              </p:cNvPr>
              <p:cNvSpPr>
                <a:spLocks noChangeArrowheads="1"/>
              </p:cNvSpPr>
              <p:nvPr/>
            </p:nvSpPr>
            <p:spPr bwMode="auto">
              <a:xfrm>
                <a:off x="3456" y="2688"/>
                <a:ext cx="432" cy="432"/>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8453" name="Oval 65">
                <a:extLst>
                  <a:ext uri="{FF2B5EF4-FFF2-40B4-BE49-F238E27FC236}">
                    <a16:creationId xmlns:a16="http://schemas.microsoft.com/office/drawing/2014/main" id="{D621DD98-5654-8EE2-2674-B93ECA08F808}"/>
                  </a:ext>
                </a:extLst>
              </p:cNvPr>
              <p:cNvSpPr>
                <a:spLocks noChangeArrowheads="1"/>
              </p:cNvSpPr>
              <p:nvPr/>
            </p:nvSpPr>
            <p:spPr bwMode="auto">
              <a:xfrm>
                <a:off x="3504" y="2736"/>
                <a:ext cx="336" cy="336"/>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D</a:t>
                </a:r>
              </a:p>
            </p:txBody>
          </p:sp>
        </p:grpSp>
        <p:sp>
          <p:nvSpPr>
            <p:cNvPr id="188433" name="Oval 66">
              <a:extLst>
                <a:ext uri="{FF2B5EF4-FFF2-40B4-BE49-F238E27FC236}">
                  <a16:creationId xmlns:a16="http://schemas.microsoft.com/office/drawing/2014/main" id="{EA3B0697-7EA6-DB71-2FFA-EDF71F916C4C}"/>
                </a:ext>
              </a:extLst>
            </p:cNvPr>
            <p:cNvSpPr>
              <a:spLocks noChangeArrowheads="1"/>
            </p:cNvSpPr>
            <p:nvPr/>
          </p:nvSpPr>
          <p:spPr bwMode="auto">
            <a:xfrm>
              <a:off x="3507" y="3461"/>
              <a:ext cx="465" cy="325"/>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34" name="Oval 67">
              <a:extLst>
                <a:ext uri="{FF2B5EF4-FFF2-40B4-BE49-F238E27FC236}">
                  <a16:creationId xmlns:a16="http://schemas.microsoft.com/office/drawing/2014/main" id="{8AA82950-0753-C3AB-EC7E-BD1C7588DD85}"/>
                </a:ext>
              </a:extLst>
            </p:cNvPr>
            <p:cNvSpPr>
              <a:spLocks noChangeArrowheads="1"/>
            </p:cNvSpPr>
            <p:nvPr/>
          </p:nvSpPr>
          <p:spPr bwMode="auto">
            <a:xfrm>
              <a:off x="3507" y="2523"/>
              <a:ext cx="465" cy="325"/>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35" name="Oval 68">
              <a:extLst>
                <a:ext uri="{FF2B5EF4-FFF2-40B4-BE49-F238E27FC236}">
                  <a16:creationId xmlns:a16="http://schemas.microsoft.com/office/drawing/2014/main" id="{60B9A398-7817-BA70-69C3-277EC9E88593}"/>
                </a:ext>
              </a:extLst>
            </p:cNvPr>
            <p:cNvSpPr>
              <a:spLocks noChangeArrowheads="1"/>
            </p:cNvSpPr>
            <p:nvPr/>
          </p:nvSpPr>
          <p:spPr bwMode="auto">
            <a:xfrm>
              <a:off x="2426" y="3028"/>
              <a:ext cx="463" cy="325"/>
            </a:xfrm>
            <a:prstGeom prst="ellipse">
              <a:avLst/>
            </a:prstGeom>
            <a:solidFill>
              <a:schemeClr val="accent1"/>
            </a:solidFill>
            <a:ln w="38100">
              <a:solidFill>
                <a:schemeClr val="tx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H</a:t>
              </a:r>
            </a:p>
          </p:txBody>
        </p:sp>
        <p:cxnSp>
          <p:nvCxnSpPr>
            <p:cNvPr id="188436" name="AutoShape 69">
              <a:extLst>
                <a:ext uri="{FF2B5EF4-FFF2-40B4-BE49-F238E27FC236}">
                  <a16:creationId xmlns:a16="http://schemas.microsoft.com/office/drawing/2014/main" id="{0642121E-9FC9-0C9C-3EC7-4E54EC4C241B}"/>
                </a:ext>
              </a:extLst>
            </p:cNvPr>
            <p:cNvCxnSpPr>
              <a:cxnSpLocks noChangeShapeType="1"/>
              <a:stCxn id="188435" idx="0"/>
              <a:endCxn id="188434" idx="2"/>
            </p:cNvCxnSpPr>
            <p:nvPr/>
          </p:nvCxnSpPr>
          <p:spPr bwMode="auto">
            <a:xfrm rot="-5400000">
              <a:off x="2911" y="2432"/>
              <a:ext cx="342" cy="850"/>
            </a:xfrm>
            <a:prstGeom prst="curvedConnector2">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37" name="AutoShape 70">
              <a:extLst>
                <a:ext uri="{FF2B5EF4-FFF2-40B4-BE49-F238E27FC236}">
                  <a16:creationId xmlns:a16="http://schemas.microsoft.com/office/drawing/2014/main" id="{ACFEF2A4-74A1-5DD1-7155-C247C959DFB1}"/>
                </a:ext>
              </a:extLst>
            </p:cNvPr>
            <p:cNvCxnSpPr>
              <a:cxnSpLocks noChangeShapeType="1"/>
              <a:stCxn id="188435" idx="4"/>
              <a:endCxn id="188433" idx="2"/>
            </p:cNvCxnSpPr>
            <p:nvPr/>
          </p:nvCxnSpPr>
          <p:spPr bwMode="auto">
            <a:xfrm rot="16200000" flipH="1">
              <a:off x="2946" y="3064"/>
              <a:ext cx="271" cy="850"/>
            </a:xfrm>
            <a:prstGeom prst="curvedConnector2">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38" name="AutoShape 71">
              <a:extLst>
                <a:ext uri="{FF2B5EF4-FFF2-40B4-BE49-F238E27FC236}">
                  <a16:creationId xmlns:a16="http://schemas.microsoft.com/office/drawing/2014/main" id="{FFC5E892-C6BB-0533-26B0-5EC36DE11DAA}"/>
                </a:ext>
              </a:extLst>
            </p:cNvPr>
            <p:cNvCxnSpPr>
              <a:cxnSpLocks noChangeShapeType="1"/>
              <a:stCxn id="188433" idx="7"/>
              <a:endCxn id="188434" idx="5"/>
            </p:cNvCxnSpPr>
            <p:nvPr/>
          </p:nvCxnSpPr>
          <p:spPr bwMode="auto">
            <a:xfrm rot="-5400000">
              <a:off x="3550" y="3155"/>
              <a:ext cx="707"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39" name="AutoShape 72">
              <a:extLst>
                <a:ext uri="{FF2B5EF4-FFF2-40B4-BE49-F238E27FC236}">
                  <a16:creationId xmlns:a16="http://schemas.microsoft.com/office/drawing/2014/main" id="{34E1F360-AA9C-33DB-3FD8-654A812206D6}"/>
                </a:ext>
              </a:extLst>
            </p:cNvPr>
            <p:cNvCxnSpPr>
              <a:cxnSpLocks noChangeShapeType="1"/>
              <a:stCxn id="188434" idx="3"/>
              <a:endCxn id="188433" idx="1"/>
            </p:cNvCxnSpPr>
            <p:nvPr/>
          </p:nvCxnSpPr>
          <p:spPr bwMode="auto">
            <a:xfrm rot="5400000">
              <a:off x="3222" y="3155"/>
              <a:ext cx="707"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40" name="AutoShape 73">
              <a:extLst>
                <a:ext uri="{FF2B5EF4-FFF2-40B4-BE49-F238E27FC236}">
                  <a16:creationId xmlns:a16="http://schemas.microsoft.com/office/drawing/2014/main" id="{B2F165DD-C3E9-0752-F335-87BE5924F010}"/>
                </a:ext>
              </a:extLst>
            </p:cNvPr>
            <p:cNvCxnSpPr>
              <a:cxnSpLocks noChangeShapeType="1"/>
              <a:stCxn id="188433" idx="6"/>
              <a:endCxn id="188452" idx="2"/>
            </p:cNvCxnSpPr>
            <p:nvPr/>
          </p:nvCxnSpPr>
          <p:spPr bwMode="auto">
            <a:xfrm>
              <a:off x="3972" y="3624"/>
              <a:ext cx="1030" cy="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8441" name="AutoShape 74">
              <a:extLst>
                <a:ext uri="{FF2B5EF4-FFF2-40B4-BE49-F238E27FC236}">
                  <a16:creationId xmlns:a16="http://schemas.microsoft.com/office/drawing/2014/main" id="{6D45DFAA-3E83-42C6-B2DC-B899F4F65E18}"/>
                </a:ext>
              </a:extLst>
            </p:cNvPr>
            <p:cNvCxnSpPr>
              <a:cxnSpLocks noChangeShapeType="1"/>
              <a:stCxn id="188452" idx="3"/>
              <a:endCxn id="188452" idx="5"/>
            </p:cNvCxnSpPr>
            <p:nvPr/>
          </p:nvCxnSpPr>
          <p:spPr bwMode="auto">
            <a:xfrm rot="16200000" flipH="1">
              <a:off x="5233" y="3574"/>
              <a:ext cx="1" cy="329"/>
            </a:xfrm>
            <a:prstGeom prst="curvedConnector3">
              <a:avLst>
                <a:gd name="adj1" fmla="val 20700009"/>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8442" name="Text Box 75">
              <a:extLst>
                <a:ext uri="{FF2B5EF4-FFF2-40B4-BE49-F238E27FC236}">
                  <a16:creationId xmlns:a16="http://schemas.microsoft.com/office/drawing/2014/main" id="{3C3DC702-20AE-F87D-B8AE-DF08CF718DCA}"/>
                </a:ext>
              </a:extLst>
            </p:cNvPr>
            <p:cNvSpPr txBox="1">
              <a:spLocks noChangeArrowheads="1"/>
            </p:cNvSpPr>
            <p:nvPr/>
          </p:nvSpPr>
          <p:spPr bwMode="auto">
            <a:xfrm>
              <a:off x="2794" y="2558"/>
              <a:ext cx="2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43" name="Text Box 76">
              <a:extLst>
                <a:ext uri="{FF2B5EF4-FFF2-40B4-BE49-F238E27FC236}">
                  <a16:creationId xmlns:a16="http://schemas.microsoft.com/office/drawing/2014/main" id="{9C69365E-A46B-1377-29EC-5C69171B838B}"/>
                </a:ext>
              </a:extLst>
            </p:cNvPr>
            <p:cNvSpPr txBox="1">
              <a:spLocks noChangeArrowheads="1"/>
            </p:cNvSpPr>
            <p:nvPr/>
          </p:nvSpPr>
          <p:spPr bwMode="auto">
            <a:xfrm>
              <a:off x="3878" y="3027"/>
              <a:ext cx="2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44" name="Text Box 77">
              <a:extLst>
                <a:ext uri="{FF2B5EF4-FFF2-40B4-BE49-F238E27FC236}">
                  <a16:creationId xmlns:a16="http://schemas.microsoft.com/office/drawing/2014/main" id="{BDF66A3A-ACAE-79EE-FD43-2DE58E098A6B}"/>
                </a:ext>
              </a:extLst>
            </p:cNvPr>
            <p:cNvSpPr txBox="1">
              <a:spLocks noChangeArrowheads="1"/>
            </p:cNvSpPr>
            <p:nvPr/>
          </p:nvSpPr>
          <p:spPr bwMode="auto">
            <a:xfrm>
              <a:off x="4483" y="2785"/>
              <a:ext cx="2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sp>
          <p:nvSpPr>
            <p:cNvPr id="188445" name="Text Box 78">
              <a:extLst>
                <a:ext uri="{FF2B5EF4-FFF2-40B4-BE49-F238E27FC236}">
                  <a16:creationId xmlns:a16="http://schemas.microsoft.com/office/drawing/2014/main" id="{698D9B52-8C03-68A1-F41E-B6CCCBE216AB}"/>
                </a:ext>
              </a:extLst>
            </p:cNvPr>
            <p:cNvSpPr txBox="1">
              <a:spLocks noChangeArrowheads="1"/>
            </p:cNvSpPr>
            <p:nvPr/>
          </p:nvSpPr>
          <p:spPr bwMode="auto">
            <a:xfrm>
              <a:off x="2948" y="349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46" name="Text Box 79">
              <a:extLst>
                <a:ext uri="{FF2B5EF4-FFF2-40B4-BE49-F238E27FC236}">
                  <a16:creationId xmlns:a16="http://schemas.microsoft.com/office/drawing/2014/main" id="{82BFC821-B704-9D31-CD9D-0D6177F5D65A}"/>
                </a:ext>
              </a:extLst>
            </p:cNvPr>
            <p:cNvSpPr txBox="1">
              <a:spLocks noChangeArrowheads="1"/>
            </p:cNvSpPr>
            <p:nvPr/>
          </p:nvSpPr>
          <p:spPr bwMode="auto">
            <a:xfrm>
              <a:off x="3359" y="306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47" name="Text Box 80">
              <a:extLst>
                <a:ext uri="{FF2B5EF4-FFF2-40B4-BE49-F238E27FC236}">
                  <a16:creationId xmlns:a16="http://schemas.microsoft.com/office/drawing/2014/main" id="{9C2631CD-96F6-527F-3CD0-BEC4E0C21E80}"/>
                </a:ext>
              </a:extLst>
            </p:cNvPr>
            <p:cNvSpPr txBox="1">
              <a:spLocks noChangeArrowheads="1"/>
            </p:cNvSpPr>
            <p:nvPr/>
          </p:nvSpPr>
          <p:spPr bwMode="auto">
            <a:xfrm>
              <a:off x="4493" y="356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48" name="Text Box 81">
              <a:extLst>
                <a:ext uri="{FF2B5EF4-FFF2-40B4-BE49-F238E27FC236}">
                  <a16:creationId xmlns:a16="http://schemas.microsoft.com/office/drawing/2014/main" id="{541612B8-B461-4CFC-007D-6D6457F828F0}"/>
                </a:ext>
              </a:extLst>
            </p:cNvPr>
            <p:cNvSpPr txBox="1">
              <a:spLocks noChangeArrowheads="1"/>
            </p:cNvSpPr>
            <p:nvPr/>
          </p:nvSpPr>
          <p:spPr bwMode="auto">
            <a:xfrm>
              <a:off x="5162" y="382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b</a:t>
              </a:r>
            </a:p>
          </p:txBody>
        </p:sp>
        <p:sp>
          <p:nvSpPr>
            <p:cNvPr id="188449" name="Line 83">
              <a:extLst>
                <a:ext uri="{FF2B5EF4-FFF2-40B4-BE49-F238E27FC236}">
                  <a16:creationId xmlns:a16="http://schemas.microsoft.com/office/drawing/2014/main" id="{8AAFA1E0-DF34-3D85-3671-37DBA8C64B1A}"/>
                </a:ext>
              </a:extLst>
            </p:cNvPr>
            <p:cNvSpPr>
              <a:spLocks noChangeShapeType="1"/>
            </p:cNvSpPr>
            <p:nvPr/>
          </p:nvSpPr>
          <p:spPr bwMode="auto">
            <a:xfrm>
              <a:off x="3949" y="2761"/>
              <a:ext cx="1075" cy="71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cxnSp>
          <p:nvCxnSpPr>
            <p:cNvPr id="188450" name="AutoShape 142">
              <a:extLst>
                <a:ext uri="{FF2B5EF4-FFF2-40B4-BE49-F238E27FC236}">
                  <a16:creationId xmlns:a16="http://schemas.microsoft.com/office/drawing/2014/main" id="{C17FCE23-E896-E8D9-6F67-5460B3987FA8}"/>
                </a:ext>
              </a:extLst>
            </p:cNvPr>
            <p:cNvCxnSpPr>
              <a:cxnSpLocks noChangeShapeType="1"/>
              <a:stCxn id="188452" idx="1"/>
              <a:endCxn id="188453" idx="7"/>
            </p:cNvCxnSpPr>
            <p:nvPr/>
          </p:nvCxnSpPr>
          <p:spPr bwMode="auto">
            <a:xfrm rot="5400000" flipV="1">
              <a:off x="5203" y="3364"/>
              <a:ext cx="25" cy="291"/>
            </a:xfrm>
            <a:prstGeom prst="curvedConnector3">
              <a:avLst>
                <a:gd name="adj1" fmla="val -1404005"/>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8451" name="Text Box 143">
              <a:extLst>
                <a:ext uri="{FF2B5EF4-FFF2-40B4-BE49-F238E27FC236}">
                  <a16:creationId xmlns:a16="http://schemas.microsoft.com/office/drawing/2014/main" id="{5EF724D8-EBA8-C80E-6495-7309645B63E4}"/>
                </a:ext>
              </a:extLst>
            </p:cNvPr>
            <p:cNvSpPr txBox="1">
              <a:spLocks noChangeArrowheads="1"/>
            </p:cNvSpPr>
            <p:nvPr/>
          </p:nvSpPr>
          <p:spPr bwMode="auto">
            <a:xfrm>
              <a:off x="5239" y="3113"/>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imes New Roman" panose="02020603050405020304" pitchFamily="18" charset="0"/>
                </a:rPr>
                <a:t>a</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0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9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700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xit" presetSubtype="4" fill="hold" nodeType="clickEffect">
                                  <p:stCondLst>
                                    <p:cond delay="0"/>
                                  </p:stCondLst>
                                  <p:childTnLst>
                                    <p:animEffect transition="out" filter="wipe(down)">
                                      <p:cBhvr>
                                        <p:cTn id="20" dur="500"/>
                                        <p:tgtEl>
                                          <p:spTgt spid="297052"/>
                                        </p:tgtEl>
                                      </p:cBhvr>
                                    </p:animEffect>
                                    <p:set>
                                      <p:cBhvr>
                                        <p:cTn id="21" dur="1" fill="hold">
                                          <p:stCondLst>
                                            <p:cond delay="499"/>
                                          </p:stCondLst>
                                        </p:cTn>
                                        <p:tgtEl>
                                          <p:spTgt spid="297052"/>
                                        </p:tgtEl>
                                        <p:attrNameLst>
                                          <p:attrName>style.visibility</p:attrName>
                                        </p:attrNameLst>
                                      </p:cBhvr>
                                      <p:to>
                                        <p:strVal val="hidden"/>
                                      </p:to>
                                    </p:set>
                                  </p:childTnLst>
                                </p:cTn>
                              </p:par>
                              <p:par>
                                <p:cTn id="22" presetID="1" presetClass="entr" presetSubtype="0" fill="hold" nodeType="withEffect">
                                  <p:stCondLst>
                                    <p:cond delay="0"/>
                                  </p:stCondLst>
                                  <p:childTnLst>
                                    <p:set>
                                      <p:cBhvr>
                                        <p:cTn id="23" dur="1" fill="hold">
                                          <p:stCondLst>
                                            <p:cond delay="0"/>
                                          </p:stCondLst>
                                        </p:cTn>
                                        <p:tgtEl>
                                          <p:spTgt spid="29710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97018"/>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xit" presetSubtype="4" fill="hold" nodeType="clickEffect">
                                  <p:stCondLst>
                                    <p:cond delay="0"/>
                                  </p:stCondLst>
                                  <p:childTnLst>
                                    <p:animEffect transition="out" filter="wipe(down)">
                                      <p:cBhvr>
                                        <p:cTn id="33" dur="500"/>
                                        <p:tgtEl>
                                          <p:spTgt spid="297098"/>
                                        </p:tgtEl>
                                      </p:cBhvr>
                                    </p:animEffect>
                                    <p:set>
                                      <p:cBhvr>
                                        <p:cTn id="34" dur="1" fill="hold">
                                          <p:stCondLst>
                                            <p:cond delay="499"/>
                                          </p:stCondLst>
                                        </p:cTn>
                                        <p:tgtEl>
                                          <p:spTgt spid="29709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9710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9" grpId="0"/>
      <p:bldP spid="297018" grpId="0"/>
      <p:bldP spid="297052" grpId="0" animBg="1"/>
      <p:bldP spid="297052" grpId="1" animBg="1"/>
      <p:bldP spid="297099" grpId="0" animBg="1"/>
      <p:bldP spid="297098" grpId="0" animBg="1"/>
      <p:bldP spid="297098" grpId="1" animBg="1"/>
      <p:bldP spid="297100" grpId="0" animBg="1"/>
      <p:bldP spid="297101" grpId="0" animBg="1"/>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7F718603-8A14-D492-85BA-B186D0B131B4}"/>
              </a:ext>
            </a:extLst>
          </p:cNvPr>
          <p:cNvSpPr>
            <a:spLocks noGrp="1" noChangeArrowheads="1"/>
          </p:cNvSpPr>
          <p:nvPr>
            <p:ph type="body" idx="4294967295"/>
          </p:nvPr>
        </p:nvSpPr>
        <p:spPr>
          <a:xfrm>
            <a:off x="1524000" y="260350"/>
            <a:ext cx="9144000" cy="6597650"/>
          </a:xfrm>
        </p:spPr>
        <p:txBody>
          <a:bodyPr/>
          <a:lstStyle/>
          <a:p>
            <a:pPr eaLnBrk="1" hangingPunct="1">
              <a:defRPr/>
            </a:pPr>
            <a:r>
              <a:rPr lang="zh-CN" altLang="en-US" sz="2800" dirty="0">
                <a:solidFill>
                  <a:schemeClr val="accent6">
                    <a:lumMod val="50000"/>
                  </a:schemeClr>
                </a:solidFill>
              </a:rPr>
              <a:t>练习：有</a:t>
            </a:r>
            <a:r>
              <a:rPr lang="en-US" altLang="zh-CN" sz="2800" dirty="0">
                <a:solidFill>
                  <a:schemeClr val="accent6">
                    <a:lumMod val="50000"/>
                  </a:schemeClr>
                </a:solidFill>
              </a:rPr>
              <a:t>DFA M</a:t>
            </a:r>
            <a:r>
              <a:rPr lang="zh-CN" altLang="en-US" sz="2800" dirty="0">
                <a:solidFill>
                  <a:schemeClr val="accent6">
                    <a:lumMod val="50000"/>
                  </a:schemeClr>
                </a:solidFill>
              </a:rPr>
              <a:t>如图：</a:t>
            </a:r>
          </a:p>
          <a:p>
            <a:pPr marL="0" indent="0" eaLnBrk="1" hangingPunct="1">
              <a:buNone/>
              <a:defRPr/>
            </a:pPr>
            <a:r>
              <a:rPr lang="en-US" altLang="zh-CN" sz="2800" dirty="0"/>
              <a:t>1</a:t>
            </a:r>
            <a:r>
              <a:rPr lang="zh-CN" altLang="en-US" sz="2800" dirty="0"/>
              <a:t>、划为</a:t>
            </a:r>
            <a:r>
              <a:rPr lang="en-US" altLang="zh-CN" sz="2800" dirty="0"/>
              <a:t>{4}</a:t>
            </a:r>
            <a:r>
              <a:rPr lang="zh-CN" altLang="en-US" sz="2800" dirty="0"/>
              <a:t>和 </a:t>
            </a:r>
            <a:r>
              <a:rPr lang="en-US" altLang="zh-CN" sz="2800" dirty="0"/>
              <a:t>{0,1,2,3}</a:t>
            </a:r>
          </a:p>
          <a:p>
            <a:pPr marL="0" indent="0" eaLnBrk="1" hangingPunct="1">
              <a:buNone/>
              <a:defRPr/>
            </a:pPr>
            <a:r>
              <a:rPr lang="en-US" altLang="zh-CN" sz="2800" dirty="0"/>
              <a:t>2</a:t>
            </a:r>
            <a:r>
              <a:rPr lang="zh-CN" altLang="en-US" sz="2800" dirty="0"/>
              <a:t>、</a:t>
            </a:r>
            <a:r>
              <a:rPr lang="en-US" altLang="zh-CN" sz="2800" dirty="0"/>
              <a:t>{0,1,2,3}</a:t>
            </a:r>
            <a:r>
              <a:rPr lang="zh-CN" altLang="en-US" sz="2800" dirty="0"/>
              <a:t> </a:t>
            </a:r>
            <a:r>
              <a:rPr lang="en-US" altLang="zh-CN" sz="2800" dirty="0"/>
              <a:t>a={1}</a:t>
            </a:r>
          </a:p>
          <a:p>
            <a:pPr marL="0" indent="0" eaLnBrk="1" hangingPunct="1">
              <a:buNone/>
              <a:defRPr/>
            </a:pPr>
            <a:r>
              <a:rPr lang="zh-CN" altLang="en-US" sz="2800" dirty="0"/>
              <a:t>为已有状态集的子集</a:t>
            </a:r>
            <a:endParaRPr lang="en-US" altLang="zh-CN" sz="2800" dirty="0"/>
          </a:p>
          <a:p>
            <a:pPr marL="0" indent="0" eaLnBrk="1" hangingPunct="1">
              <a:buNone/>
              <a:defRPr/>
            </a:pPr>
            <a:r>
              <a:rPr lang="en-US" altLang="zh-CN" sz="2800" dirty="0"/>
              <a:t>3</a:t>
            </a:r>
            <a:r>
              <a:rPr lang="zh-CN" altLang="en-US" sz="2800" dirty="0"/>
              <a:t>、</a:t>
            </a:r>
            <a:r>
              <a:rPr lang="en-US" altLang="zh-CN" sz="2800" dirty="0"/>
              <a:t>{0,1,2,</a:t>
            </a:r>
            <a:r>
              <a:rPr lang="en-US" altLang="zh-CN" sz="2800" dirty="0">
                <a:solidFill>
                  <a:srgbClr val="FF0000"/>
                </a:solidFill>
              </a:rPr>
              <a:t>3</a:t>
            </a:r>
            <a:r>
              <a:rPr lang="en-US" altLang="zh-CN" sz="2800" dirty="0"/>
              <a:t>}b={2,3,</a:t>
            </a:r>
            <a:r>
              <a:rPr lang="en-US" altLang="zh-CN" sz="2800" dirty="0">
                <a:solidFill>
                  <a:srgbClr val="FF0000"/>
                </a:solidFill>
              </a:rPr>
              <a:t>4</a:t>
            </a:r>
            <a:r>
              <a:rPr lang="en-US" altLang="zh-CN" sz="2800" dirty="0"/>
              <a:t>}</a:t>
            </a:r>
          </a:p>
          <a:p>
            <a:pPr marL="0" indent="0" eaLnBrk="1" hangingPunct="1">
              <a:buNone/>
              <a:defRPr/>
            </a:pPr>
            <a:r>
              <a:rPr lang="zh-CN" altLang="en-US" sz="2800" dirty="0"/>
              <a:t>其中</a:t>
            </a:r>
            <a:r>
              <a:rPr lang="en-US" altLang="zh-CN" sz="2800" dirty="0"/>
              <a:t>{3}b={4}</a:t>
            </a:r>
          </a:p>
          <a:p>
            <a:pPr marL="0" indent="0" eaLnBrk="1" hangingPunct="1">
              <a:buNone/>
              <a:defRPr/>
            </a:pPr>
            <a:r>
              <a:rPr lang="zh-CN" altLang="en-US" sz="2800" dirty="0"/>
              <a:t>故将</a:t>
            </a:r>
            <a:r>
              <a:rPr lang="en-US" altLang="zh-CN" sz="2800" dirty="0"/>
              <a:t>{0,1,2,3}</a:t>
            </a:r>
          </a:p>
          <a:p>
            <a:pPr marL="0" indent="0" eaLnBrk="1" hangingPunct="1">
              <a:buNone/>
              <a:defRPr/>
            </a:pPr>
            <a:r>
              <a:rPr lang="zh-CN" altLang="en-US" sz="2800" dirty="0"/>
              <a:t>拆分为</a:t>
            </a:r>
            <a:r>
              <a:rPr lang="en-US" altLang="zh-CN" sz="2800" dirty="0"/>
              <a:t>{0,1,2}{3}</a:t>
            </a:r>
          </a:p>
          <a:p>
            <a:pPr marL="0" indent="0" eaLnBrk="1" hangingPunct="1">
              <a:buNone/>
              <a:defRPr/>
            </a:pPr>
            <a:r>
              <a:rPr lang="en-US" altLang="zh-CN" sz="2800" dirty="0">
                <a:solidFill>
                  <a:srgbClr val="C00000"/>
                </a:solidFill>
              </a:rPr>
              <a:t>{0,1,2} {3} {4}</a:t>
            </a:r>
          </a:p>
          <a:p>
            <a:pPr marL="0" indent="0" eaLnBrk="1" hangingPunct="1">
              <a:buNone/>
              <a:defRPr/>
            </a:pPr>
            <a:r>
              <a:rPr lang="en-US" altLang="zh-CN" sz="2800" dirty="0"/>
              <a:t>4</a:t>
            </a:r>
            <a:r>
              <a:rPr lang="zh-CN" altLang="en-US" sz="2800" dirty="0"/>
              <a:t>、</a:t>
            </a:r>
            <a:r>
              <a:rPr lang="en-US" altLang="zh-CN" sz="2800" dirty="0"/>
              <a:t> {0,1,2}b={2,3},</a:t>
            </a:r>
            <a:r>
              <a:rPr lang="zh-CN" altLang="en-US" sz="2800" dirty="0"/>
              <a:t>不是已有状态集的子集，</a:t>
            </a:r>
            <a:endParaRPr lang="en-US" altLang="zh-CN" sz="2800" dirty="0"/>
          </a:p>
          <a:p>
            <a:pPr marL="0" indent="0" eaLnBrk="1" hangingPunct="1">
              <a:buNone/>
              <a:defRPr/>
            </a:pPr>
            <a:r>
              <a:rPr lang="zh-CN" altLang="en-US" sz="2800" dirty="0"/>
              <a:t>其中</a:t>
            </a:r>
            <a:r>
              <a:rPr lang="en-US" altLang="zh-CN" sz="2800" dirty="0"/>
              <a:t>{0,2}b={2}</a:t>
            </a:r>
            <a:r>
              <a:rPr lang="zh-CN" altLang="en-US" sz="2800" dirty="0"/>
              <a:t>，</a:t>
            </a:r>
            <a:r>
              <a:rPr lang="en-US" altLang="zh-CN" sz="2800" dirty="0"/>
              <a:t>{1}b={3}</a:t>
            </a:r>
            <a:r>
              <a:rPr lang="zh-CN" altLang="en-US" sz="2800" dirty="0"/>
              <a:t>，故将</a:t>
            </a:r>
            <a:r>
              <a:rPr lang="en-US" altLang="zh-CN" sz="2800" dirty="0"/>
              <a:t>{0,1,2}</a:t>
            </a:r>
            <a:r>
              <a:rPr lang="zh-CN" altLang="en-US" sz="2800" dirty="0"/>
              <a:t>拆分为</a:t>
            </a:r>
            <a:r>
              <a:rPr lang="en-US" altLang="zh-CN" sz="2800" dirty="0"/>
              <a:t>{0,2}</a:t>
            </a:r>
            <a:r>
              <a:rPr lang="zh-CN" altLang="en-US" sz="2800" dirty="0"/>
              <a:t>和</a:t>
            </a:r>
            <a:r>
              <a:rPr lang="en-US" altLang="zh-CN" sz="2800" dirty="0"/>
              <a:t>{1}</a:t>
            </a:r>
          </a:p>
          <a:p>
            <a:pPr marL="0" indent="0" eaLnBrk="1" hangingPunct="1">
              <a:buNone/>
              <a:defRPr/>
            </a:pPr>
            <a:r>
              <a:rPr lang="en-US" altLang="zh-CN" sz="2800" dirty="0">
                <a:solidFill>
                  <a:srgbClr val="C00000"/>
                </a:solidFill>
              </a:rPr>
              <a:t>{1}{0, 2} {3} {4}</a:t>
            </a:r>
            <a:endParaRPr lang="en-US" altLang="zh-CN" sz="2800" dirty="0"/>
          </a:p>
          <a:p>
            <a:pPr marL="0" indent="0" eaLnBrk="1" hangingPunct="1">
              <a:buNone/>
              <a:defRPr/>
            </a:pPr>
            <a:endParaRPr lang="en-US" altLang="zh-CN" sz="2800" dirty="0"/>
          </a:p>
        </p:txBody>
      </p:sp>
      <p:sp>
        <p:nvSpPr>
          <p:cNvPr id="189443" name="Rectangle 31">
            <a:extLst>
              <a:ext uri="{FF2B5EF4-FFF2-40B4-BE49-F238E27FC236}">
                <a16:creationId xmlns:a16="http://schemas.microsoft.com/office/drawing/2014/main" id="{0ACDA650-9F7F-07D1-1251-EA0334CCD373}"/>
              </a:ext>
            </a:extLst>
          </p:cNvPr>
          <p:cNvSpPr>
            <a:spLocks noChangeArrowheads="1"/>
          </p:cNvSpPr>
          <p:nvPr/>
        </p:nvSpPr>
        <p:spPr bwMode="auto">
          <a:xfrm>
            <a:off x="5735638" y="1"/>
            <a:ext cx="4932362" cy="3789363"/>
          </a:xfrm>
          <a:prstGeom prst="rect">
            <a:avLst/>
          </a:prstGeom>
          <a:solidFill>
            <a:srgbClr val="333333"/>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4" name="Oval 36">
            <a:extLst>
              <a:ext uri="{FF2B5EF4-FFF2-40B4-BE49-F238E27FC236}">
                <a16:creationId xmlns:a16="http://schemas.microsoft.com/office/drawing/2014/main" id="{FE88B40B-7224-7555-92FF-C18C6DE59ACC}"/>
              </a:ext>
            </a:extLst>
          </p:cNvPr>
          <p:cNvSpPr>
            <a:spLocks noChangeArrowheads="1"/>
          </p:cNvSpPr>
          <p:nvPr/>
        </p:nvSpPr>
        <p:spPr bwMode="auto">
          <a:xfrm>
            <a:off x="9840914" y="549275"/>
            <a:ext cx="827087" cy="863600"/>
          </a:xfrm>
          <a:prstGeom prst="ellipse">
            <a:avLst/>
          </a:prstGeom>
          <a:solidFill>
            <a:srgbClr val="FF00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5" name="Oval 37">
            <a:extLst>
              <a:ext uri="{FF2B5EF4-FFF2-40B4-BE49-F238E27FC236}">
                <a16:creationId xmlns:a16="http://schemas.microsoft.com/office/drawing/2014/main" id="{D151BBDB-9A21-3152-39C7-ABC1839DDE35}"/>
              </a:ext>
            </a:extLst>
          </p:cNvPr>
          <p:cNvSpPr>
            <a:spLocks noChangeArrowheads="1"/>
          </p:cNvSpPr>
          <p:nvPr/>
        </p:nvSpPr>
        <p:spPr bwMode="auto">
          <a:xfrm>
            <a:off x="8401051" y="692150"/>
            <a:ext cx="574675" cy="649288"/>
          </a:xfrm>
          <a:prstGeom prst="ellipse">
            <a:avLst/>
          </a:prstGeom>
          <a:solidFill>
            <a:srgbClr val="6600CC"/>
          </a:solidFill>
          <a:ln w="28575" algn="ctr">
            <a:solidFill>
              <a:schemeClr val="bg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6" name="Oval 38">
            <a:extLst>
              <a:ext uri="{FF2B5EF4-FFF2-40B4-BE49-F238E27FC236}">
                <a16:creationId xmlns:a16="http://schemas.microsoft.com/office/drawing/2014/main" id="{D94B3694-DA0D-CC4F-117E-7911A6DE8FD1}"/>
              </a:ext>
            </a:extLst>
          </p:cNvPr>
          <p:cNvSpPr>
            <a:spLocks noChangeArrowheads="1"/>
          </p:cNvSpPr>
          <p:nvPr/>
        </p:nvSpPr>
        <p:spPr bwMode="auto">
          <a:xfrm>
            <a:off x="7032626" y="692150"/>
            <a:ext cx="574675" cy="649288"/>
          </a:xfrm>
          <a:prstGeom prst="ellipse">
            <a:avLst/>
          </a:prstGeom>
          <a:solidFill>
            <a:srgbClr val="6600CC"/>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7" name="Oval 39">
            <a:extLst>
              <a:ext uri="{FF2B5EF4-FFF2-40B4-BE49-F238E27FC236}">
                <a16:creationId xmlns:a16="http://schemas.microsoft.com/office/drawing/2014/main" id="{0C136AEE-A77A-750F-9DBD-050BB72AA9A2}"/>
              </a:ext>
            </a:extLst>
          </p:cNvPr>
          <p:cNvSpPr>
            <a:spLocks noChangeArrowheads="1"/>
          </p:cNvSpPr>
          <p:nvPr/>
        </p:nvSpPr>
        <p:spPr bwMode="auto">
          <a:xfrm>
            <a:off x="6137276" y="1598614"/>
            <a:ext cx="574675" cy="649287"/>
          </a:xfrm>
          <a:prstGeom prst="ellipse">
            <a:avLst/>
          </a:prstGeom>
          <a:solidFill>
            <a:srgbClr val="6600CC"/>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8" name="Oval 40">
            <a:extLst>
              <a:ext uri="{FF2B5EF4-FFF2-40B4-BE49-F238E27FC236}">
                <a16:creationId xmlns:a16="http://schemas.microsoft.com/office/drawing/2014/main" id="{7724904A-8143-3B05-5B55-09CA8345A7AB}"/>
              </a:ext>
            </a:extLst>
          </p:cNvPr>
          <p:cNvSpPr>
            <a:spLocks noChangeArrowheads="1"/>
          </p:cNvSpPr>
          <p:nvPr/>
        </p:nvSpPr>
        <p:spPr bwMode="auto">
          <a:xfrm>
            <a:off x="6961189" y="2492375"/>
            <a:ext cx="574675" cy="649288"/>
          </a:xfrm>
          <a:prstGeom prst="ellipse">
            <a:avLst/>
          </a:prstGeom>
          <a:solidFill>
            <a:srgbClr val="6600CC"/>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09" name="Oval 41">
            <a:extLst>
              <a:ext uri="{FF2B5EF4-FFF2-40B4-BE49-F238E27FC236}">
                <a16:creationId xmlns:a16="http://schemas.microsoft.com/office/drawing/2014/main" id="{3FA6D6CC-AD55-844F-9A76-BD0DBD79B898}"/>
              </a:ext>
            </a:extLst>
          </p:cNvPr>
          <p:cNvSpPr>
            <a:spLocks noChangeArrowheads="1"/>
          </p:cNvSpPr>
          <p:nvPr/>
        </p:nvSpPr>
        <p:spPr bwMode="auto">
          <a:xfrm>
            <a:off x="8412164" y="692150"/>
            <a:ext cx="574675" cy="649288"/>
          </a:xfrm>
          <a:prstGeom prst="ellipse">
            <a:avLst/>
          </a:prstGeom>
          <a:solidFill>
            <a:srgbClr val="00FF00"/>
          </a:solidFill>
          <a:ln w="28575" algn="ctr">
            <a:solidFill>
              <a:schemeClr val="bg1"/>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288810" name="Oval 42">
            <a:extLst>
              <a:ext uri="{FF2B5EF4-FFF2-40B4-BE49-F238E27FC236}">
                <a16:creationId xmlns:a16="http://schemas.microsoft.com/office/drawing/2014/main" id="{499D4212-7AC6-5C3E-3711-1278CF49A6A7}"/>
              </a:ext>
            </a:extLst>
          </p:cNvPr>
          <p:cNvSpPr>
            <a:spLocks noChangeArrowheads="1"/>
          </p:cNvSpPr>
          <p:nvPr/>
        </p:nvSpPr>
        <p:spPr bwMode="auto">
          <a:xfrm>
            <a:off x="7053264" y="692150"/>
            <a:ext cx="574675" cy="649288"/>
          </a:xfrm>
          <a:prstGeom prst="ellipse">
            <a:avLst/>
          </a:prstGeom>
          <a:solidFill>
            <a:srgbClr val="0066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grpSp>
        <p:nvGrpSpPr>
          <p:cNvPr id="189451" name="Group 30">
            <a:extLst>
              <a:ext uri="{FF2B5EF4-FFF2-40B4-BE49-F238E27FC236}">
                <a16:creationId xmlns:a16="http://schemas.microsoft.com/office/drawing/2014/main" id="{5247B537-6B77-A8B3-950B-EB014DACE8C8}"/>
              </a:ext>
            </a:extLst>
          </p:cNvPr>
          <p:cNvGrpSpPr>
            <a:grpSpLocks/>
          </p:cNvGrpSpPr>
          <p:nvPr/>
        </p:nvGrpSpPr>
        <p:grpSpPr bwMode="auto">
          <a:xfrm>
            <a:off x="6110288" y="0"/>
            <a:ext cx="4557712" cy="3678238"/>
            <a:chOff x="3360" y="624"/>
            <a:chExt cx="1997" cy="1480"/>
          </a:xfrm>
        </p:grpSpPr>
        <p:sp>
          <p:nvSpPr>
            <p:cNvPr id="189452" name="Text Box 3">
              <a:extLst>
                <a:ext uri="{FF2B5EF4-FFF2-40B4-BE49-F238E27FC236}">
                  <a16:creationId xmlns:a16="http://schemas.microsoft.com/office/drawing/2014/main" id="{F93CAD29-2241-B643-C1E8-9BBAD4A32318}"/>
                </a:ext>
              </a:extLst>
            </p:cNvPr>
            <p:cNvSpPr txBox="1">
              <a:spLocks noChangeArrowheads="1"/>
            </p:cNvSpPr>
            <p:nvPr/>
          </p:nvSpPr>
          <p:spPr bwMode="auto">
            <a:xfrm>
              <a:off x="4119" y="1894"/>
              <a:ext cx="15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b</a:t>
              </a:r>
            </a:p>
          </p:txBody>
        </p:sp>
        <p:sp>
          <p:nvSpPr>
            <p:cNvPr id="189453" name="Oval 4">
              <a:extLst>
                <a:ext uri="{FF2B5EF4-FFF2-40B4-BE49-F238E27FC236}">
                  <a16:creationId xmlns:a16="http://schemas.microsoft.com/office/drawing/2014/main" id="{A567EF0F-A93E-F1FF-B92C-8049112AD723}"/>
                </a:ext>
              </a:extLst>
            </p:cNvPr>
            <p:cNvSpPr>
              <a:spLocks noChangeArrowheads="1"/>
            </p:cNvSpPr>
            <p:nvPr/>
          </p:nvSpPr>
          <p:spPr bwMode="auto">
            <a:xfrm>
              <a:off x="3360" y="1259"/>
              <a:ext cx="272" cy="27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FFFFFF"/>
                  </a:solidFill>
                  <a:latin typeface="Tahoma" panose="020B0604030504040204" pitchFamily="34" charset="0"/>
                </a:rPr>
                <a:t>0</a:t>
              </a:r>
            </a:p>
          </p:txBody>
        </p:sp>
        <p:sp>
          <p:nvSpPr>
            <p:cNvPr id="189454" name="Oval 5">
              <a:extLst>
                <a:ext uri="{FF2B5EF4-FFF2-40B4-BE49-F238E27FC236}">
                  <a16:creationId xmlns:a16="http://schemas.microsoft.com/office/drawing/2014/main" id="{7EBCC0D3-AD1B-2BD7-4305-4C5788246E22}"/>
                </a:ext>
              </a:extLst>
            </p:cNvPr>
            <p:cNvSpPr>
              <a:spLocks noChangeArrowheads="1"/>
            </p:cNvSpPr>
            <p:nvPr/>
          </p:nvSpPr>
          <p:spPr bwMode="auto">
            <a:xfrm>
              <a:off x="3723" y="1622"/>
              <a:ext cx="272" cy="27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FFFFFF"/>
                  </a:solidFill>
                  <a:latin typeface="Tahoma" panose="020B0604030504040204" pitchFamily="34" charset="0"/>
                </a:rPr>
                <a:t>2</a:t>
              </a:r>
            </a:p>
          </p:txBody>
        </p:sp>
        <p:sp>
          <p:nvSpPr>
            <p:cNvPr id="189455" name="Oval 6">
              <a:extLst>
                <a:ext uri="{FF2B5EF4-FFF2-40B4-BE49-F238E27FC236}">
                  <a16:creationId xmlns:a16="http://schemas.microsoft.com/office/drawing/2014/main" id="{AD6D1FC5-C5A3-BD8F-1843-E0445134F169}"/>
                </a:ext>
              </a:extLst>
            </p:cNvPr>
            <p:cNvSpPr>
              <a:spLocks noChangeArrowheads="1"/>
            </p:cNvSpPr>
            <p:nvPr/>
          </p:nvSpPr>
          <p:spPr bwMode="auto">
            <a:xfrm>
              <a:off x="4358" y="896"/>
              <a:ext cx="272" cy="27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FFFFFF"/>
                  </a:solidFill>
                  <a:latin typeface="Tahoma" panose="020B0604030504040204" pitchFamily="34" charset="0"/>
                </a:rPr>
                <a:t>3</a:t>
              </a:r>
            </a:p>
          </p:txBody>
        </p:sp>
        <p:sp>
          <p:nvSpPr>
            <p:cNvPr id="189456" name="Oval 7">
              <a:extLst>
                <a:ext uri="{FF2B5EF4-FFF2-40B4-BE49-F238E27FC236}">
                  <a16:creationId xmlns:a16="http://schemas.microsoft.com/office/drawing/2014/main" id="{7F544278-7995-2B3F-38FE-F1C03271D07B}"/>
                </a:ext>
              </a:extLst>
            </p:cNvPr>
            <p:cNvSpPr>
              <a:spLocks noChangeArrowheads="1"/>
            </p:cNvSpPr>
            <p:nvPr/>
          </p:nvSpPr>
          <p:spPr bwMode="auto">
            <a:xfrm>
              <a:off x="3768" y="896"/>
              <a:ext cx="272" cy="27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FFFFFF"/>
                  </a:solidFill>
                  <a:latin typeface="Tahoma" panose="020B0604030504040204" pitchFamily="34" charset="0"/>
                </a:rPr>
                <a:t>1</a:t>
              </a:r>
            </a:p>
          </p:txBody>
        </p:sp>
        <p:sp>
          <p:nvSpPr>
            <p:cNvPr id="189457" name="Oval 8">
              <a:extLst>
                <a:ext uri="{FF2B5EF4-FFF2-40B4-BE49-F238E27FC236}">
                  <a16:creationId xmlns:a16="http://schemas.microsoft.com/office/drawing/2014/main" id="{5D964825-5A34-F37C-B023-8535846429FE}"/>
                </a:ext>
              </a:extLst>
            </p:cNvPr>
            <p:cNvSpPr>
              <a:spLocks noChangeArrowheads="1"/>
            </p:cNvSpPr>
            <p:nvPr/>
          </p:nvSpPr>
          <p:spPr bwMode="auto">
            <a:xfrm>
              <a:off x="4994" y="850"/>
              <a:ext cx="363" cy="36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sp>
          <p:nvSpPr>
            <p:cNvPr id="189458" name="Oval 9">
              <a:extLst>
                <a:ext uri="{FF2B5EF4-FFF2-40B4-BE49-F238E27FC236}">
                  <a16:creationId xmlns:a16="http://schemas.microsoft.com/office/drawing/2014/main" id="{2CE97119-C450-44B5-DFCA-9E9A05AA9DDA}"/>
                </a:ext>
              </a:extLst>
            </p:cNvPr>
            <p:cNvSpPr>
              <a:spLocks noChangeArrowheads="1"/>
            </p:cNvSpPr>
            <p:nvPr/>
          </p:nvSpPr>
          <p:spPr bwMode="auto">
            <a:xfrm>
              <a:off x="5039" y="896"/>
              <a:ext cx="272" cy="273"/>
            </a:xfrm>
            <a:prstGeom prst="ellipse">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FFFFFF"/>
                  </a:solidFill>
                  <a:latin typeface="Tahoma" panose="020B0604030504040204" pitchFamily="34" charset="0"/>
                </a:rPr>
                <a:t>4</a:t>
              </a:r>
            </a:p>
          </p:txBody>
        </p:sp>
        <p:sp>
          <p:nvSpPr>
            <p:cNvPr id="189459" name="Line 10">
              <a:extLst>
                <a:ext uri="{FF2B5EF4-FFF2-40B4-BE49-F238E27FC236}">
                  <a16:creationId xmlns:a16="http://schemas.microsoft.com/office/drawing/2014/main" id="{89E24A5C-E61F-2642-9E33-D7762A88359D}"/>
                </a:ext>
              </a:extLst>
            </p:cNvPr>
            <p:cNvSpPr>
              <a:spLocks noChangeShapeType="1"/>
            </p:cNvSpPr>
            <p:nvPr/>
          </p:nvSpPr>
          <p:spPr bwMode="auto">
            <a:xfrm flipV="1">
              <a:off x="3587" y="1123"/>
              <a:ext cx="227" cy="181"/>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0" name="Line 11">
              <a:extLst>
                <a:ext uri="{FF2B5EF4-FFF2-40B4-BE49-F238E27FC236}">
                  <a16:creationId xmlns:a16="http://schemas.microsoft.com/office/drawing/2014/main" id="{DDFE0596-6B44-1955-92A7-10FE4245713B}"/>
                </a:ext>
              </a:extLst>
            </p:cNvPr>
            <p:cNvSpPr>
              <a:spLocks noChangeShapeType="1"/>
            </p:cNvSpPr>
            <p:nvPr/>
          </p:nvSpPr>
          <p:spPr bwMode="auto">
            <a:xfrm>
              <a:off x="3587" y="1486"/>
              <a:ext cx="181" cy="227"/>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1" name="Line 12">
              <a:extLst>
                <a:ext uri="{FF2B5EF4-FFF2-40B4-BE49-F238E27FC236}">
                  <a16:creationId xmlns:a16="http://schemas.microsoft.com/office/drawing/2014/main" id="{2D2F6876-F95C-4B8A-CAD4-2603FB8458C0}"/>
                </a:ext>
              </a:extLst>
            </p:cNvPr>
            <p:cNvSpPr>
              <a:spLocks noChangeShapeType="1"/>
            </p:cNvSpPr>
            <p:nvPr/>
          </p:nvSpPr>
          <p:spPr bwMode="auto">
            <a:xfrm flipV="1">
              <a:off x="3859" y="1168"/>
              <a:ext cx="0" cy="454"/>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2" name="Line 13">
              <a:extLst>
                <a:ext uri="{FF2B5EF4-FFF2-40B4-BE49-F238E27FC236}">
                  <a16:creationId xmlns:a16="http://schemas.microsoft.com/office/drawing/2014/main" id="{4DE5A610-FCE8-0079-2B4E-E454C3C70A80}"/>
                </a:ext>
              </a:extLst>
            </p:cNvPr>
            <p:cNvSpPr>
              <a:spLocks noChangeShapeType="1"/>
            </p:cNvSpPr>
            <p:nvPr/>
          </p:nvSpPr>
          <p:spPr bwMode="auto">
            <a:xfrm>
              <a:off x="4041" y="1032"/>
              <a:ext cx="317"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3" name="Line 14">
              <a:extLst>
                <a:ext uri="{FF2B5EF4-FFF2-40B4-BE49-F238E27FC236}">
                  <a16:creationId xmlns:a16="http://schemas.microsoft.com/office/drawing/2014/main" id="{1684F736-B7F3-AF7D-0965-E998CB923CB9}"/>
                </a:ext>
              </a:extLst>
            </p:cNvPr>
            <p:cNvSpPr>
              <a:spLocks noChangeShapeType="1"/>
            </p:cNvSpPr>
            <p:nvPr/>
          </p:nvSpPr>
          <p:spPr bwMode="auto">
            <a:xfrm>
              <a:off x="4630" y="1032"/>
              <a:ext cx="363"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4" name="Line 15">
              <a:extLst>
                <a:ext uri="{FF2B5EF4-FFF2-40B4-BE49-F238E27FC236}">
                  <a16:creationId xmlns:a16="http://schemas.microsoft.com/office/drawing/2014/main" id="{25333F3D-1829-63EF-1886-B3227A54D960}"/>
                </a:ext>
              </a:extLst>
            </p:cNvPr>
            <p:cNvSpPr>
              <a:spLocks noChangeShapeType="1"/>
            </p:cNvSpPr>
            <p:nvPr/>
          </p:nvSpPr>
          <p:spPr bwMode="auto">
            <a:xfrm flipH="1">
              <a:off x="3995" y="1214"/>
              <a:ext cx="1089" cy="499"/>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5" name="Freeform 16">
              <a:extLst>
                <a:ext uri="{FF2B5EF4-FFF2-40B4-BE49-F238E27FC236}">
                  <a16:creationId xmlns:a16="http://schemas.microsoft.com/office/drawing/2014/main" id="{599FCBB5-E800-0082-AA10-E1BE3458DBA3}"/>
                </a:ext>
              </a:extLst>
            </p:cNvPr>
            <p:cNvSpPr>
              <a:spLocks/>
            </p:cNvSpPr>
            <p:nvPr/>
          </p:nvSpPr>
          <p:spPr bwMode="auto">
            <a:xfrm>
              <a:off x="3693" y="692"/>
              <a:ext cx="332" cy="250"/>
            </a:xfrm>
            <a:custGeom>
              <a:avLst/>
              <a:gdLst>
                <a:gd name="T0" fmla="*/ 212 w 332"/>
                <a:gd name="T1" fmla="*/ 204 h 250"/>
                <a:gd name="T2" fmla="*/ 302 w 332"/>
                <a:gd name="T3" fmla="*/ 23 h 250"/>
                <a:gd name="T4" fmla="*/ 30 w 332"/>
                <a:gd name="T5" fmla="*/ 68 h 250"/>
                <a:gd name="T6" fmla="*/ 121 w 332"/>
                <a:gd name="T7" fmla="*/ 250 h 250"/>
                <a:gd name="T8" fmla="*/ 0 60000 65536"/>
                <a:gd name="T9" fmla="*/ 0 60000 65536"/>
                <a:gd name="T10" fmla="*/ 0 60000 65536"/>
                <a:gd name="T11" fmla="*/ 0 60000 65536"/>
                <a:gd name="T12" fmla="*/ 0 w 332"/>
                <a:gd name="T13" fmla="*/ 0 h 250"/>
                <a:gd name="T14" fmla="*/ 332 w 332"/>
                <a:gd name="T15" fmla="*/ 250 h 250"/>
              </a:gdLst>
              <a:ahLst/>
              <a:cxnLst>
                <a:cxn ang="T8">
                  <a:pos x="T0" y="T1"/>
                </a:cxn>
                <a:cxn ang="T9">
                  <a:pos x="T2" y="T3"/>
                </a:cxn>
                <a:cxn ang="T10">
                  <a:pos x="T4" y="T5"/>
                </a:cxn>
                <a:cxn ang="T11">
                  <a:pos x="T6" y="T7"/>
                </a:cxn>
              </a:cxnLst>
              <a:rect l="T12" t="T13" r="T14" b="T15"/>
              <a:pathLst>
                <a:path w="332" h="250">
                  <a:moveTo>
                    <a:pt x="212" y="204"/>
                  </a:moveTo>
                  <a:cubicBezTo>
                    <a:pt x="272" y="125"/>
                    <a:pt x="332" y="46"/>
                    <a:pt x="302" y="23"/>
                  </a:cubicBezTo>
                  <a:cubicBezTo>
                    <a:pt x="272" y="0"/>
                    <a:pt x="60" y="30"/>
                    <a:pt x="30" y="68"/>
                  </a:cubicBezTo>
                  <a:cubicBezTo>
                    <a:pt x="0" y="106"/>
                    <a:pt x="60" y="178"/>
                    <a:pt x="121" y="250"/>
                  </a:cubicBezTo>
                </a:path>
              </a:pathLst>
            </a:custGeom>
            <a:noFill/>
            <a:ln w="38100">
              <a:solidFill>
                <a:schemeClr val="bg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6" name="Line 17">
              <a:extLst>
                <a:ext uri="{FF2B5EF4-FFF2-40B4-BE49-F238E27FC236}">
                  <a16:creationId xmlns:a16="http://schemas.microsoft.com/office/drawing/2014/main" id="{9DD2DBC5-1AA0-5381-D943-412F46120D17}"/>
                </a:ext>
              </a:extLst>
            </p:cNvPr>
            <p:cNvSpPr>
              <a:spLocks noChangeShapeType="1"/>
            </p:cNvSpPr>
            <p:nvPr/>
          </p:nvSpPr>
          <p:spPr bwMode="auto">
            <a:xfrm flipH="1">
              <a:off x="3995" y="942"/>
              <a:ext cx="363"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7" name="Freeform 18">
              <a:extLst>
                <a:ext uri="{FF2B5EF4-FFF2-40B4-BE49-F238E27FC236}">
                  <a16:creationId xmlns:a16="http://schemas.microsoft.com/office/drawing/2014/main" id="{0F2506D8-4EF5-E565-0FD6-D22DFC717F67}"/>
                </a:ext>
              </a:extLst>
            </p:cNvPr>
            <p:cNvSpPr>
              <a:spLocks/>
            </p:cNvSpPr>
            <p:nvPr/>
          </p:nvSpPr>
          <p:spPr bwMode="auto">
            <a:xfrm>
              <a:off x="3950" y="1168"/>
              <a:ext cx="1089" cy="106"/>
            </a:xfrm>
            <a:custGeom>
              <a:avLst/>
              <a:gdLst>
                <a:gd name="T0" fmla="*/ 1089 w 1089"/>
                <a:gd name="T1" fmla="*/ 0 h 106"/>
                <a:gd name="T2" fmla="*/ 771 w 1089"/>
                <a:gd name="T3" fmla="*/ 91 h 106"/>
                <a:gd name="T4" fmla="*/ 136 w 1089"/>
                <a:gd name="T5" fmla="*/ 91 h 106"/>
                <a:gd name="T6" fmla="*/ 0 w 1089"/>
                <a:gd name="T7" fmla="*/ 0 h 106"/>
                <a:gd name="T8" fmla="*/ 0 60000 65536"/>
                <a:gd name="T9" fmla="*/ 0 60000 65536"/>
                <a:gd name="T10" fmla="*/ 0 60000 65536"/>
                <a:gd name="T11" fmla="*/ 0 60000 65536"/>
                <a:gd name="T12" fmla="*/ 0 w 1089"/>
                <a:gd name="T13" fmla="*/ 0 h 106"/>
                <a:gd name="T14" fmla="*/ 1089 w 1089"/>
                <a:gd name="T15" fmla="*/ 106 h 106"/>
              </a:gdLst>
              <a:ahLst/>
              <a:cxnLst>
                <a:cxn ang="T8">
                  <a:pos x="T0" y="T1"/>
                </a:cxn>
                <a:cxn ang="T9">
                  <a:pos x="T2" y="T3"/>
                </a:cxn>
                <a:cxn ang="T10">
                  <a:pos x="T4" y="T5"/>
                </a:cxn>
                <a:cxn ang="T11">
                  <a:pos x="T6" y="T7"/>
                </a:cxn>
              </a:cxnLst>
              <a:rect l="T12" t="T13" r="T14" b="T15"/>
              <a:pathLst>
                <a:path w="1089" h="106">
                  <a:moveTo>
                    <a:pt x="1089" y="0"/>
                  </a:moveTo>
                  <a:cubicBezTo>
                    <a:pt x="1009" y="38"/>
                    <a:pt x="930" y="76"/>
                    <a:pt x="771" y="91"/>
                  </a:cubicBezTo>
                  <a:cubicBezTo>
                    <a:pt x="612" y="106"/>
                    <a:pt x="264" y="106"/>
                    <a:pt x="136" y="91"/>
                  </a:cubicBezTo>
                  <a:cubicBezTo>
                    <a:pt x="8" y="76"/>
                    <a:pt x="4" y="38"/>
                    <a:pt x="0" y="0"/>
                  </a:cubicBezTo>
                </a:path>
              </a:pathLst>
            </a:custGeom>
            <a:noFill/>
            <a:ln w="38100">
              <a:solidFill>
                <a:schemeClr val="bg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8" name="Freeform 19">
              <a:extLst>
                <a:ext uri="{FF2B5EF4-FFF2-40B4-BE49-F238E27FC236}">
                  <a16:creationId xmlns:a16="http://schemas.microsoft.com/office/drawing/2014/main" id="{8AFC8941-0714-7BCA-F76A-6EC0856D6B4E}"/>
                </a:ext>
              </a:extLst>
            </p:cNvPr>
            <p:cNvSpPr>
              <a:spLocks/>
            </p:cNvSpPr>
            <p:nvPr/>
          </p:nvSpPr>
          <p:spPr bwMode="auto">
            <a:xfrm>
              <a:off x="3888" y="1824"/>
              <a:ext cx="272" cy="280"/>
            </a:xfrm>
            <a:custGeom>
              <a:avLst/>
              <a:gdLst>
                <a:gd name="T0" fmla="*/ 0 w 272"/>
                <a:gd name="T1" fmla="*/ 91 h 280"/>
                <a:gd name="T2" fmla="*/ 90 w 272"/>
                <a:gd name="T3" fmla="*/ 273 h 280"/>
                <a:gd name="T4" fmla="*/ 272 w 272"/>
                <a:gd name="T5" fmla="*/ 46 h 280"/>
                <a:gd name="T6" fmla="*/ 90 w 272"/>
                <a:gd name="T7" fmla="*/ 0 h 280"/>
                <a:gd name="T8" fmla="*/ 0 60000 65536"/>
                <a:gd name="T9" fmla="*/ 0 60000 65536"/>
                <a:gd name="T10" fmla="*/ 0 60000 65536"/>
                <a:gd name="T11" fmla="*/ 0 60000 65536"/>
                <a:gd name="T12" fmla="*/ 0 w 272"/>
                <a:gd name="T13" fmla="*/ 0 h 280"/>
                <a:gd name="T14" fmla="*/ 272 w 272"/>
                <a:gd name="T15" fmla="*/ 280 h 280"/>
              </a:gdLst>
              <a:ahLst/>
              <a:cxnLst>
                <a:cxn ang="T8">
                  <a:pos x="T0" y="T1"/>
                </a:cxn>
                <a:cxn ang="T9">
                  <a:pos x="T2" y="T3"/>
                </a:cxn>
                <a:cxn ang="T10">
                  <a:pos x="T4" y="T5"/>
                </a:cxn>
                <a:cxn ang="T11">
                  <a:pos x="T6" y="T7"/>
                </a:cxn>
              </a:cxnLst>
              <a:rect l="T12" t="T13" r="T14" b="T15"/>
              <a:pathLst>
                <a:path w="272" h="280">
                  <a:moveTo>
                    <a:pt x="0" y="91"/>
                  </a:moveTo>
                  <a:cubicBezTo>
                    <a:pt x="22" y="185"/>
                    <a:pt x="45" y="280"/>
                    <a:pt x="90" y="273"/>
                  </a:cubicBezTo>
                  <a:cubicBezTo>
                    <a:pt x="135" y="266"/>
                    <a:pt x="272" y="91"/>
                    <a:pt x="272" y="46"/>
                  </a:cubicBezTo>
                  <a:cubicBezTo>
                    <a:pt x="272" y="1"/>
                    <a:pt x="181" y="0"/>
                    <a:pt x="90" y="0"/>
                  </a:cubicBezTo>
                </a:path>
              </a:pathLst>
            </a:custGeom>
            <a:noFill/>
            <a:ln w="38100">
              <a:solidFill>
                <a:schemeClr val="bg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89469" name="Text Box 20">
              <a:extLst>
                <a:ext uri="{FF2B5EF4-FFF2-40B4-BE49-F238E27FC236}">
                  <a16:creationId xmlns:a16="http://schemas.microsoft.com/office/drawing/2014/main" id="{1B2B0F26-9EF1-4C67-62C4-6AED70B4EDB2}"/>
                </a:ext>
              </a:extLst>
            </p:cNvPr>
            <p:cNvSpPr txBox="1">
              <a:spLocks noChangeArrowheads="1"/>
            </p:cNvSpPr>
            <p:nvPr/>
          </p:nvSpPr>
          <p:spPr bwMode="auto">
            <a:xfrm>
              <a:off x="3530" y="1486"/>
              <a:ext cx="15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b</a:t>
              </a:r>
            </a:p>
          </p:txBody>
        </p:sp>
        <p:sp>
          <p:nvSpPr>
            <p:cNvPr id="189470" name="Text Box 21">
              <a:extLst>
                <a:ext uri="{FF2B5EF4-FFF2-40B4-BE49-F238E27FC236}">
                  <a16:creationId xmlns:a16="http://schemas.microsoft.com/office/drawing/2014/main" id="{13AB0359-E5F0-A311-27AE-E982A3104EEC}"/>
                </a:ext>
              </a:extLst>
            </p:cNvPr>
            <p:cNvSpPr txBox="1">
              <a:spLocks noChangeArrowheads="1"/>
            </p:cNvSpPr>
            <p:nvPr/>
          </p:nvSpPr>
          <p:spPr bwMode="auto">
            <a:xfrm>
              <a:off x="4483" y="1441"/>
              <a:ext cx="15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b</a:t>
              </a:r>
            </a:p>
          </p:txBody>
        </p:sp>
        <p:sp>
          <p:nvSpPr>
            <p:cNvPr id="189471" name="Text Box 22">
              <a:extLst>
                <a:ext uri="{FF2B5EF4-FFF2-40B4-BE49-F238E27FC236}">
                  <a16:creationId xmlns:a16="http://schemas.microsoft.com/office/drawing/2014/main" id="{0AC884CF-8ED9-FF8C-36CC-05FD187D0B36}"/>
                </a:ext>
              </a:extLst>
            </p:cNvPr>
            <p:cNvSpPr txBox="1">
              <a:spLocks noChangeArrowheads="1"/>
            </p:cNvSpPr>
            <p:nvPr/>
          </p:nvSpPr>
          <p:spPr bwMode="auto">
            <a:xfrm>
              <a:off x="4119" y="987"/>
              <a:ext cx="15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b</a:t>
              </a:r>
            </a:p>
          </p:txBody>
        </p:sp>
        <p:sp>
          <p:nvSpPr>
            <p:cNvPr id="189472" name="Text Box 23">
              <a:extLst>
                <a:ext uri="{FF2B5EF4-FFF2-40B4-BE49-F238E27FC236}">
                  <a16:creationId xmlns:a16="http://schemas.microsoft.com/office/drawing/2014/main" id="{52E392AE-2CF6-EA49-4E47-0E713886ED6D}"/>
                </a:ext>
              </a:extLst>
            </p:cNvPr>
            <p:cNvSpPr txBox="1">
              <a:spLocks noChangeArrowheads="1"/>
            </p:cNvSpPr>
            <p:nvPr/>
          </p:nvSpPr>
          <p:spPr bwMode="auto">
            <a:xfrm>
              <a:off x="4709" y="806"/>
              <a:ext cx="15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b</a:t>
              </a:r>
            </a:p>
          </p:txBody>
        </p:sp>
        <p:sp>
          <p:nvSpPr>
            <p:cNvPr id="189473" name="Text Box 24">
              <a:extLst>
                <a:ext uri="{FF2B5EF4-FFF2-40B4-BE49-F238E27FC236}">
                  <a16:creationId xmlns:a16="http://schemas.microsoft.com/office/drawing/2014/main" id="{4A7B695D-B504-AA9D-6C2B-5FB03826B58E}"/>
                </a:ext>
              </a:extLst>
            </p:cNvPr>
            <p:cNvSpPr txBox="1">
              <a:spLocks noChangeArrowheads="1"/>
            </p:cNvSpPr>
            <p:nvPr/>
          </p:nvSpPr>
          <p:spPr bwMode="auto">
            <a:xfrm>
              <a:off x="3578" y="987"/>
              <a:ext cx="1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a</a:t>
              </a:r>
            </a:p>
          </p:txBody>
        </p:sp>
        <p:sp>
          <p:nvSpPr>
            <p:cNvPr id="189474" name="Text Box 25">
              <a:extLst>
                <a:ext uri="{FF2B5EF4-FFF2-40B4-BE49-F238E27FC236}">
                  <a16:creationId xmlns:a16="http://schemas.microsoft.com/office/drawing/2014/main" id="{AA3495F2-2E70-88CA-D367-A89D6068B57C}"/>
                </a:ext>
              </a:extLst>
            </p:cNvPr>
            <p:cNvSpPr txBox="1">
              <a:spLocks noChangeArrowheads="1"/>
            </p:cNvSpPr>
            <p:nvPr/>
          </p:nvSpPr>
          <p:spPr bwMode="auto">
            <a:xfrm>
              <a:off x="3801" y="624"/>
              <a:ext cx="1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a</a:t>
              </a:r>
            </a:p>
          </p:txBody>
        </p:sp>
        <p:sp>
          <p:nvSpPr>
            <p:cNvPr id="189475" name="Text Box 26">
              <a:extLst>
                <a:ext uri="{FF2B5EF4-FFF2-40B4-BE49-F238E27FC236}">
                  <a16:creationId xmlns:a16="http://schemas.microsoft.com/office/drawing/2014/main" id="{C5FC9A38-8F4D-EA4C-636F-86B002F7115C}"/>
                </a:ext>
              </a:extLst>
            </p:cNvPr>
            <p:cNvSpPr txBox="1">
              <a:spLocks noChangeArrowheads="1"/>
            </p:cNvSpPr>
            <p:nvPr/>
          </p:nvSpPr>
          <p:spPr bwMode="auto">
            <a:xfrm>
              <a:off x="4121" y="715"/>
              <a:ext cx="1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a</a:t>
              </a:r>
            </a:p>
          </p:txBody>
        </p:sp>
        <p:sp>
          <p:nvSpPr>
            <p:cNvPr id="189476" name="Text Box 27">
              <a:extLst>
                <a:ext uri="{FF2B5EF4-FFF2-40B4-BE49-F238E27FC236}">
                  <a16:creationId xmlns:a16="http://schemas.microsoft.com/office/drawing/2014/main" id="{9B2B31EA-78A6-46D3-A20E-BA3BF0DFC5A1}"/>
                </a:ext>
              </a:extLst>
            </p:cNvPr>
            <p:cNvSpPr txBox="1">
              <a:spLocks noChangeArrowheads="1"/>
            </p:cNvSpPr>
            <p:nvPr/>
          </p:nvSpPr>
          <p:spPr bwMode="auto">
            <a:xfrm>
              <a:off x="4300" y="1214"/>
              <a:ext cx="1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a</a:t>
              </a:r>
            </a:p>
          </p:txBody>
        </p:sp>
        <p:sp>
          <p:nvSpPr>
            <p:cNvPr id="189477" name="Text Box 28">
              <a:extLst>
                <a:ext uri="{FF2B5EF4-FFF2-40B4-BE49-F238E27FC236}">
                  <a16:creationId xmlns:a16="http://schemas.microsoft.com/office/drawing/2014/main" id="{50D78708-E876-9FEE-50ED-DD83D1146AE0}"/>
                </a:ext>
              </a:extLst>
            </p:cNvPr>
            <p:cNvSpPr txBox="1">
              <a:spLocks noChangeArrowheads="1"/>
            </p:cNvSpPr>
            <p:nvPr/>
          </p:nvSpPr>
          <p:spPr bwMode="auto">
            <a:xfrm>
              <a:off x="3891" y="1304"/>
              <a:ext cx="1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FFFFFF"/>
                  </a:solidFill>
                  <a:latin typeface="Tahoma" panose="020B0604030504040204" pitchFamily="34" charset="0"/>
                </a:rPr>
                <a:t>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8770">
                                            <p:txEl>
                                              <p:pRg st="0" end="0"/>
                                            </p:txEl>
                                          </p:spTgt>
                                        </p:tgtEl>
                                        <p:attrNameLst>
                                          <p:attrName>style.visibility</p:attrName>
                                        </p:attrNameLst>
                                      </p:cBhvr>
                                      <p:to>
                                        <p:strVal val="visible"/>
                                      </p:to>
                                    </p:set>
                                    <p:anim calcmode="lin" valueType="num">
                                      <p:cBhvr additive="base">
                                        <p:cTn id="7" dur="500" fill="hold"/>
                                        <p:tgtEl>
                                          <p:spTgt spid="2887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87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8770">
                                            <p:txEl>
                                              <p:pRg st="1" end="1"/>
                                            </p:txEl>
                                          </p:spTgt>
                                        </p:tgtEl>
                                        <p:attrNameLst>
                                          <p:attrName>style.visibility</p:attrName>
                                        </p:attrNameLst>
                                      </p:cBhvr>
                                      <p:to>
                                        <p:strVal val="visible"/>
                                      </p:to>
                                    </p:set>
                                    <p:anim calcmode="lin" valueType="num">
                                      <p:cBhvr additive="base">
                                        <p:cTn id="13" dur="500" fill="hold"/>
                                        <p:tgtEl>
                                          <p:spTgt spid="2887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87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88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880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880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88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880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xit" presetSubtype="4" fill="hold" nodeType="clickEffect">
                                  <p:stCondLst>
                                    <p:cond delay="0"/>
                                  </p:stCondLst>
                                  <p:childTnLst>
                                    <p:animEffect transition="out" filter="wipe(down)">
                                      <p:cBhvr>
                                        <p:cTn id="30" dur="500"/>
                                        <p:tgtEl>
                                          <p:spTgt spid="288805"/>
                                        </p:tgtEl>
                                      </p:cBhvr>
                                    </p:animEffect>
                                    <p:set>
                                      <p:cBhvr>
                                        <p:cTn id="31" dur="1" fill="hold">
                                          <p:stCondLst>
                                            <p:cond delay="499"/>
                                          </p:stCondLst>
                                        </p:cTn>
                                        <p:tgtEl>
                                          <p:spTgt spid="288805"/>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28880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288770">
                                            <p:txEl>
                                              <p:pRg st="2" end="2"/>
                                            </p:txEl>
                                          </p:spTgt>
                                        </p:tgtEl>
                                        <p:attrNameLst>
                                          <p:attrName>style.visibility</p:attrName>
                                        </p:attrNameLst>
                                      </p:cBhvr>
                                      <p:to>
                                        <p:strVal val="visible"/>
                                      </p:to>
                                    </p:set>
                                    <p:anim calcmode="lin" valueType="num">
                                      <p:cBhvr additive="base">
                                        <p:cTn id="38" dur="500" fill="hold"/>
                                        <p:tgtEl>
                                          <p:spTgt spid="288770">
                                            <p:txEl>
                                              <p:pRg st="2" end="2"/>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887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288770">
                                            <p:txEl>
                                              <p:pRg st="3" end="3"/>
                                            </p:txEl>
                                          </p:spTgt>
                                        </p:tgtEl>
                                        <p:attrNameLst>
                                          <p:attrName>style.visibility</p:attrName>
                                        </p:attrNameLst>
                                      </p:cBhvr>
                                      <p:to>
                                        <p:strVal val="visible"/>
                                      </p:to>
                                    </p:set>
                                    <p:anim calcmode="lin" valueType="num">
                                      <p:cBhvr additive="base">
                                        <p:cTn id="44" dur="500" fill="hold"/>
                                        <p:tgtEl>
                                          <p:spTgt spid="288770">
                                            <p:txEl>
                                              <p:pRg st="3" end="3"/>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887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nodeType="clickEffect">
                                  <p:stCondLst>
                                    <p:cond delay="0"/>
                                  </p:stCondLst>
                                  <p:childTnLst>
                                    <p:set>
                                      <p:cBhvr>
                                        <p:cTn id="49" dur="1" fill="hold">
                                          <p:stCondLst>
                                            <p:cond delay="0"/>
                                          </p:stCondLst>
                                        </p:cTn>
                                        <p:tgtEl>
                                          <p:spTgt spid="288770">
                                            <p:txEl>
                                              <p:pRg st="4" end="4"/>
                                            </p:txEl>
                                          </p:spTgt>
                                        </p:tgtEl>
                                        <p:attrNameLst>
                                          <p:attrName>style.visibility</p:attrName>
                                        </p:attrNameLst>
                                      </p:cBhvr>
                                      <p:to>
                                        <p:strVal val="visible"/>
                                      </p:to>
                                    </p:set>
                                    <p:anim calcmode="lin" valueType="num">
                                      <p:cBhvr additive="base">
                                        <p:cTn id="50" dur="500" fill="hold"/>
                                        <p:tgtEl>
                                          <p:spTgt spid="288770">
                                            <p:txEl>
                                              <p:pRg st="4" end="4"/>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887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nodeType="clickEffect">
                                  <p:stCondLst>
                                    <p:cond delay="0"/>
                                  </p:stCondLst>
                                  <p:childTnLst>
                                    <p:set>
                                      <p:cBhvr>
                                        <p:cTn id="55" dur="1" fill="hold">
                                          <p:stCondLst>
                                            <p:cond delay="0"/>
                                          </p:stCondLst>
                                        </p:cTn>
                                        <p:tgtEl>
                                          <p:spTgt spid="288770">
                                            <p:txEl>
                                              <p:pRg st="5" end="5"/>
                                            </p:txEl>
                                          </p:spTgt>
                                        </p:tgtEl>
                                        <p:attrNameLst>
                                          <p:attrName>style.visibility</p:attrName>
                                        </p:attrNameLst>
                                      </p:cBhvr>
                                      <p:to>
                                        <p:strVal val="visible"/>
                                      </p:to>
                                    </p:set>
                                    <p:anim calcmode="lin" valueType="num">
                                      <p:cBhvr additive="base">
                                        <p:cTn id="56" dur="500" fill="hold"/>
                                        <p:tgtEl>
                                          <p:spTgt spid="288770">
                                            <p:txEl>
                                              <p:pRg st="5" end="5"/>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8877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288770">
                                            <p:txEl>
                                              <p:pRg st="6" end="6"/>
                                            </p:txEl>
                                          </p:spTgt>
                                        </p:tgtEl>
                                        <p:attrNameLst>
                                          <p:attrName>style.visibility</p:attrName>
                                        </p:attrNameLst>
                                      </p:cBhvr>
                                      <p:to>
                                        <p:strVal val="visible"/>
                                      </p:to>
                                    </p:set>
                                    <p:anim calcmode="lin" valueType="num">
                                      <p:cBhvr additive="base">
                                        <p:cTn id="62" dur="500" fill="hold"/>
                                        <p:tgtEl>
                                          <p:spTgt spid="288770">
                                            <p:txEl>
                                              <p:pRg st="6" end="6"/>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28877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nodeType="clickEffect">
                                  <p:stCondLst>
                                    <p:cond delay="0"/>
                                  </p:stCondLst>
                                  <p:childTnLst>
                                    <p:set>
                                      <p:cBhvr>
                                        <p:cTn id="67" dur="1" fill="hold">
                                          <p:stCondLst>
                                            <p:cond delay="0"/>
                                          </p:stCondLst>
                                        </p:cTn>
                                        <p:tgtEl>
                                          <p:spTgt spid="288770">
                                            <p:txEl>
                                              <p:pRg st="7" end="7"/>
                                            </p:txEl>
                                          </p:spTgt>
                                        </p:tgtEl>
                                        <p:attrNameLst>
                                          <p:attrName>style.visibility</p:attrName>
                                        </p:attrNameLst>
                                      </p:cBhvr>
                                      <p:to>
                                        <p:strVal val="visible"/>
                                      </p:to>
                                    </p:set>
                                    <p:anim calcmode="lin" valueType="num">
                                      <p:cBhvr additive="base">
                                        <p:cTn id="68" dur="500" fill="hold"/>
                                        <p:tgtEl>
                                          <p:spTgt spid="288770">
                                            <p:txEl>
                                              <p:pRg st="7" end="7"/>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28877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4" fill="hold" nodeType="clickEffect">
                                  <p:stCondLst>
                                    <p:cond delay="0"/>
                                  </p:stCondLst>
                                  <p:childTnLst>
                                    <p:set>
                                      <p:cBhvr>
                                        <p:cTn id="73" dur="1" fill="hold">
                                          <p:stCondLst>
                                            <p:cond delay="0"/>
                                          </p:stCondLst>
                                        </p:cTn>
                                        <p:tgtEl>
                                          <p:spTgt spid="288770">
                                            <p:txEl>
                                              <p:pRg st="8" end="8"/>
                                            </p:txEl>
                                          </p:spTgt>
                                        </p:tgtEl>
                                        <p:attrNameLst>
                                          <p:attrName>style.visibility</p:attrName>
                                        </p:attrNameLst>
                                      </p:cBhvr>
                                      <p:to>
                                        <p:strVal val="visible"/>
                                      </p:to>
                                    </p:set>
                                    <p:anim calcmode="lin" valueType="num">
                                      <p:cBhvr additive="base">
                                        <p:cTn id="74" dur="500" fill="hold"/>
                                        <p:tgtEl>
                                          <p:spTgt spid="288770">
                                            <p:txEl>
                                              <p:pRg st="8" end="8"/>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28877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4" fill="hold" nodeType="clickEffect">
                                  <p:stCondLst>
                                    <p:cond delay="0"/>
                                  </p:stCondLst>
                                  <p:childTnLst>
                                    <p:set>
                                      <p:cBhvr>
                                        <p:cTn id="79" dur="1" fill="hold">
                                          <p:stCondLst>
                                            <p:cond delay="0"/>
                                          </p:stCondLst>
                                        </p:cTn>
                                        <p:tgtEl>
                                          <p:spTgt spid="288770">
                                            <p:txEl>
                                              <p:pRg st="9" end="9"/>
                                            </p:txEl>
                                          </p:spTgt>
                                        </p:tgtEl>
                                        <p:attrNameLst>
                                          <p:attrName>style.visibility</p:attrName>
                                        </p:attrNameLst>
                                      </p:cBhvr>
                                      <p:to>
                                        <p:strVal val="visible"/>
                                      </p:to>
                                    </p:set>
                                    <p:anim calcmode="lin" valueType="num">
                                      <p:cBhvr additive="base">
                                        <p:cTn id="80" dur="500" fill="hold"/>
                                        <p:tgtEl>
                                          <p:spTgt spid="288770">
                                            <p:txEl>
                                              <p:pRg st="9" end="9"/>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28877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4" fill="hold" nodeType="clickEffect">
                                  <p:stCondLst>
                                    <p:cond delay="0"/>
                                  </p:stCondLst>
                                  <p:childTnLst>
                                    <p:set>
                                      <p:cBhvr>
                                        <p:cTn id="85" dur="1" fill="hold">
                                          <p:stCondLst>
                                            <p:cond delay="0"/>
                                          </p:stCondLst>
                                        </p:cTn>
                                        <p:tgtEl>
                                          <p:spTgt spid="288770">
                                            <p:txEl>
                                              <p:pRg st="10" end="10"/>
                                            </p:txEl>
                                          </p:spTgt>
                                        </p:tgtEl>
                                        <p:attrNameLst>
                                          <p:attrName>style.visibility</p:attrName>
                                        </p:attrNameLst>
                                      </p:cBhvr>
                                      <p:to>
                                        <p:strVal val="visible"/>
                                      </p:to>
                                    </p:set>
                                    <p:anim calcmode="lin" valueType="num">
                                      <p:cBhvr additive="base">
                                        <p:cTn id="86" dur="500" fill="hold"/>
                                        <p:tgtEl>
                                          <p:spTgt spid="288770">
                                            <p:txEl>
                                              <p:pRg st="10" end="1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28877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4" fill="hold" nodeType="clickEffect">
                                  <p:stCondLst>
                                    <p:cond delay="0"/>
                                  </p:stCondLst>
                                  <p:childTnLst>
                                    <p:set>
                                      <p:cBhvr>
                                        <p:cTn id="91" dur="1" fill="hold">
                                          <p:stCondLst>
                                            <p:cond delay="0"/>
                                          </p:stCondLst>
                                        </p:cTn>
                                        <p:tgtEl>
                                          <p:spTgt spid="288770">
                                            <p:txEl>
                                              <p:pRg st="11" end="11"/>
                                            </p:txEl>
                                          </p:spTgt>
                                        </p:tgtEl>
                                        <p:attrNameLst>
                                          <p:attrName>style.visibility</p:attrName>
                                        </p:attrNameLst>
                                      </p:cBhvr>
                                      <p:to>
                                        <p:strVal val="visible"/>
                                      </p:to>
                                    </p:set>
                                    <p:anim calcmode="lin" valueType="num">
                                      <p:cBhvr additive="base">
                                        <p:cTn id="92" dur="500" fill="hold"/>
                                        <p:tgtEl>
                                          <p:spTgt spid="288770">
                                            <p:txEl>
                                              <p:pRg st="11" end="11"/>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288770">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xit" presetSubtype="4" fill="hold" nodeType="clickEffect">
                                  <p:stCondLst>
                                    <p:cond delay="0"/>
                                  </p:stCondLst>
                                  <p:childTnLst>
                                    <p:animEffect transition="out" filter="wipe(down)">
                                      <p:cBhvr>
                                        <p:cTn id="97" dur="500"/>
                                        <p:tgtEl>
                                          <p:spTgt spid="288806"/>
                                        </p:tgtEl>
                                      </p:cBhvr>
                                    </p:animEffect>
                                    <p:set>
                                      <p:cBhvr>
                                        <p:cTn id="98" dur="1" fill="hold">
                                          <p:stCondLst>
                                            <p:cond delay="499"/>
                                          </p:stCondLst>
                                        </p:cTn>
                                        <p:tgtEl>
                                          <p:spTgt spid="288806"/>
                                        </p:tgtEl>
                                        <p:attrNameLst>
                                          <p:attrName>style.visibility</p:attrName>
                                        </p:attrNameLst>
                                      </p:cBhvr>
                                      <p:to>
                                        <p:strVal val="hidden"/>
                                      </p:to>
                                    </p:set>
                                  </p:childTnLst>
                                </p:cTn>
                              </p:par>
                              <p:par>
                                <p:cTn id="99" presetID="1" presetClass="entr" presetSubtype="0" fill="hold" nodeType="withEffect">
                                  <p:stCondLst>
                                    <p:cond delay="0"/>
                                  </p:stCondLst>
                                  <p:childTnLst>
                                    <p:set>
                                      <p:cBhvr>
                                        <p:cTn id="100" dur="1" fill="hold">
                                          <p:stCondLst>
                                            <p:cond delay="0"/>
                                          </p:stCondLst>
                                        </p:cTn>
                                        <p:tgtEl>
                                          <p:spTgt spid="288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0" grpId="0" build="p" bldLvl="3"/>
      <p:bldP spid="288804" grpId="0" animBg="1"/>
      <p:bldP spid="288805" grpId="0" animBg="1"/>
      <p:bldP spid="288805" grpId="1" animBg="1"/>
      <p:bldP spid="288806" grpId="0" animBg="1"/>
      <p:bldP spid="288806" grpId="1" animBg="1"/>
      <p:bldP spid="288807" grpId="0" animBg="1"/>
      <p:bldP spid="288808" grpId="0" animBg="1"/>
      <p:bldP spid="288809" grpId="0" animBg="1"/>
      <p:bldP spid="28881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4">
            <a:extLst>
              <a:ext uri="{FF2B5EF4-FFF2-40B4-BE49-F238E27FC236}">
                <a16:creationId xmlns:a16="http://schemas.microsoft.com/office/drawing/2014/main" id="{2E178C91-3D41-A547-B725-5E66138E6168}"/>
              </a:ext>
            </a:extLst>
          </p:cNvPr>
          <p:cNvSpPr>
            <a:spLocks noGrp="1" noChangeArrowheads="1"/>
          </p:cNvSpPr>
          <p:nvPr>
            <p:ph type="body" idx="1"/>
          </p:nvPr>
        </p:nvSpPr>
        <p:spPr>
          <a:xfrm>
            <a:off x="1839914" y="908050"/>
            <a:ext cx="8828087" cy="5181600"/>
          </a:xfrm>
        </p:spPr>
        <p:txBody>
          <a:bodyPr/>
          <a:lstStyle/>
          <a:p>
            <a:pPr eaLnBrk="1" hangingPunct="1"/>
            <a:endParaRPr lang="en-US" altLang="zh-CN"/>
          </a:p>
          <a:p>
            <a:pPr eaLnBrk="1" hangingPunct="1"/>
            <a:r>
              <a:rPr lang="zh-CN" altLang="en-US"/>
              <a:t>对于划分结果</a:t>
            </a:r>
            <a:r>
              <a:rPr lang="en-US" altLang="zh-CN"/>
              <a:t>{4}, {3}, {1}, {0,2}</a:t>
            </a:r>
            <a:r>
              <a:rPr lang="zh-CN" altLang="en-US"/>
              <a:t>，把</a:t>
            </a:r>
            <a:r>
              <a:rPr lang="en-US" altLang="zh-CN"/>
              <a:t>{0,2}</a:t>
            </a:r>
          </a:p>
          <a:p>
            <a:pPr eaLnBrk="1" hangingPunct="1"/>
            <a:r>
              <a:rPr lang="zh-CN" altLang="en-US"/>
              <a:t>合并为一个状态，分别标记为新状态</a:t>
            </a:r>
            <a:r>
              <a:rPr lang="en-US" altLang="zh-CN"/>
              <a:t>D, C, B, A, </a:t>
            </a:r>
            <a:r>
              <a:rPr lang="zh-CN" altLang="en-US"/>
              <a:t>其状态转换图如图：</a:t>
            </a:r>
          </a:p>
        </p:txBody>
      </p:sp>
      <p:grpSp>
        <p:nvGrpSpPr>
          <p:cNvPr id="2" name="Group 54">
            <a:extLst>
              <a:ext uri="{FF2B5EF4-FFF2-40B4-BE49-F238E27FC236}">
                <a16:creationId xmlns:a16="http://schemas.microsoft.com/office/drawing/2014/main" id="{9AD73364-7E07-23EC-CCE1-6C1A8BFEF6AB}"/>
              </a:ext>
            </a:extLst>
          </p:cNvPr>
          <p:cNvGrpSpPr>
            <a:grpSpLocks/>
          </p:cNvGrpSpPr>
          <p:nvPr/>
        </p:nvGrpSpPr>
        <p:grpSpPr bwMode="auto">
          <a:xfrm>
            <a:off x="1524000" y="3663951"/>
            <a:ext cx="3995738" cy="3198813"/>
            <a:chOff x="385" y="2205"/>
            <a:chExt cx="1997" cy="1484"/>
          </a:xfrm>
        </p:grpSpPr>
        <p:sp>
          <p:nvSpPr>
            <p:cNvPr id="110619" name="Oval 21">
              <a:extLst>
                <a:ext uri="{FF2B5EF4-FFF2-40B4-BE49-F238E27FC236}">
                  <a16:creationId xmlns:a16="http://schemas.microsoft.com/office/drawing/2014/main" id="{70588744-5AB6-864A-4989-204D5A198358}"/>
                </a:ext>
              </a:extLst>
            </p:cNvPr>
            <p:cNvSpPr>
              <a:spLocks noChangeArrowheads="1"/>
            </p:cNvSpPr>
            <p:nvPr/>
          </p:nvSpPr>
          <p:spPr bwMode="auto">
            <a:xfrm>
              <a:off x="2019" y="2431"/>
              <a:ext cx="363" cy="363"/>
            </a:xfrm>
            <a:prstGeom prst="ellipse">
              <a:avLst/>
            </a:prstGeom>
            <a:solidFill>
              <a:srgbClr val="FF0000"/>
            </a:solid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endParaRPr kumimoji="1" lang="zh-CN" altLang="en-US" sz="2400">
                <a:solidFill>
                  <a:srgbClr val="2D5CE7">
                    <a:lumMod val="50000"/>
                  </a:srgbClr>
                </a:solidFill>
                <a:latin typeface="Times New Roman" panose="02020603050405020304" pitchFamily="18" charset="0"/>
              </a:endParaRPr>
            </a:p>
          </p:txBody>
        </p:sp>
        <p:sp>
          <p:nvSpPr>
            <p:cNvPr id="110620" name="Oval 26">
              <a:extLst>
                <a:ext uri="{FF2B5EF4-FFF2-40B4-BE49-F238E27FC236}">
                  <a16:creationId xmlns:a16="http://schemas.microsoft.com/office/drawing/2014/main" id="{7AAF4BEC-31D3-4C6E-3978-871671ED5ECD}"/>
                </a:ext>
              </a:extLst>
            </p:cNvPr>
            <p:cNvSpPr>
              <a:spLocks noChangeArrowheads="1"/>
            </p:cNvSpPr>
            <p:nvPr/>
          </p:nvSpPr>
          <p:spPr bwMode="auto">
            <a:xfrm>
              <a:off x="385" y="2840"/>
              <a:ext cx="272" cy="273"/>
            </a:xfrm>
            <a:prstGeom prst="ellipse">
              <a:avLst/>
            </a:prstGeom>
            <a:solidFill>
              <a:schemeClr val="accent2"/>
            </a:solidFill>
            <a:ln w="38100" algn="ctr">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0</a:t>
              </a:r>
            </a:p>
          </p:txBody>
        </p:sp>
        <p:sp>
          <p:nvSpPr>
            <p:cNvPr id="110621" name="Oval 27">
              <a:extLst>
                <a:ext uri="{FF2B5EF4-FFF2-40B4-BE49-F238E27FC236}">
                  <a16:creationId xmlns:a16="http://schemas.microsoft.com/office/drawing/2014/main" id="{FADAF695-AA7A-C94D-5E72-F24C42E023FF}"/>
                </a:ext>
              </a:extLst>
            </p:cNvPr>
            <p:cNvSpPr>
              <a:spLocks noChangeArrowheads="1"/>
            </p:cNvSpPr>
            <p:nvPr/>
          </p:nvSpPr>
          <p:spPr bwMode="auto">
            <a:xfrm>
              <a:off x="748" y="3203"/>
              <a:ext cx="271" cy="273"/>
            </a:xfrm>
            <a:prstGeom prst="ellipse">
              <a:avLst/>
            </a:prstGeom>
            <a:solidFill>
              <a:schemeClr val="accent2"/>
            </a:solidFill>
            <a:ln w="38100" algn="ctr">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2</a:t>
              </a:r>
            </a:p>
          </p:txBody>
        </p:sp>
        <p:sp>
          <p:nvSpPr>
            <p:cNvPr id="110622" name="Oval 28">
              <a:extLst>
                <a:ext uri="{FF2B5EF4-FFF2-40B4-BE49-F238E27FC236}">
                  <a16:creationId xmlns:a16="http://schemas.microsoft.com/office/drawing/2014/main" id="{CBA5C82A-983D-77ED-E9B3-7E5813EC2FB4}"/>
                </a:ext>
              </a:extLst>
            </p:cNvPr>
            <p:cNvSpPr>
              <a:spLocks noChangeArrowheads="1"/>
            </p:cNvSpPr>
            <p:nvPr/>
          </p:nvSpPr>
          <p:spPr bwMode="auto">
            <a:xfrm>
              <a:off x="1383" y="2477"/>
              <a:ext cx="272" cy="273"/>
            </a:xfrm>
            <a:prstGeom prst="ellipse">
              <a:avLst/>
            </a:prstGeom>
            <a:solidFill>
              <a:srgbClr val="00FF00"/>
            </a:solid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3</a:t>
              </a:r>
            </a:p>
          </p:txBody>
        </p:sp>
        <p:sp>
          <p:nvSpPr>
            <p:cNvPr id="110623" name="Oval 29">
              <a:extLst>
                <a:ext uri="{FF2B5EF4-FFF2-40B4-BE49-F238E27FC236}">
                  <a16:creationId xmlns:a16="http://schemas.microsoft.com/office/drawing/2014/main" id="{54480203-87D8-FF75-C2A9-9CA88FF55F62}"/>
                </a:ext>
              </a:extLst>
            </p:cNvPr>
            <p:cNvSpPr>
              <a:spLocks noChangeArrowheads="1"/>
            </p:cNvSpPr>
            <p:nvPr/>
          </p:nvSpPr>
          <p:spPr bwMode="auto">
            <a:xfrm>
              <a:off x="793" y="2477"/>
              <a:ext cx="272" cy="273"/>
            </a:xfrm>
            <a:prstGeom prst="ellipse">
              <a:avLst/>
            </a:prstGeom>
            <a:solidFill>
              <a:schemeClr val="tx1">
                <a:lumMod val="40000"/>
                <a:lumOff val="60000"/>
              </a:schemeClr>
            </a:solid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dirty="0">
                  <a:solidFill>
                    <a:srgbClr val="2D5CE7">
                      <a:lumMod val="50000"/>
                    </a:srgbClr>
                  </a:solidFill>
                  <a:latin typeface="Tahoma" panose="020B0604030504040204" pitchFamily="34" charset="0"/>
                </a:rPr>
                <a:t>1</a:t>
              </a:r>
            </a:p>
          </p:txBody>
        </p:sp>
        <p:sp>
          <p:nvSpPr>
            <p:cNvPr id="110624" name="Oval 30">
              <a:extLst>
                <a:ext uri="{FF2B5EF4-FFF2-40B4-BE49-F238E27FC236}">
                  <a16:creationId xmlns:a16="http://schemas.microsoft.com/office/drawing/2014/main" id="{5E8FA04C-19FC-1986-FE64-C7964A1CE58A}"/>
                </a:ext>
              </a:extLst>
            </p:cNvPr>
            <p:cNvSpPr>
              <a:spLocks noChangeArrowheads="1"/>
            </p:cNvSpPr>
            <p:nvPr/>
          </p:nvSpPr>
          <p:spPr bwMode="auto">
            <a:xfrm>
              <a:off x="2064" y="2478"/>
              <a:ext cx="272" cy="272"/>
            </a:xfrm>
            <a:prstGeom prst="ellipse">
              <a:avLst/>
            </a:prstGeom>
            <a:no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dirty="0">
                  <a:solidFill>
                    <a:srgbClr val="2D5CE7">
                      <a:lumMod val="50000"/>
                    </a:srgbClr>
                  </a:solidFill>
                  <a:latin typeface="Tahoma" panose="020B0604030504040204" pitchFamily="34" charset="0"/>
                </a:rPr>
                <a:t>4</a:t>
              </a:r>
            </a:p>
          </p:txBody>
        </p:sp>
        <p:sp>
          <p:nvSpPr>
            <p:cNvPr id="110625" name="Line 31">
              <a:extLst>
                <a:ext uri="{FF2B5EF4-FFF2-40B4-BE49-F238E27FC236}">
                  <a16:creationId xmlns:a16="http://schemas.microsoft.com/office/drawing/2014/main" id="{CCC2FBAD-DB20-3C71-5698-B3BB9BFA6CC5}"/>
                </a:ext>
              </a:extLst>
            </p:cNvPr>
            <p:cNvSpPr>
              <a:spLocks noChangeShapeType="1"/>
            </p:cNvSpPr>
            <p:nvPr/>
          </p:nvSpPr>
          <p:spPr bwMode="auto">
            <a:xfrm flipV="1">
              <a:off x="612" y="2704"/>
              <a:ext cx="227" cy="18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wrap="none"/>
            <a:lstStyle/>
            <a:p>
              <a:pPr fontAlgn="base">
                <a:spcBef>
                  <a:spcPct val="0"/>
                </a:spcBef>
                <a:spcAft>
                  <a:spcPct val="0"/>
                </a:spcAft>
                <a:defRPr/>
              </a:pPr>
              <a:endParaRPr lang="zh-CN" altLang="en-US" sz="2000" b="1">
                <a:solidFill>
                  <a:srgbClr val="2D5CE7">
                    <a:lumMod val="50000"/>
                  </a:srgbClr>
                </a:solidFill>
                <a:latin typeface="Arial"/>
                <a:ea typeface="宋体"/>
              </a:endParaRPr>
            </a:p>
          </p:txBody>
        </p:sp>
        <p:sp>
          <p:nvSpPr>
            <p:cNvPr id="110626" name="Line 32">
              <a:extLst>
                <a:ext uri="{FF2B5EF4-FFF2-40B4-BE49-F238E27FC236}">
                  <a16:creationId xmlns:a16="http://schemas.microsoft.com/office/drawing/2014/main" id="{C13102CA-7F01-F0A4-CE4D-E1E16381E92A}"/>
                </a:ext>
              </a:extLst>
            </p:cNvPr>
            <p:cNvSpPr>
              <a:spLocks noChangeShapeType="1"/>
            </p:cNvSpPr>
            <p:nvPr/>
          </p:nvSpPr>
          <p:spPr bwMode="auto">
            <a:xfrm>
              <a:off x="612" y="3067"/>
              <a:ext cx="181" cy="228"/>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wrap="none"/>
            <a:lstStyle/>
            <a:p>
              <a:pPr fontAlgn="base">
                <a:spcBef>
                  <a:spcPct val="0"/>
                </a:spcBef>
                <a:spcAft>
                  <a:spcPct val="0"/>
                </a:spcAft>
                <a:defRPr/>
              </a:pPr>
              <a:endParaRPr lang="zh-CN" altLang="en-US" sz="2000" b="1">
                <a:solidFill>
                  <a:srgbClr val="2D5CE7">
                    <a:lumMod val="50000"/>
                  </a:srgbClr>
                </a:solidFill>
                <a:latin typeface="Arial"/>
                <a:ea typeface="宋体"/>
              </a:endParaRPr>
            </a:p>
          </p:txBody>
        </p:sp>
        <p:sp>
          <p:nvSpPr>
            <p:cNvPr id="110627" name="Line 33">
              <a:extLst>
                <a:ext uri="{FF2B5EF4-FFF2-40B4-BE49-F238E27FC236}">
                  <a16:creationId xmlns:a16="http://schemas.microsoft.com/office/drawing/2014/main" id="{76D9F191-9E19-6C5F-08A3-F373AE23C872}"/>
                </a:ext>
              </a:extLst>
            </p:cNvPr>
            <p:cNvSpPr>
              <a:spLocks noChangeShapeType="1"/>
            </p:cNvSpPr>
            <p:nvPr/>
          </p:nvSpPr>
          <p:spPr bwMode="auto">
            <a:xfrm flipV="1">
              <a:off x="884" y="2749"/>
              <a:ext cx="0" cy="454"/>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wrap="none"/>
            <a:lstStyle/>
            <a:p>
              <a:pPr fontAlgn="base">
                <a:spcBef>
                  <a:spcPct val="0"/>
                </a:spcBef>
                <a:spcAft>
                  <a:spcPct val="0"/>
                </a:spcAft>
                <a:defRPr/>
              </a:pPr>
              <a:endParaRPr lang="zh-CN" altLang="en-US" sz="2000" b="1">
                <a:solidFill>
                  <a:srgbClr val="2D5CE7">
                    <a:lumMod val="50000"/>
                  </a:srgbClr>
                </a:solidFill>
                <a:latin typeface="Arial"/>
                <a:ea typeface="宋体"/>
              </a:endParaRPr>
            </a:p>
          </p:txBody>
        </p:sp>
        <p:sp>
          <p:nvSpPr>
            <p:cNvPr id="110628" name="Line 34">
              <a:extLst>
                <a:ext uri="{FF2B5EF4-FFF2-40B4-BE49-F238E27FC236}">
                  <a16:creationId xmlns:a16="http://schemas.microsoft.com/office/drawing/2014/main" id="{D35939FC-0328-019F-C7EB-D9EF568C5BA2}"/>
                </a:ext>
              </a:extLst>
            </p:cNvPr>
            <p:cNvSpPr>
              <a:spLocks noChangeShapeType="1"/>
            </p:cNvSpPr>
            <p:nvPr/>
          </p:nvSpPr>
          <p:spPr bwMode="auto">
            <a:xfrm>
              <a:off x="1066" y="2613"/>
              <a:ext cx="317"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29" name="Line 35">
              <a:extLst>
                <a:ext uri="{FF2B5EF4-FFF2-40B4-BE49-F238E27FC236}">
                  <a16:creationId xmlns:a16="http://schemas.microsoft.com/office/drawing/2014/main" id="{E4EF7488-130B-1C7D-3890-75AD749C016C}"/>
                </a:ext>
              </a:extLst>
            </p:cNvPr>
            <p:cNvSpPr>
              <a:spLocks noChangeShapeType="1"/>
            </p:cNvSpPr>
            <p:nvPr/>
          </p:nvSpPr>
          <p:spPr bwMode="auto">
            <a:xfrm>
              <a:off x="1655" y="2613"/>
              <a:ext cx="361"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30" name="Line 36">
              <a:extLst>
                <a:ext uri="{FF2B5EF4-FFF2-40B4-BE49-F238E27FC236}">
                  <a16:creationId xmlns:a16="http://schemas.microsoft.com/office/drawing/2014/main" id="{DDF20C47-739F-B62A-F451-BAB2E94A77B1}"/>
                </a:ext>
              </a:extLst>
            </p:cNvPr>
            <p:cNvSpPr>
              <a:spLocks noChangeShapeType="1"/>
            </p:cNvSpPr>
            <p:nvPr/>
          </p:nvSpPr>
          <p:spPr bwMode="auto">
            <a:xfrm flipH="1">
              <a:off x="1020" y="2795"/>
              <a:ext cx="1089" cy="499"/>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31" name="Freeform 37">
              <a:extLst>
                <a:ext uri="{FF2B5EF4-FFF2-40B4-BE49-F238E27FC236}">
                  <a16:creationId xmlns:a16="http://schemas.microsoft.com/office/drawing/2014/main" id="{C32C631C-60CB-C9B8-27D8-AB6E943C2243}"/>
                </a:ext>
              </a:extLst>
            </p:cNvPr>
            <p:cNvSpPr>
              <a:spLocks/>
            </p:cNvSpPr>
            <p:nvPr/>
          </p:nvSpPr>
          <p:spPr bwMode="auto">
            <a:xfrm>
              <a:off x="718" y="2273"/>
              <a:ext cx="332" cy="250"/>
            </a:xfrm>
            <a:custGeom>
              <a:avLst/>
              <a:gdLst>
                <a:gd name="T0" fmla="*/ 212 w 332"/>
                <a:gd name="T1" fmla="*/ 204 h 250"/>
                <a:gd name="T2" fmla="*/ 302 w 332"/>
                <a:gd name="T3" fmla="*/ 23 h 250"/>
                <a:gd name="T4" fmla="*/ 30 w 332"/>
                <a:gd name="T5" fmla="*/ 68 h 250"/>
                <a:gd name="T6" fmla="*/ 121 w 332"/>
                <a:gd name="T7" fmla="*/ 250 h 250"/>
                <a:gd name="T8" fmla="*/ 0 60000 65536"/>
                <a:gd name="T9" fmla="*/ 0 60000 65536"/>
                <a:gd name="T10" fmla="*/ 0 60000 65536"/>
                <a:gd name="T11" fmla="*/ 0 60000 65536"/>
                <a:gd name="T12" fmla="*/ 0 w 332"/>
                <a:gd name="T13" fmla="*/ 0 h 250"/>
                <a:gd name="T14" fmla="*/ 332 w 332"/>
                <a:gd name="T15" fmla="*/ 250 h 250"/>
              </a:gdLst>
              <a:ahLst/>
              <a:cxnLst>
                <a:cxn ang="T8">
                  <a:pos x="T0" y="T1"/>
                </a:cxn>
                <a:cxn ang="T9">
                  <a:pos x="T2" y="T3"/>
                </a:cxn>
                <a:cxn ang="T10">
                  <a:pos x="T4" y="T5"/>
                </a:cxn>
                <a:cxn ang="T11">
                  <a:pos x="T6" y="T7"/>
                </a:cxn>
              </a:cxnLst>
              <a:rect l="T12" t="T13" r="T14" b="T15"/>
              <a:pathLst>
                <a:path w="332" h="250">
                  <a:moveTo>
                    <a:pt x="212" y="204"/>
                  </a:moveTo>
                  <a:cubicBezTo>
                    <a:pt x="272" y="125"/>
                    <a:pt x="332" y="46"/>
                    <a:pt x="302" y="23"/>
                  </a:cubicBezTo>
                  <a:cubicBezTo>
                    <a:pt x="272" y="0"/>
                    <a:pt x="60" y="30"/>
                    <a:pt x="30" y="68"/>
                  </a:cubicBezTo>
                  <a:cubicBezTo>
                    <a:pt x="0" y="106"/>
                    <a:pt x="60" y="178"/>
                    <a:pt x="121" y="250"/>
                  </a:cubicBezTo>
                </a:path>
              </a:pathLst>
            </a:custGeom>
            <a:ln>
              <a:headEnd/>
              <a:tailEnd type="triangle" w="med" len="med"/>
            </a:ln>
          </p:spPr>
          <p:style>
            <a:lnRef idx="1">
              <a:schemeClr val="accent2"/>
            </a:lnRef>
            <a:fillRef idx="0">
              <a:schemeClr val="accent2"/>
            </a:fillRef>
            <a:effectRef idx="0">
              <a:schemeClr val="accent2"/>
            </a:effectRef>
            <a:fontRef idx="minor">
              <a:schemeClr val="tx1"/>
            </a:fontRef>
          </p:style>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32" name="Line 38">
              <a:extLst>
                <a:ext uri="{FF2B5EF4-FFF2-40B4-BE49-F238E27FC236}">
                  <a16:creationId xmlns:a16="http://schemas.microsoft.com/office/drawing/2014/main" id="{7B9B1C1F-2759-D7BB-2F06-307E3EA3799A}"/>
                </a:ext>
              </a:extLst>
            </p:cNvPr>
            <p:cNvSpPr>
              <a:spLocks noChangeShapeType="1"/>
            </p:cNvSpPr>
            <p:nvPr/>
          </p:nvSpPr>
          <p:spPr bwMode="auto">
            <a:xfrm flipH="1">
              <a:off x="1020" y="2523"/>
              <a:ext cx="363"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33" name="Freeform 39">
              <a:extLst>
                <a:ext uri="{FF2B5EF4-FFF2-40B4-BE49-F238E27FC236}">
                  <a16:creationId xmlns:a16="http://schemas.microsoft.com/office/drawing/2014/main" id="{4CEA18A9-72C1-2FAB-280F-FC330D328CE8}"/>
                </a:ext>
              </a:extLst>
            </p:cNvPr>
            <p:cNvSpPr>
              <a:spLocks/>
            </p:cNvSpPr>
            <p:nvPr/>
          </p:nvSpPr>
          <p:spPr bwMode="auto">
            <a:xfrm>
              <a:off x="975" y="2749"/>
              <a:ext cx="1089" cy="106"/>
            </a:xfrm>
            <a:custGeom>
              <a:avLst/>
              <a:gdLst>
                <a:gd name="T0" fmla="*/ 1089 w 1089"/>
                <a:gd name="T1" fmla="*/ 0 h 106"/>
                <a:gd name="T2" fmla="*/ 771 w 1089"/>
                <a:gd name="T3" fmla="*/ 91 h 106"/>
                <a:gd name="T4" fmla="*/ 136 w 1089"/>
                <a:gd name="T5" fmla="*/ 91 h 106"/>
                <a:gd name="T6" fmla="*/ 0 w 1089"/>
                <a:gd name="T7" fmla="*/ 0 h 106"/>
                <a:gd name="T8" fmla="*/ 0 60000 65536"/>
                <a:gd name="T9" fmla="*/ 0 60000 65536"/>
                <a:gd name="T10" fmla="*/ 0 60000 65536"/>
                <a:gd name="T11" fmla="*/ 0 60000 65536"/>
                <a:gd name="T12" fmla="*/ 0 w 1089"/>
                <a:gd name="T13" fmla="*/ 0 h 106"/>
                <a:gd name="T14" fmla="*/ 1089 w 1089"/>
                <a:gd name="T15" fmla="*/ 106 h 106"/>
              </a:gdLst>
              <a:ahLst/>
              <a:cxnLst>
                <a:cxn ang="T8">
                  <a:pos x="T0" y="T1"/>
                </a:cxn>
                <a:cxn ang="T9">
                  <a:pos x="T2" y="T3"/>
                </a:cxn>
                <a:cxn ang="T10">
                  <a:pos x="T4" y="T5"/>
                </a:cxn>
                <a:cxn ang="T11">
                  <a:pos x="T6" y="T7"/>
                </a:cxn>
              </a:cxnLst>
              <a:rect l="T12" t="T13" r="T14" b="T15"/>
              <a:pathLst>
                <a:path w="1089" h="106">
                  <a:moveTo>
                    <a:pt x="1089" y="0"/>
                  </a:moveTo>
                  <a:cubicBezTo>
                    <a:pt x="1009" y="38"/>
                    <a:pt x="930" y="76"/>
                    <a:pt x="771" y="91"/>
                  </a:cubicBezTo>
                  <a:cubicBezTo>
                    <a:pt x="612" y="106"/>
                    <a:pt x="264" y="106"/>
                    <a:pt x="136" y="91"/>
                  </a:cubicBezTo>
                  <a:cubicBezTo>
                    <a:pt x="8" y="76"/>
                    <a:pt x="4" y="38"/>
                    <a:pt x="0" y="0"/>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34" name="Freeform 40">
              <a:extLst>
                <a:ext uri="{FF2B5EF4-FFF2-40B4-BE49-F238E27FC236}">
                  <a16:creationId xmlns:a16="http://schemas.microsoft.com/office/drawing/2014/main" id="{5AB53D50-0ACD-F378-EBFD-4F4882803F9B}"/>
                </a:ext>
              </a:extLst>
            </p:cNvPr>
            <p:cNvSpPr>
              <a:spLocks/>
            </p:cNvSpPr>
            <p:nvPr/>
          </p:nvSpPr>
          <p:spPr bwMode="auto">
            <a:xfrm>
              <a:off x="930" y="3384"/>
              <a:ext cx="272" cy="280"/>
            </a:xfrm>
            <a:custGeom>
              <a:avLst/>
              <a:gdLst>
                <a:gd name="T0" fmla="*/ 0 w 272"/>
                <a:gd name="T1" fmla="*/ 91 h 280"/>
                <a:gd name="T2" fmla="*/ 90 w 272"/>
                <a:gd name="T3" fmla="*/ 273 h 280"/>
                <a:gd name="T4" fmla="*/ 272 w 272"/>
                <a:gd name="T5" fmla="*/ 46 h 280"/>
                <a:gd name="T6" fmla="*/ 90 w 272"/>
                <a:gd name="T7" fmla="*/ 0 h 280"/>
                <a:gd name="T8" fmla="*/ 0 60000 65536"/>
                <a:gd name="T9" fmla="*/ 0 60000 65536"/>
                <a:gd name="T10" fmla="*/ 0 60000 65536"/>
                <a:gd name="T11" fmla="*/ 0 60000 65536"/>
                <a:gd name="T12" fmla="*/ 0 w 272"/>
                <a:gd name="T13" fmla="*/ 0 h 280"/>
                <a:gd name="T14" fmla="*/ 272 w 272"/>
                <a:gd name="T15" fmla="*/ 280 h 280"/>
              </a:gdLst>
              <a:ahLst/>
              <a:cxnLst>
                <a:cxn ang="T8">
                  <a:pos x="T0" y="T1"/>
                </a:cxn>
                <a:cxn ang="T9">
                  <a:pos x="T2" y="T3"/>
                </a:cxn>
                <a:cxn ang="T10">
                  <a:pos x="T4" y="T5"/>
                </a:cxn>
                <a:cxn ang="T11">
                  <a:pos x="T6" y="T7"/>
                </a:cxn>
              </a:cxnLst>
              <a:rect l="T12" t="T13" r="T14" b="T15"/>
              <a:pathLst>
                <a:path w="272" h="280">
                  <a:moveTo>
                    <a:pt x="0" y="91"/>
                  </a:moveTo>
                  <a:cubicBezTo>
                    <a:pt x="22" y="185"/>
                    <a:pt x="45" y="280"/>
                    <a:pt x="90" y="273"/>
                  </a:cubicBezTo>
                  <a:cubicBezTo>
                    <a:pt x="135" y="266"/>
                    <a:pt x="272" y="91"/>
                    <a:pt x="272" y="46"/>
                  </a:cubicBezTo>
                  <a:cubicBezTo>
                    <a:pt x="272" y="1"/>
                    <a:pt x="181" y="0"/>
                    <a:pt x="90" y="0"/>
                  </a:cubicBezTo>
                </a:path>
              </a:pathLst>
            </a:custGeom>
            <a:ln>
              <a:headEnd/>
              <a:tailEnd type="triangle" w="med" len="med"/>
            </a:ln>
          </p:spPr>
          <p:style>
            <a:lnRef idx="1">
              <a:schemeClr val="accent2"/>
            </a:lnRef>
            <a:fillRef idx="0">
              <a:schemeClr val="accent2"/>
            </a:fillRef>
            <a:effectRef idx="0">
              <a:schemeClr val="accent2"/>
            </a:effectRef>
            <a:fontRef idx="minor">
              <a:schemeClr val="tx1"/>
            </a:fontRef>
          </p:style>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35" name="Text Box 41">
              <a:extLst>
                <a:ext uri="{FF2B5EF4-FFF2-40B4-BE49-F238E27FC236}">
                  <a16:creationId xmlns:a16="http://schemas.microsoft.com/office/drawing/2014/main" id="{905E1C18-CAAE-F46A-C5BF-F63D3F97CCD1}"/>
                </a:ext>
              </a:extLst>
            </p:cNvPr>
            <p:cNvSpPr txBox="1">
              <a:spLocks noChangeArrowheads="1"/>
            </p:cNvSpPr>
            <p:nvPr/>
          </p:nvSpPr>
          <p:spPr bwMode="auto">
            <a:xfrm>
              <a:off x="542" y="3048"/>
              <a:ext cx="177"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b</a:t>
              </a:r>
            </a:p>
          </p:txBody>
        </p:sp>
        <p:sp>
          <p:nvSpPr>
            <p:cNvPr id="110636" name="Text Box 42">
              <a:extLst>
                <a:ext uri="{FF2B5EF4-FFF2-40B4-BE49-F238E27FC236}">
                  <a16:creationId xmlns:a16="http://schemas.microsoft.com/office/drawing/2014/main" id="{82D1FA81-3A99-C4F7-6C51-A158708CFC3D}"/>
                </a:ext>
              </a:extLst>
            </p:cNvPr>
            <p:cNvSpPr txBox="1">
              <a:spLocks noChangeArrowheads="1"/>
            </p:cNvSpPr>
            <p:nvPr/>
          </p:nvSpPr>
          <p:spPr bwMode="auto">
            <a:xfrm>
              <a:off x="1496" y="3022"/>
              <a:ext cx="177"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sp>
          <p:nvSpPr>
            <p:cNvPr id="110637" name="Text Box 43">
              <a:extLst>
                <a:ext uri="{FF2B5EF4-FFF2-40B4-BE49-F238E27FC236}">
                  <a16:creationId xmlns:a16="http://schemas.microsoft.com/office/drawing/2014/main" id="{8EBABC34-74FD-F560-1630-58EE70A9FD4B}"/>
                </a:ext>
              </a:extLst>
            </p:cNvPr>
            <p:cNvSpPr txBox="1">
              <a:spLocks noChangeArrowheads="1"/>
            </p:cNvSpPr>
            <p:nvPr/>
          </p:nvSpPr>
          <p:spPr bwMode="auto">
            <a:xfrm>
              <a:off x="1132" y="3475"/>
              <a:ext cx="177"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b</a:t>
              </a:r>
            </a:p>
          </p:txBody>
        </p:sp>
        <p:sp>
          <p:nvSpPr>
            <p:cNvPr id="110638" name="Text Box 44">
              <a:extLst>
                <a:ext uri="{FF2B5EF4-FFF2-40B4-BE49-F238E27FC236}">
                  <a16:creationId xmlns:a16="http://schemas.microsoft.com/office/drawing/2014/main" id="{8F7F6E0A-657D-874C-90D7-36DF8A1D102F}"/>
                </a:ext>
              </a:extLst>
            </p:cNvPr>
            <p:cNvSpPr txBox="1">
              <a:spLocks noChangeArrowheads="1"/>
            </p:cNvSpPr>
            <p:nvPr/>
          </p:nvSpPr>
          <p:spPr bwMode="auto">
            <a:xfrm>
              <a:off x="1132" y="2568"/>
              <a:ext cx="177"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b</a:t>
              </a:r>
            </a:p>
          </p:txBody>
        </p:sp>
        <p:sp>
          <p:nvSpPr>
            <p:cNvPr id="110639" name="Text Box 45">
              <a:extLst>
                <a:ext uri="{FF2B5EF4-FFF2-40B4-BE49-F238E27FC236}">
                  <a16:creationId xmlns:a16="http://schemas.microsoft.com/office/drawing/2014/main" id="{78B97240-F903-FADE-5079-F83F073FD5E0}"/>
                </a:ext>
              </a:extLst>
            </p:cNvPr>
            <p:cNvSpPr txBox="1">
              <a:spLocks noChangeArrowheads="1"/>
            </p:cNvSpPr>
            <p:nvPr/>
          </p:nvSpPr>
          <p:spPr bwMode="auto">
            <a:xfrm>
              <a:off x="1723" y="2387"/>
              <a:ext cx="177"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sp>
          <p:nvSpPr>
            <p:cNvPr id="110640" name="Text Box 46">
              <a:extLst>
                <a:ext uri="{FF2B5EF4-FFF2-40B4-BE49-F238E27FC236}">
                  <a16:creationId xmlns:a16="http://schemas.microsoft.com/office/drawing/2014/main" id="{DBBAFA32-ED0D-FFD1-225A-D0A2BE36D425}"/>
                </a:ext>
              </a:extLst>
            </p:cNvPr>
            <p:cNvSpPr txBox="1">
              <a:spLocks noChangeArrowheads="1"/>
            </p:cNvSpPr>
            <p:nvPr/>
          </p:nvSpPr>
          <p:spPr bwMode="auto">
            <a:xfrm>
              <a:off x="591" y="2568"/>
              <a:ext cx="173"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a</a:t>
              </a:r>
            </a:p>
          </p:txBody>
        </p:sp>
        <p:sp>
          <p:nvSpPr>
            <p:cNvPr id="110641" name="Text Box 47">
              <a:extLst>
                <a:ext uri="{FF2B5EF4-FFF2-40B4-BE49-F238E27FC236}">
                  <a16:creationId xmlns:a16="http://schemas.microsoft.com/office/drawing/2014/main" id="{7CB4C01F-986F-3F46-53A6-D82E10E179FE}"/>
                </a:ext>
              </a:extLst>
            </p:cNvPr>
            <p:cNvSpPr txBox="1">
              <a:spLocks noChangeArrowheads="1"/>
            </p:cNvSpPr>
            <p:nvPr/>
          </p:nvSpPr>
          <p:spPr bwMode="auto">
            <a:xfrm>
              <a:off x="814" y="2205"/>
              <a:ext cx="173"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a</a:t>
              </a:r>
            </a:p>
          </p:txBody>
        </p:sp>
        <p:sp>
          <p:nvSpPr>
            <p:cNvPr id="110642" name="Text Box 48">
              <a:extLst>
                <a:ext uri="{FF2B5EF4-FFF2-40B4-BE49-F238E27FC236}">
                  <a16:creationId xmlns:a16="http://schemas.microsoft.com/office/drawing/2014/main" id="{FADE44AF-F74B-7D97-1702-5FE9F4881D90}"/>
                </a:ext>
              </a:extLst>
            </p:cNvPr>
            <p:cNvSpPr txBox="1">
              <a:spLocks noChangeArrowheads="1"/>
            </p:cNvSpPr>
            <p:nvPr/>
          </p:nvSpPr>
          <p:spPr bwMode="auto">
            <a:xfrm>
              <a:off x="1135" y="2296"/>
              <a:ext cx="173"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dirty="0">
                  <a:solidFill>
                    <a:srgbClr val="2D5CE7">
                      <a:lumMod val="50000"/>
                    </a:srgbClr>
                  </a:solidFill>
                  <a:latin typeface="Tahoma" panose="020B0604030504040204" pitchFamily="34" charset="0"/>
                </a:rPr>
                <a:t>a</a:t>
              </a:r>
            </a:p>
          </p:txBody>
        </p:sp>
        <p:sp>
          <p:nvSpPr>
            <p:cNvPr id="110643" name="Text Box 49">
              <a:extLst>
                <a:ext uri="{FF2B5EF4-FFF2-40B4-BE49-F238E27FC236}">
                  <a16:creationId xmlns:a16="http://schemas.microsoft.com/office/drawing/2014/main" id="{8A55E201-73EC-2588-8755-7DC3CD0E25A6}"/>
                </a:ext>
              </a:extLst>
            </p:cNvPr>
            <p:cNvSpPr txBox="1">
              <a:spLocks noChangeArrowheads="1"/>
            </p:cNvSpPr>
            <p:nvPr/>
          </p:nvSpPr>
          <p:spPr bwMode="auto">
            <a:xfrm>
              <a:off x="1313" y="2795"/>
              <a:ext cx="173"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sp>
          <p:nvSpPr>
            <p:cNvPr id="110644" name="Text Box 50">
              <a:extLst>
                <a:ext uri="{FF2B5EF4-FFF2-40B4-BE49-F238E27FC236}">
                  <a16:creationId xmlns:a16="http://schemas.microsoft.com/office/drawing/2014/main" id="{DAC9AF07-7F5B-13B6-F330-3701F15647B1}"/>
                </a:ext>
              </a:extLst>
            </p:cNvPr>
            <p:cNvSpPr txBox="1">
              <a:spLocks noChangeArrowheads="1"/>
            </p:cNvSpPr>
            <p:nvPr/>
          </p:nvSpPr>
          <p:spPr bwMode="auto">
            <a:xfrm>
              <a:off x="905" y="2885"/>
              <a:ext cx="173" cy="214"/>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grpSp>
      <p:sp>
        <p:nvSpPr>
          <p:cNvPr id="290867" name="AutoShape 51">
            <a:extLst>
              <a:ext uri="{FF2B5EF4-FFF2-40B4-BE49-F238E27FC236}">
                <a16:creationId xmlns:a16="http://schemas.microsoft.com/office/drawing/2014/main" id="{2DBB480B-9970-7E62-B0B1-F805BC94105A}"/>
              </a:ext>
            </a:extLst>
          </p:cNvPr>
          <p:cNvSpPr>
            <a:spLocks noChangeArrowheads="1"/>
          </p:cNvSpPr>
          <p:nvPr/>
        </p:nvSpPr>
        <p:spPr bwMode="auto">
          <a:xfrm>
            <a:off x="5808664" y="4365626"/>
            <a:ext cx="504825" cy="142875"/>
          </a:xfrm>
          <a:prstGeom prst="rightArrow">
            <a:avLst>
              <a:gd name="adj1" fmla="val 50000"/>
              <a:gd name="adj2" fmla="val 88333"/>
            </a:avLst>
          </a:prstGeom>
          <a:solidFill>
            <a:schemeClr val="accent1"/>
          </a:solidFill>
          <a:ln w="9525">
            <a:solidFill>
              <a:schemeClr val="accent2"/>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FFFFFF"/>
              </a:solidFill>
              <a:latin typeface="Times New Roman" panose="02020603050405020304" pitchFamily="18" charset="0"/>
            </a:endParaRPr>
          </a:p>
        </p:txBody>
      </p:sp>
      <p:grpSp>
        <p:nvGrpSpPr>
          <p:cNvPr id="3" name="Group 55">
            <a:extLst>
              <a:ext uri="{FF2B5EF4-FFF2-40B4-BE49-F238E27FC236}">
                <a16:creationId xmlns:a16="http://schemas.microsoft.com/office/drawing/2014/main" id="{740823F4-9F0D-4F7B-8AD2-9AFD8480CD00}"/>
              </a:ext>
            </a:extLst>
          </p:cNvPr>
          <p:cNvGrpSpPr>
            <a:grpSpLocks/>
          </p:cNvGrpSpPr>
          <p:nvPr/>
        </p:nvGrpSpPr>
        <p:grpSpPr bwMode="auto">
          <a:xfrm>
            <a:off x="6178550" y="3500439"/>
            <a:ext cx="4489450" cy="2674937"/>
            <a:chOff x="2931" y="2205"/>
            <a:chExt cx="2625" cy="1042"/>
          </a:xfrm>
        </p:grpSpPr>
        <p:sp>
          <p:nvSpPr>
            <p:cNvPr id="110598" name="Oval 5">
              <a:extLst>
                <a:ext uri="{FF2B5EF4-FFF2-40B4-BE49-F238E27FC236}">
                  <a16:creationId xmlns:a16="http://schemas.microsoft.com/office/drawing/2014/main" id="{F46EAAE1-DF15-6FDC-8746-D7FED2FD8E00}"/>
                </a:ext>
              </a:extLst>
            </p:cNvPr>
            <p:cNvSpPr>
              <a:spLocks noChangeArrowheads="1"/>
            </p:cNvSpPr>
            <p:nvPr/>
          </p:nvSpPr>
          <p:spPr bwMode="auto">
            <a:xfrm>
              <a:off x="5238" y="2659"/>
              <a:ext cx="272" cy="273"/>
            </a:xfrm>
            <a:prstGeom prst="ellipse">
              <a:avLst/>
            </a:prstGeom>
            <a:solidFill>
              <a:srgbClr val="FF0000"/>
            </a:solid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D</a:t>
              </a:r>
            </a:p>
          </p:txBody>
        </p:sp>
        <p:sp>
          <p:nvSpPr>
            <p:cNvPr id="110599" name="Line 6">
              <a:extLst>
                <a:ext uri="{FF2B5EF4-FFF2-40B4-BE49-F238E27FC236}">
                  <a16:creationId xmlns:a16="http://schemas.microsoft.com/office/drawing/2014/main" id="{1454567A-BD41-2FF8-CDF2-4E2EE8BB0341}"/>
                </a:ext>
              </a:extLst>
            </p:cNvPr>
            <p:cNvSpPr>
              <a:spLocks noChangeShapeType="1"/>
            </p:cNvSpPr>
            <p:nvPr/>
          </p:nvSpPr>
          <p:spPr bwMode="auto">
            <a:xfrm>
              <a:off x="3514" y="2795"/>
              <a:ext cx="409"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00" name="Line 7">
              <a:extLst>
                <a:ext uri="{FF2B5EF4-FFF2-40B4-BE49-F238E27FC236}">
                  <a16:creationId xmlns:a16="http://schemas.microsoft.com/office/drawing/2014/main" id="{41A80CC7-1BEE-C6FD-085B-ADA1F5B663DC}"/>
                </a:ext>
              </a:extLst>
            </p:cNvPr>
            <p:cNvSpPr>
              <a:spLocks noChangeShapeType="1"/>
            </p:cNvSpPr>
            <p:nvPr/>
          </p:nvSpPr>
          <p:spPr bwMode="auto">
            <a:xfrm>
              <a:off x="4195" y="2795"/>
              <a:ext cx="407"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01" name="Line 8">
              <a:extLst>
                <a:ext uri="{FF2B5EF4-FFF2-40B4-BE49-F238E27FC236}">
                  <a16:creationId xmlns:a16="http://schemas.microsoft.com/office/drawing/2014/main" id="{706F7D08-67CF-828F-2012-35D0484913DA}"/>
                </a:ext>
              </a:extLst>
            </p:cNvPr>
            <p:cNvSpPr>
              <a:spLocks noChangeShapeType="1"/>
            </p:cNvSpPr>
            <p:nvPr/>
          </p:nvSpPr>
          <p:spPr bwMode="auto">
            <a:xfrm>
              <a:off x="4875" y="2795"/>
              <a:ext cx="318" cy="0"/>
            </a:xfrm>
            <a:prstGeom prst="line">
              <a:avLst/>
            </a:prstGeom>
            <a:noFill/>
            <a:ln w="38100">
              <a:solidFill>
                <a:schemeClr val="accent2"/>
              </a:solidFill>
              <a:miter lim="800000"/>
              <a:headEnd/>
              <a:tailEnd type="triangle" w="med" len="med"/>
            </a:ln>
          </p:spPr>
          <p:txBody>
            <a:bodyPr wrap="none"/>
            <a:lstStyle/>
            <a:p>
              <a:pPr fontAlgn="base">
                <a:spcBef>
                  <a:spcPct val="0"/>
                </a:spcBef>
                <a:spcAft>
                  <a:spcPct val="0"/>
                </a:spcAft>
                <a:defRPr/>
              </a:pPr>
              <a:endParaRPr lang="zh-CN" altLang="en-US" sz="2000" b="1">
                <a:solidFill>
                  <a:srgbClr val="2D5CE7">
                    <a:lumMod val="50000"/>
                  </a:srgbClr>
                </a:solidFill>
                <a:latin typeface="宋体" panose="02010600030101010101" pitchFamily="2" charset="-122"/>
                <a:ea typeface="宋体" panose="02010600030101010101" pitchFamily="2" charset="-122"/>
              </a:endParaRPr>
            </a:p>
          </p:txBody>
        </p:sp>
        <p:sp>
          <p:nvSpPr>
            <p:cNvPr id="110602" name="Freeform 9">
              <a:extLst>
                <a:ext uri="{FF2B5EF4-FFF2-40B4-BE49-F238E27FC236}">
                  <a16:creationId xmlns:a16="http://schemas.microsoft.com/office/drawing/2014/main" id="{9F9448C8-C83A-3BA4-099C-685062EEB824}"/>
                </a:ext>
              </a:extLst>
            </p:cNvPr>
            <p:cNvSpPr>
              <a:spLocks/>
            </p:cNvSpPr>
            <p:nvPr/>
          </p:nvSpPr>
          <p:spPr bwMode="auto">
            <a:xfrm>
              <a:off x="3106" y="2568"/>
              <a:ext cx="136" cy="499"/>
            </a:xfrm>
            <a:custGeom>
              <a:avLst/>
              <a:gdLst>
                <a:gd name="T0" fmla="*/ 1 w 204"/>
                <a:gd name="T1" fmla="*/ 181 h 498"/>
                <a:gd name="T2" fmla="*/ 1 w 204"/>
                <a:gd name="T3" fmla="*/ 45 h 498"/>
                <a:gd name="T4" fmla="*/ 1 w 204"/>
                <a:gd name="T5" fmla="*/ 478 h 498"/>
                <a:gd name="T6" fmla="*/ 1 w 204"/>
                <a:gd name="T7" fmla="*/ 342 h 498"/>
                <a:gd name="T8" fmla="*/ 0 60000 65536"/>
                <a:gd name="T9" fmla="*/ 0 60000 65536"/>
                <a:gd name="T10" fmla="*/ 0 60000 65536"/>
                <a:gd name="T11" fmla="*/ 0 60000 65536"/>
                <a:gd name="T12" fmla="*/ 0 w 204"/>
                <a:gd name="T13" fmla="*/ 0 h 498"/>
                <a:gd name="T14" fmla="*/ 204 w 204"/>
                <a:gd name="T15" fmla="*/ 498 h 498"/>
              </a:gdLst>
              <a:ahLst/>
              <a:cxnLst>
                <a:cxn ang="T8">
                  <a:pos x="T0" y="T1"/>
                </a:cxn>
                <a:cxn ang="T9">
                  <a:pos x="T2" y="T3"/>
                </a:cxn>
                <a:cxn ang="T10">
                  <a:pos x="T4" y="T5"/>
                </a:cxn>
                <a:cxn ang="T11">
                  <a:pos x="T6" y="T7"/>
                </a:cxn>
              </a:cxnLst>
              <a:rect l="T12" t="T13" r="T14" b="T15"/>
              <a:pathLst>
                <a:path w="204" h="498">
                  <a:moveTo>
                    <a:pt x="204" y="181"/>
                  </a:moveTo>
                  <a:cubicBezTo>
                    <a:pt x="125" y="90"/>
                    <a:pt x="46" y="0"/>
                    <a:pt x="23" y="45"/>
                  </a:cubicBezTo>
                  <a:cubicBezTo>
                    <a:pt x="0" y="90"/>
                    <a:pt x="38" y="408"/>
                    <a:pt x="68" y="453"/>
                  </a:cubicBezTo>
                  <a:cubicBezTo>
                    <a:pt x="98" y="498"/>
                    <a:pt x="151" y="407"/>
                    <a:pt x="204" y="317"/>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03" name="Freeform 10">
              <a:extLst>
                <a:ext uri="{FF2B5EF4-FFF2-40B4-BE49-F238E27FC236}">
                  <a16:creationId xmlns:a16="http://schemas.microsoft.com/office/drawing/2014/main" id="{4050D543-77CB-4E37-33A4-6D2A437854D8}"/>
                </a:ext>
              </a:extLst>
            </p:cNvPr>
            <p:cNvSpPr>
              <a:spLocks/>
            </p:cNvSpPr>
            <p:nvPr/>
          </p:nvSpPr>
          <p:spPr bwMode="auto">
            <a:xfrm>
              <a:off x="3333" y="2432"/>
              <a:ext cx="2041" cy="227"/>
            </a:xfrm>
            <a:custGeom>
              <a:avLst/>
              <a:gdLst>
                <a:gd name="T0" fmla="*/ 2041 w 2041"/>
                <a:gd name="T1" fmla="*/ 1 h 371"/>
                <a:gd name="T2" fmla="*/ 1497 w 2041"/>
                <a:gd name="T3" fmla="*/ 1 h 371"/>
                <a:gd name="T4" fmla="*/ 408 w 2041"/>
                <a:gd name="T5" fmla="*/ 1 h 371"/>
                <a:gd name="T6" fmla="*/ 0 w 2041"/>
                <a:gd name="T7" fmla="*/ 1 h 371"/>
                <a:gd name="T8" fmla="*/ 0 60000 65536"/>
                <a:gd name="T9" fmla="*/ 0 60000 65536"/>
                <a:gd name="T10" fmla="*/ 0 60000 65536"/>
                <a:gd name="T11" fmla="*/ 0 60000 65536"/>
                <a:gd name="T12" fmla="*/ 0 w 2041"/>
                <a:gd name="T13" fmla="*/ 0 h 371"/>
                <a:gd name="T14" fmla="*/ 2041 w 2041"/>
                <a:gd name="T15" fmla="*/ 371 h 371"/>
              </a:gdLst>
              <a:ahLst/>
              <a:cxnLst>
                <a:cxn ang="T8">
                  <a:pos x="T0" y="T1"/>
                </a:cxn>
                <a:cxn ang="T9">
                  <a:pos x="T2" y="T3"/>
                </a:cxn>
                <a:cxn ang="T10">
                  <a:pos x="T4" y="T5"/>
                </a:cxn>
                <a:cxn ang="T11">
                  <a:pos x="T6" y="T7"/>
                </a:cxn>
              </a:cxnLst>
              <a:rect l="T12" t="T13" r="T14" b="T15"/>
              <a:pathLst>
                <a:path w="2041" h="371">
                  <a:moveTo>
                    <a:pt x="2041" y="326"/>
                  </a:moveTo>
                  <a:cubicBezTo>
                    <a:pt x="1905" y="212"/>
                    <a:pt x="1769" y="98"/>
                    <a:pt x="1497" y="53"/>
                  </a:cubicBezTo>
                  <a:cubicBezTo>
                    <a:pt x="1225" y="8"/>
                    <a:pt x="657" y="0"/>
                    <a:pt x="408" y="53"/>
                  </a:cubicBezTo>
                  <a:cubicBezTo>
                    <a:pt x="159" y="106"/>
                    <a:pt x="79" y="238"/>
                    <a:pt x="0" y="371"/>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04" name="Freeform 11">
              <a:extLst>
                <a:ext uri="{FF2B5EF4-FFF2-40B4-BE49-F238E27FC236}">
                  <a16:creationId xmlns:a16="http://schemas.microsoft.com/office/drawing/2014/main" id="{E586C803-434C-862B-5010-FDF5907DC6A1}"/>
                </a:ext>
              </a:extLst>
            </p:cNvPr>
            <p:cNvSpPr>
              <a:spLocks/>
            </p:cNvSpPr>
            <p:nvPr/>
          </p:nvSpPr>
          <p:spPr bwMode="auto">
            <a:xfrm>
              <a:off x="3938" y="2886"/>
              <a:ext cx="287" cy="265"/>
            </a:xfrm>
            <a:custGeom>
              <a:avLst/>
              <a:gdLst>
                <a:gd name="T0" fmla="*/ 211 w 287"/>
                <a:gd name="T1" fmla="*/ 0 h 265"/>
                <a:gd name="T2" fmla="*/ 257 w 287"/>
                <a:gd name="T3" fmla="*/ 227 h 265"/>
                <a:gd name="T4" fmla="*/ 30 w 287"/>
                <a:gd name="T5" fmla="*/ 227 h 265"/>
                <a:gd name="T6" fmla="*/ 75 w 287"/>
                <a:gd name="T7" fmla="*/ 45 h 265"/>
                <a:gd name="T8" fmla="*/ 0 60000 65536"/>
                <a:gd name="T9" fmla="*/ 0 60000 65536"/>
                <a:gd name="T10" fmla="*/ 0 60000 65536"/>
                <a:gd name="T11" fmla="*/ 0 60000 65536"/>
                <a:gd name="T12" fmla="*/ 0 w 287"/>
                <a:gd name="T13" fmla="*/ 0 h 265"/>
                <a:gd name="T14" fmla="*/ 287 w 287"/>
                <a:gd name="T15" fmla="*/ 265 h 265"/>
              </a:gdLst>
              <a:ahLst/>
              <a:cxnLst>
                <a:cxn ang="T8">
                  <a:pos x="T0" y="T1"/>
                </a:cxn>
                <a:cxn ang="T9">
                  <a:pos x="T2" y="T3"/>
                </a:cxn>
                <a:cxn ang="T10">
                  <a:pos x="T4" y="T5"/>
                </a:cxn>
                <a:cxn ang="T11">
                  <a:pos x="T6" y="T7"/>
                </a:cxn>
              </a:cxnLst>
              <a:rect l="T12" t="T13" r="T14" b="T15"/>
              <a:pathLst>
                <a:path w="287" h="265">
                  <a:moveTo>
                    <a:pt x="211" y="0"/>
                  </a:moveTo>
                  <a:cubicBezTo>
                    <a:pt x="249" y="94"/>
                    <a:pt x="287" y="189"/>
                    <a:pt x="257" y="227"/>
                  </a:cubicBezTo>
                  <a:cubicBezTo>
                    <a:pt x="227" y="265"/>
                    <a:pt x="60" y="257"/>
                    <a:pt x="30" y="227"/>
                  </a:cubicBezTo>
                  <a:cubicBezTo>
                    <a:pt x="0" y="197"/>
                    <a:pt x="37" y="121"/>
                    <a:pt x="75" y="45"/>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05" name="Freeform 12">
              <a:extLst>
                <a:ext uri="{FF2B5EF4-FFF2-40B4-BE49-F238E27FC236}">
                  <a16:creationId xmlns:a16="http://schemas.microsoft.com/office/drawing/2014/main" id="{FEF0AA4B-8DC9-D41F-BBA1-DCD86FE03CB5}"/>
                </a:ext>
              </a:extLst>
            </p:cNvPr>
            <p:cNvSpPr>
              <a:spLocks/>
            </p:cNvSpPr>
            <p:nvPr/>
          </p:nvSpPr>
          <p:spPr bwMode="auto">
            <a:xfrm>
              <a:off x="4195" y="2840"/>
              <a:ext cx="1088" cy="235"/>
            </a:xfrm>
            <a:custGeom>
              <a:avLst/>
              <a:gdLst>
                <a:gd name="T0" fmla="*/ 1088 w 1088"/>
                <a:gd name="T1" fmla="*/ 136 h 235"/>
                <a:gd name="T2" fmla="*/ 816 w 1088"/>
                <a:gd name="T3" fmla="*/ 227 h 235"/>
                <a:gd name="T4" fmla="*/ 227 w 1088"/>
                <a:gd name="T5" fmla="*/ 182 h 235"/>
                <a:gd name="T6" fmla="*/ 0 w 1088"/>
                <a:gd name="T7" fmla="*/ 0 h 235"/>
                <a:gd name="T8" fmla="*/ 0 60000 65536"/>
                <a:gd name="T9" fmla="*/ 0 60000 65536"/>
                <a:gd name="T10" fmla="*/ 0 60000 65536"/>
                <a:gd name="T11" fmla="*/ 0 60000 65536"/>
                <a:gd name="T12" fmla="*/ 0 w 1088"/>
                <a:gd name="T13" fmla="*/ 0 h 235"/>
                <a:gd name="T14" fmla="*/ 1088 w 1088"/>
                <a:gd name="T15" fmla="*/ 235 h 235"/>
              </a:gdLst>
              <a:ahLst/>
              <a:cxnLst>
                <a:cxn ang="T8">
                  <a:pos x="T0" y="T1"/>
                </a:cxn>
                <a:cxn ang="T9">
                  <a:pos x="T2" y="T3"/>
                </a:cxn>
                <a:cxn ang="T10">
                  <a:pos x="T4" y="T5"/>
                </a:cxn>
                <a:cxn ang="T11">
                  <a:pos x="T6" y="T7"/>
                </a:cxn>
              </a:cxnLst>
              <a:rect l="T12" t="T13" r="T14" b="T15"/>
              <a:pathLst>
                <a:path w="1088" h="235">
                  <a:moveTo>
                    <a:pt x="1088" y="136"/>
                  </a:moveTo>
                  <a:cubicBezTo>
                    <a:pt x="1023" y="177"/>
                    <a:pt x="959" y="219"/>
                    <a:pt x="816" y="227"/>
                  </a:cubicBezTo>
                  <a:cubicBezTo>
                    <a:pt x="673" y="235"/>
                    <a:pt x="363" y="220"/>
                    <a:pt x="227" y="182"/>
                  </a:cubicBezTo>
                  <a:cubicBezTo>
                    <a:pt x="91" y="144"/>
                    <a:pt x="38" y="30"/>
                    <a:pt x="0" y="0"/>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06" name="Freeform 13">
              <a:extLst>
                <a:ext uri="{FF2B5EF4-FFF2-40B4-BE49-F238E27FC236}">
                  <a16:creationId xmlns:a16="http://schemas.microsoft.com/office/drawing/2014/main" id="{C42E6873-71AA-0A07-1216-D5958383A2A7}"/>
                </a:ext>
              </a:extLst>
            </p:cNvPr>
            <p:cNvSpPr>
              <a:spLocks/>
            </p:cNvSpPr>
            <p:nvPr/>
          </p:nvSpPr>
          <p:spPr bwMode="auto">
            <a:xfrm>
              <a:off x="4059" y="2561"/>
              <a:ext cx="635" cy="98"/>
            </a:xfrm>
            <a:custGeom>
              <a:avLst/>
              <a:gdLst>
                <a:gd name="T0" fmla="*/ 635 w 635"/>
                <a:gd name="T1" fmla="*/ 98 h 98"/>
                <a:gd name="T2" fmla="*/ 453 w 635"/>
                <a:gd name="T3" fmla="*/ 7 h 98"/>
                <a:gd name="T4" fmla="*/ 136 w 635"/>
                <a:gd name="T5" fmla="*/ 53 h 98"/>
                <a:gd name="T6" fmla="*/ 0 w 635"/>
                <a:gd name="T7" fmla="*/ 98 h 98"/>
                <a:gd name="T8" fmla="*/ 0 60000 65536"/>
                <a:gd name="T9" fmla="*/ 0 60000 65536"/>
                <a:gd name="T10" fmla="*/ 0 60000 65536"/>
                <a:gd name="T11" fmla="*/ 0 60000 65536"/>
                <a:gd name="T12" fmla="*/ 0 w 635"/>
                <a:gd name="T13" fmla="*/ 0 h 98"/>
                <a:gd name="T14" fmla="*/ 635 w 635"/>
                <a:gd name="T15" fmla="*/ 98 h 98"/>
              </a:gdLst>
              <a:ahLst/>
              <a:cxnLst>
                <a:cxn ang="T8">
                  <a:pos x="T0" y="T1"/>
                </a:cxn>
                <a:cxn ang="T9">
                  <a:pos x="T2" y="T3"/>
                </a:cxn>
                <a:cxn ang="T10">
                  <a:pos x="T4" y="T5"/>
                </a:cxn>
                <a:cxn ang="T11">
                  <a:pos x="T6" y="T7"/>
                </a:cxn>
              </a:cxnLst>
              <a:rect l="T12" t="T13" r="T14" b="T15"/>
              <a:pathLst>
                <a:path w="635" h="98">
                  <a:moveTo>
                    <a:pt x="635" y="98"/>
                  </a:moveTo>
                  <a:cubicBezTo>
                    <a:pt x="585" y="56"/>
                    <a:pt x="536" y="14"/>
                    <a:pt x="453" y="7"/>
                  </a:cubicBezTo>
                  <a:cubicBezTo>
                    <a:pt x="370" y="0"/>
                    <a:pt x="211" y="38"/>
                    <a:pt x="136" y="53"/>
                  </a:cubicBezTo>
                  <a:cubicBezTo>
                    <a:pt x="61" y="68"/>
                    <a:pt x="30" y="83"/>
                    <a:pt x="0" y="98"/>
                  </a:cubicBezTo>
                </a:path>
              </a:pathLst>
            </a:custGeom>
            <a:noFill/>
            <a:ln w="38100">
              <a:solidFill>
                <a:schemeClr val="accent2"/>
              </a:solidFill>
              <a:miter lim="800000"/>
              <a:headEnd/>
              <a:tailEnd type="triangle" w="med" len="med"/>
            </a:ln>
          </p:spPr>
          <p:txBody>
            <a:bodyPr wrap="none"/>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50000"/>
                </a:spcBef>
                <a:spcAft>
                  <a:spcPct val="0"/>
                </a:spcAft>
                <a:defRPr/>
              </a:pPr>
              <a:endParaRPr lang="zh-CN" altLang="en-US">
                <a:solidFill>
                  <a:srgbClr val="2D5CE7">
                    <a:lumMod val="50000"/>
                  </a:srgbClr>
                </a:solidFill>
              </a:endParaRPr>
            </a:p>
          </p:txBody>
        </p:sp>
        <p:sp>
          <p:nvSpPr>
            <p:cNvPr id="110607" name="Text Box 14">
              <a:extLst>
                <a:ext uri="{FF2B5EF4-FFF2-40B4-BE49-F238E27FC236}">
                  <a16:creationId xmlns:a16="http://schemas.microsoft.com/office/drawing/2014/main" id="{C7C6F0E4-2180-304B-9716-CD9B928D1D03}"/>
                </a:ext>
              </a:extLst>
            </p:cNvPr>
            <p:cNvSpPr txBox="1">
              <a:spLocks noChangeArrowheads="1"/>
            </p:cNvSpPr>
            <p:nvPr/>
          </p:nvSpPr>
          <p:spPr bwMode="auto">
            <a:xfrm>
              <a:off x="3611" y="2523"/>
              <a:ext cx="203"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sp>
          <p:nvSpPr>
            <p:cNvPr id="110608" name="Text Box 15">
              <a:extLst>
                <a:ext uri="{FF2B5EF4-FFF2-40B4-BE49-F238E27FC236}">
                  <a16:creationId xmlns:a16="http://schemas.microsoft.com/office/drawing/2014/main" id="{1D4AC674-A295-D675-7EB7-2C201D0BCC18}"/>
                </a:ext>
              </a:extLst>
            </p:cNvPr>
            <p:cNvSpPr txBox="1">
              <a:spLocks noChangeArrowheads="1"/>
            </p:cNvSpPr>
            <p:nvPr/>
          </p:nvSpPr>
          <p:spPr bwMode="auto">
            <a:xfrm>
              <a:off x="4112" y="2387"/>
              <a:ext cx="203"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sp>
          <p:nvSpPr>
            <p:cNvPr id="110609" name="Text Box 16">
              <a:extLst>
                <a:ext uri="{FF2B5EF4-FFF2-40B4-BE49-F238E27FC236}">
                  <a16:creationId xmlns:a16="http://schemas.microsoft.com/office/drawing/2014/main" id="{2304E7C6-9182-9E91-D1F3-0F3957980412}"/>
                </a:ext>
              </a:extLst>
            </p:cNvPr>
            <p:cNvSpPr txBox="1">
              <a:spLocks noChangeArrowheads="1"/>
            </p:cNvSpPr>
            <p:nvPr/>
          </p:nvSpPr>
          <p:spPr bwMode="auto">
            <a:xfrm>
              <a:off x="4746" y="2977"/>
              <a:ext cx="203"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sp>
          <p:nvSpPr>
            <p:cNvPr id="110610" name="Text Box 17">
              <a:extLst>
                <a:ext uri="{FF2B5EF4-FFF2-40B4-BE49-F238E27FC236}">
                  <a16:creationId xmlns:a16="http://schemas.microsoft.com/office/drawing/2014/main" id="{4D8C671B-E588-E4F0-24BA-AB9158C175D7}"/>
                </a:ext>
              </a:extLst>
            </p:cNvPr>
            <p:cNvSpPr txBox="1">
              <a:spLocks noChangeArrowheads="1"/>
            </p:cNvSpPr>
            <p:nvPr/>
          </p:nvSpPr>
          <p:spPr bwMode="auto">
            <a:xfrm>
              <a:off x="3974" y="3067"/>
              <a:ext cx="203"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a</a:t>
              </a:r>
            </a:p>
          </p:txBody>
        </p:sp>
        <p:sp>
          <p:nvSpPr>
            <p:cNvPr id="110611" name="Text Box 18">
              <a:extLst>
                <a:ext uri="{FF2B5EF4-FFF2-40B4-BE49-F238E27FC236}">
                  <a16:creationId xmlns:a16="http://schemas.microsoft.com/office/drawing/2014/main" id="{0EDDA919-BD4F-A824-C47E-ABAC6AD9FD38}"/>
                </a:ext>
              </a:extLst>
            </p:cNvPr>
            <p:cNvSpPr txBox="1">
              <a:spLocks noChangeArrowheads="1"/>
            </p:cNvSpPr>
            <p:nvPr/>
          </p:nvSpPr>
          <p:spPr bwMode="auto">
            <a:xfrm>
              <a:off x="2931" y="2704"/>
              <a:ext cx="207"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sp>
          <p:nvSpPr>
            <p:cNvPr id="110612" name="Text Box 19">
              <a:extLst>
                <a:ext uri="{FF2B5EF4-FFF2-40B4-BE49-F238E27FC236}">
                  <a16:creationId xmlns:a16="http://schemas.microsoft.com/office/drawing/2014/main" id="{CD046AE5-2638-3B5F-5499-34F1DE1DF48D}"/>
                </a:ext>
              </a:extLst>
            </p:cNvPr>
            <p:cNvSpPr txBox="1">
              <a:spLocks noChangeArrowheads="1"/>
            </p:cNvSpPr>
            <p:nvPr/>
          </p:nvSpPr>
          <p:spPr bwMode="auto">
            <a:xfrm>
              <a:off x="4700" y="2205"/>
              <a:ext cx="207"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sp>
          <p:nvSpPr>
            <p:cNvPr id="110613" name="Text Box 20">
              <a:extLst>
                <a:ext uri="{FF2B5EF4-FFF2-40B4-BE49-F238E27FC236}">
                  <a16:creationId xmlns:a16="http://schemas.microsoft.com/office/drawing/2014/main" id="{4EBA9ED9-09E0-234F-8820-A1341A573189}"/>
                </a:ext>
              </a:extLst>
            </p:cNvPr>
            <p:cNvSpPr txBox="1">
              <a:spLocks noChangeArrowheads="1"/>
            </p:cNvSpPr>
            <p:nvPr/>
          </p:nvSpPr>
          <p:spPr bwMode="auto">
            <a:xfrm>
              <a:off x="4928" y="2523"/>
              <a:ext cx="207"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sp>
          <p:nvSpPr>
            <p:cNvPr id="110614" name="Oval 22">
              <a:extLst>
                <a:ext uri="{FF2B5EF4-FFF2-40B4-BE49-F238E27FC236}">
                  <a16:creationId xmlns:a16="http://schemas.microsoft.com/office/drawing/2014/main" id="{D31E5D23-BF7F-5F47-D552-998C691C4BA0}"/>
                </a:ext>
              </a:extLst>
            </p:cNvPr>
            <p:cNvSpPr>
              <a:spLocks noChangeArrowheads="1"/>
            </p:cNvSpPr>
            <p:nvPr/>
          </p:nvSpPr>
          <p:spPr bwMode="auto">
            <a:xfrm>
              <a:off x="3242" y="2659"/>
              <a:ext cx="272" cy="273"/>
            </a:xfrm>
            <a:prstGeom prst="ellipse">
              <a:avLst/>
            </a:prstGeom>
            <a:solidFill>
              <a:schemeClr val="accent2"/>
            </a:solid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A</a:t>
              </a:r>
            </a:p>
          </p:txBody>
        </p:sp>
        <p:sp>
          <p:nvSpPr>
            <p:cNvPr id="110615" name="Oval 23">
              <a:extLst>
                <a:ext uri="{FF2B5EF4-FFF2-40B4-BE49-F238E27FC236}">
                  <a16:creationId xmlns:a16="http://schemas.microsoft.com/office/drawing/2014/main" id="{2AC7085D-7035-1A9F-B753-D19ECAB9E67F}"/>
                </a:ext>
              </a:extLst>
            </p:cNvPr>
            <p:cNvSpPr>
              <a:spLocks noChangeArrowheads="1"/>
            </p:cNvSpPr>
            <p:nvPr/>
          </p:nvSpPr>
          <p:spPr bwMode="auto">
            <a:xfrm>
              <a:off x="4603" y="2659"/>
              <a:ext cx="272" cy="273"/>
            </a:xfrm>
            <a:prstGeom prst="ellipse">
              <a:avLst/>
            </a:prstGeom>
            <a:solidFill>
              <a:srgbClr val="00FF00"/>
            </a:solidFill>
            <a:ln w="38100" algn="ctr">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D5CE7">
                      <a:lumMod val="50000"/>
                    </a:srgbClr>
                  </a:solidFill>
                  <a:latin typeface="Tahoma" panose="020B0604030504040204" pitchFamily="34" charset="0"/>
                </a:rPr>
                <a:t>C</a:t>
              </a:r>
            </a:p>
          </p:txBody>
        </p:sp>
        <p:sp>
          <p:nvSpPr>
            <p:cNvPr id="110616" name="Oval 24">
              <a:extLst>
                <a:ext uri="{FF2B5EF4-FFF2-40B4-BE49-F238E27FC236}">
                  <a16:creationId xmlns:a16="http://schemas.microsoft.com/office/drawing/2014/main" id="{A6A6AE0C-1713-6CFB-C8CB-F7A026B975DC}"/>
                </a:ext>
              </a:extLst>
            </p:cNvPr>
            <p:cNvSpPr>
              <a:spLocks noChangeArrowheads="1"/>
            </p:cNvSpPr>
            <p:nvPr/>
          </p:nvSpPr>
          <p:spPr bwMode="auto">
            <a:xfrm>
              <a:off x="3923" y="2659"/>
              <a:ext cx="272" cy="273"/>
            </a:xfrm>
            <a:prstGeom prst="ellipse">
              <a:avLst/>
            </a:prstGeom>
            <a:solidFill>
              <a:schemeClr val="tx1">
                <a:lumMod val="40000"/>
                <a:lumOff val="60000"/>
              </a:schemeClr>
            </a:solidFill>
            <a:ln w="38100" algn="ctr">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dirty="0">
                  <a:solidFill>
                    <a:srgbClr val="2D5CE7">
                      <a:lumMod val="50000"/>
                    </a:srgbClr>
                  </a:solidFill>
                  <a:latin typeface="Tahoma" panose="020B0604030504040204" pitchFamily="34" charset="0"/>
                </a:rPr>
                <a:t>B</a:t>
              </a:r>
            </a:p>
          </p:txBody>
        </p:sp>
        <p:sp>
          <p:nvSpPr>
            <p:cNvPr id="110617" name="Oval 25">
              <a:extLst>
                <a:ext uri="{FF2B5EF4-FFF2-40B4-BE49-F238E27FC236}">
                  <a16:creationId xmlns:a16="http://schemas.microsoft.com/office/drawing/2014/main" id="{A556692E-70BE-512C-B047-F69FCB91E5ED}"/>
                </a:ext>
              </a:extLst>
            </p:cNvPr>
            <p:cNvSpPr>
              <a:spLocks noChangeArrowheads="1"/>
            </p:cNvSpPr>
            <p:nvPr/>
          </p:nvSpPr>
          <p:spPr bwMode="auto">
            <a:xfrm>
              <a:off x="5193" y="2613"/>
              <a:ext cx="363" cy="363"/>
            </a:xfrm>
            <a:prstGeom prst="ellipse">
              <a:avLst/>
            </a:prstGeom>
            <a:noFill/>
            <a:ln w="38100">
              <a:solidFill>
                <a:schemeClr val="bg1"/>
              </a:solidFill>
              <a:miter lim="800000"/>
              <a:headEnd/>
              <a:tailEnd/>
            </a:ln>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endParaRPr kumimoji="1" lang="zh-CN" altLang="en-US" sz="2400">
                <a:solidFill>
                  <a:srgbClr val="2D5CE7">
                    <a:lumMod val="50000"/>
                  </a:srgbClr>
                </a:solidFill>
                <a:latin typeface="Times New Roman" panose="02020603050405020304" pitchFamily="18" charset="0"/>
              </a:endParaRPr>
            </a:p>
          </p:txBody>
        </p:sp>
        <p:sp>
          <p:nvSpPr>
            <p:cNvPr id="110618" name="Text Box 52">
              <a:extLst>
                <a:ext uri="{FF2B5EF4-FFF2-40B4-BE49-F238E27FC236}">
                  <a16:creationId xmlns:a16="http://schemas.microsoft.com/office/drawing/2014/main" id="{B00B99B5-CE14-E537-5AE5-3E629F304B89}"/>
                </a:ext>
              </a:extLst>
            </p:cNvPr>
            <p:cNvSpPr txBox="1">
              <a:spLocks noChangeArrowheads="1"/>
            </p:cNvSpPr>
            <p:nvPr/>
          </p:nvSpPr>
          <p:spPr bwMode="auto">
            <a:xfrm>
              <a:off x="4293" y="2568"/>
              <a:ext cx="207" cy="180"/>
            </a:xfrm>
            <a:prstGeom prst="rect">
              <a:avLst/>
            </a:prstGeom>
            <a:noFill/>
            <a:ln>
              <a:noFill/>
            </a:ln>
          </p:spPr>
          <p:txBody>
            <a:bodyPr wrap="none">
              <a:spAutoFit/>
            </a:bodyP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b="0">
                  <a:solidFill>
                    <a:srgbClr val="2D5CE7">
                      <a:lumMod val="50000"/>
                    </a:srgbClr>
                  </a:solidFill>
                  <a:latin typeface="Tahoma" panose="020B0604030504040204" pitchFamily="34"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9086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6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WordArt 2">
            <a:extLst>
              <a:ext uri="{FF2B5EF4-FFF2-40B4-BE49-F238E27FC236}">
                <a16:creationId xmlns:a16="http://schemas.microsoft.com/office/drawing/2014/main" id="{62E15C10-B6B8-AF3C-2DE1-CB0396A46197}"/>
              </a:ext>
            </a:extLst>
          </p:cNvPr>
          <p:cNvSpPr>
            <a:spLocks noChangeArrowheads="1" noChangeShapeType="1" noTextEdit="1"/>
          </p:cNvSpPr>
          <p:nvPr/>
        </p:nvSpPr>
        <p:spPr bwMode="auto">
          <a:xfrm>
            <a:off x="2135189" y="1027113"/>
            <a:ext cx="7724775" cy="457200"/>
          </a:xfrm>
          <a:prstGeom prst="rect">
            <a:avLst/>
          </a:prstGeom>
        </p:spPr>
        <p:txBody>
          <a:bodyPr wrap="none" fromWordArt="1">
            <a:prstTxWarp prst="textPlain">
              <a:avLst>
                <a:gd name="adj" fmla="val 50000"/>
              </a:avLst>
            </a:prstTxWarp>
          </a:bodyPr>
          <a:lstStyle/>
          <a:p>
            <a:pPr algn="ctr" fontAlgn="base">
              <a:spcBef>
                <a:spcPct val="50000"/>
              </a:spcBef>
              <a:spcAft>
                <a:spcPct val="0"/>
              </a:spcAft>
              <a:defRPr/>
            </a:pPr>
            <a:r>
              <a:rPr lang="en-US" altLang="zh-CN" sz="3600" b="1" kern="10" dirty="0">
                <a:ln w="9525">
                  <a:solidFill>
                    <a:srgbClr val="0000FF"/>
                  </a:solidFill>
                  <a:round/>
                  <a:headEnd/>
                  <a:tailEnd/>
                </a:ln>
                <a:solidFill>
                  <a:srgbClr val="FFFFFF"/>
                </a:solidFill>
                <a:latin typeface="宋体"/>
                <a:ea typeface="宋体"/>
              </a:rPr>
              <a:t>3.3.5</a:t>
            </a:r>
            <a:r>
              <a:rPr lang="zh-CN" altLang="en-US" sz="3600" b="1" kern="10" dirty="0">
                <a:ln w="9525">
                  <a:solidFill>
                    <a:srgbClr val="0000FF"/>
                  </a:solidFill>
                  <a:round/>
                  <a:headEnd/>
                  <a:tailEnd/>
                </a:ln>
                <a:solidFill>
                  <a:srgbClr val="FFFFFF"/>
                </a:solidFill>
                <a:latin typeface="宋体"/>
                <a:ea typeface="宋体"/>
              </a:rPr>
              <a:t>正规式与有限自动机的等价性</a:t>
            </a:r>
            <a:endParaRPr lang="en-US" sz="3600" b="1" kern="10" dirty="0">
              <a:ln w="9525">
                <a:solidFill>
                  <a:srgbClr val="0000FF"/>
                </a:solidFill>
                <a:round/>
                <a:headEnd/>
                <a:tailEnd/>
              </a:ln>
              <a:solidFill>
                <a:srgbClr val="FFFFFF"/>
              </a:solidFill>
              <a:latin typeface="宋体"/>
              <a:ea typeface="宋体"/>
            </a:endParaRPr>
          </a:p>
        </p:txBody>
      </p:sp>
      <p:grpSp>
        <p:nvGrpSpPr>
          <p:cNvPr id="2" name="Group 3">
            <a:extLst>
              <a:ext uri="{FF2B5EF4-FFF2-40B4-BE49-F238E27FC236}">
                <a16:creationId xmlns:a16="http://schemas.microsoft.com/office/drawing/2014/main" id="{553E5D42-762C-6021-7665-362DAE2EA03D}"/>
              </a:ext>
            </a:extLst>
          </p:cNvPr>
          <p:cNvGrpSpPr>
            <a:grpSpLocks/>
          </p:cNvGrpSpPr>
          <p:nvPr/>
        </p:nvGrpSpPr>
        <p:grpSpPr bwMode="auto">
          <a:xfrm>
            <a:off x="2208213" y="2062164"/>
            <a:ext cx="7632700" cy="3887787"/>
            <a:chOff x="249" y="1162"/>
            <a:chExt cx="5353" cy="2903"/>
          </a:xfrm>
        </p:grpSpPr>
        <p:grpSp>
          <p:nvGrpSpPr>
            <p:cNvPr id="192516" name="Group 4">
              <a:extLst>
                <a:ext uri="{FF2B5EF4-FFF2-40B4-BE49-F238E27FC236}">
                  <a16:creationId xmlns:a16="http://schemas.microsoft.com/office/drawing/2014/main" id="{E98A99D8-3597-E6C2-7056-C5DEDE3C4DA1}"/>
                </a:ext>
              </a:extLst>
            </p:cNvPr>
            <p:cNvGrpSpPr>
              <a:grpSpLocks/>
            </p:cNvGrpSpPr>
            <p:nvPr/>
          </p:nvGrpSpPr>
          <p:grpSpPr bwMode="auto">
            <a:xfrm>
              <a:off x="249" y="1162"/>
              <a:ext cx="5353" cy="2903"/>
              <a:chOff x="720" y="480"/>
              <a:chExt cx="4224" cy="1390"/>
            </a:xfrm>
          </p:grpSpPr>
          <p:graphicFrame>
            <p:nvGraphicFramePr>
              <p:cNvPr id="192518" name="Object 5">
                <a:extLst>
                  <a:ext uri="{FF2B5EF4-FFF2-40B4-BE49-F238E27FC236}">
                    <a16:creationId xmlns:a16="http://schemas.microsoft.com/office/drawing/2014/main" id="{6211854B-5111-2B05-79D7-987DFA69849F}"/>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192518" name="Object 5">
                            <a:extLst>
                              <a:ext uri="{FF2B5EF4-FFF2-40B4-BE49-F238E27FC236}">
                                <a16:creationId xmlns:a16="http://schemas.microsoft.com/office/drawing/2014/main" id="{6211854B-5111-2B05-79D7-987DFA698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19" name="Object 6">
                <a:extLst>
                  <a:ext uri="{FF2B5EF4-FFF2-40B4-BE49-F238E27FC236}">
                    <a16:creationId xmlns:a16="http://schemas.microsoft.com/office/drawing/2014/main" id="{06CF04C0-FF27-DDD0-927C-A0524201A292}"/>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92519" name="Object 6">
                            <a:extLst>
                              <a:ext uri="{FF2B5EF4-FFF2-40B4-BE49-F238E27FC236}">
                                <a16:creationId xmlns:a16="http://schemas.microsoft.com/office/drawing/2014/main" id="{06CF04C0-FF27-DDD0-927C-A0524201A2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92517" name="Text Box 7">
              <a:extLst>
                <a:ext uri="{FF2B5EF4-FFF2-40B4-BE49-F238E27FC236}">
                  <a16:creationId xmlns:a16="http://schemas.microsoft.com/office/drawing/2014/main" id="{76AE799A-69B2-114E-A242-1BD5760E9ADC}"/>
                </a:ext>
              </a:extLst>
            </p:cNvPr>
            <p:cNvSpPr txBox="1">
              <a:spLocks noChangeArrowheads="1"/>
            </p:cNvSpPr>
            <p:nvPr/>
          </p:nvSpPr>
          <p:spPr bwMode="auto">
            <a:xfrm>
              <a:off x="340" y="1365"/>
              <a:ext cx="5168" cy="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关于</a:t>
              </a:r>
              <a:r>
                <a:rPr lang="zh-CN" altLang="en-US" sz="2400" b="1">
                  <a:solidFill>
                    <a:srgbClr val="DC5900"/>
                  </a:solidFill>
                  <a:latin typeface="宋体" panose="02010600030101010101" pitchFamily="2" charset="-122"/>
                </a:rPr>
                <a:t>正规式</a:t>
              </a:r>
              <a:r>
                <a:rPr lang="zh-CN" altLang="en-US" sz="2400" b="1">
                  <a:solidFill>
                    <a:srgbClr val="003399"/>
                  </a:solidFill>
                  <a:latin typeface="宋体" panose="02010600030101010101" pitchFamily="2" charset="-122"/>
                </a:rPr>
                <a:t>和</a:t>
              </a:r>
              <a:r>
                <a:rPr lang="zh-CN" altLang="en-US" sz="2400" b="1">
                  <a:solidFill>
                    <a:srgbClr val="DC5900"/>
                  </a:solidFill>
                  <a:latin typeface="宋体" panose="02010600030101010101" pitchFamily="2" charset="-122"/>
                </a:rPr>
                <a:t>有限自动机</a:t>
              </a:r>
              <a:r>
                <a:rPr lang="zh-CN" altLang="en-US" sz="2400" b="1">
                  <a:solidFill>
                    <a:srgbClr val="003399"/>
                  </a:solidFill>
                  <a:latin typeface="宋体" panose="02010600030101010101" pitchFamily="2" charset="-122"/>
                </a:rPr>
                <a:t>的</a:t>
              </a:r>
              <a:r>
                <a:rPr lang="zh-CN" altLang="en-US" sz="2400" b="1">
                  <a:solidFill>
                    <a:srgbClr val="DC5900"/>
                  </a:solidFill>
                  <a:latin typeface="宋体" panose="02010600030101010101" pitchFamily="2" charset="-122"/>
                </a:rPr>
                <a:t>等价性</a:t>
              </a:r>
              <a:r>
                <a:rPr lang="zh-CN" altLang="en-US" sz="2400" b="1">
                  <a:solidFill>
                    <a:srgbClr val="003399"/>
                  </a:solidFill>
                  <a:latin typeface="宋体" panose="02010600030101010101" pitchFamily="2" charset="-122"/>
                </a:rPr>
                <a:t>，有以下结论：</a:t>
              </a:r>
            </a:p>
            <a:p>
              <a:pPr fontAlgn="base">
                <a:lnSpc>
                  <a:spcPct val="150000"/>
                </a:lnSpc>
                <a:spcBef>
                  <a:spcPct val="50000"/>
                </a:spcBef>
                <a:spcAft>
                  <a:spcPct val="0"/>
                </a:spcAft>
                <a:buClrTx/>
                <a:buSzTx/>
                <a:buNone/>
              </a:pPr>
              <a:r>
                <a:rPr lang="en-US" altLang="zh-CN" sz="2400" b="1">
                  <a:solidFill>
                    <a:srgbClr val="003399"/>
                  </a:solidFill>
                  <a:latin typeface="宋体" panose="02010600030101010101" pitchFamily="2" charset="-122"/>
                </a:rPr>
                <a:t>1</a:t>
              </a:r>
              <a:r>
                <a:rPr lang="zh-CN" altLang="en-US" sz="2400" b="1">
                  <a:solidFill>
                    <a:srgbClr val="003399"/>
                  </a:solidFill>
                  <a:latin typeface="宋体" panose="02010600030101010101" pitchFamily="2" charset="-122"/>
                </a:rPr>
                <a:t>、对于任何有限自动机</a:t>
              </a:r>
              <a:r>
                <a:rPr lang="en-US" altLang="zh-CN" sz="2400" b="1">
                  <a:solidFill>
                    <a:srgbClr val="003399"/>
                  </a:solidFill>
                  <a:latin typeface="宋体" panose="02010600030101010101" pitchFamily="2" charset="-122"/>
                </a:rPr>
                <a:t>M</a:t>
              </a:r>
              <a:r>
                <a:rPr lang="zh-CN" altLang="en-US" sz="2400" b="1">
                  <a:solidFill>
                    <a:srgbClr val="003399"/>
                  </a:solidFill>
                  <a:latin typeface="宋体" panose="02010600030101010101" pitchFamily="2" charset="-122"/>
                </a:rPr>
                <a:t>，都存在一个正规式</a:t>
              </a:r>
              <a:r>
                <a:rPr lang="en-US" altLang="zh-CN" sz="2400" b="1">
                  <a:solidFill>
                    <a:srgbClr val="003399"/>
                  </a:solidFill>
                  <a:latin typeface="宋体" panose="02010600030101010101" pitchFamily="2" charset="-122"/>
                </a:rPr>
                <a:t>r</a:t>
              </a:r>
              <a:r>
                <a:rPr lang="zh-CN" altLang="en-US" sz="2400" b="1">
                  <a:solidFill>
                    <a:srgbClr val="003399"/>
                  </a:solidFill>
                  <a:latin typeface="宋体" panose="02010600030101010101" pitchFamily="2" charset="-122"/>
                </a:rPr>
                <a:t>，使得</a:t>
              </a:r>
              <a:r>
                <a:rPr lang="en-US" altLang="zh-CN" sz="2400" b="1">
                  <a:solidFill>
                    <a:srgbClr val="DC5900"/>
                  </a:solidFill>
                  <a:latin typeface="宋体" panose="02010600030101010101" pitchFamily="2" charset="-122"/>
                </a:rPr>
                <a:t>L(r) = L(M)</a:t>
              </a:r>
              <a:r>
                <a:rPr lang="zh-CN" altLang="en-US" sz="2400" b="1">
                  <a:solidFill>
                    <a:srgbClr val="DC5900"/>
                  </a:solidFill>
                  <a:latin typeface="宋体" panose="02010600030101010101" pitchFamily="2" charset="-122"/>
                </a:rPr>
                <a:t>。</a:t>
              </a:r>
            </a:p>
            <a:p>
              <a:pPr fontAlgn="base">
                <a:lnSpc>
                  <a:spcPct val="150000"/>
                </a:lnSpc>
                <a:spcBef>
                  <a:spcPct val="50000"/>
                </a:spcBef>
                <a:spcAft>
                  <a:spcPct val="0"/>
                </a:spcAft>
                <a:buClrTx/>
                <a:buSzTx/>
                <a:buNone/>
              </a:pPr>
              <a:r>
                <a:rPr lang="en-US" altLang="zh-CN" sz="2400" b="1">
                  <a:solidFill>
                    <a:srgbClr val="003399"/>
                  </a:solidFill>
                  <a:latin typeface="宋体" panose="02010600030101010101" pitchFamily="2" charset="-122"/>
                </a:rPr>
                <a:t>2</a:t>
              </a:r>
              <a:r>
                <a:rPr lang="zh-CN" altLang="en-US" sz="2400" b="1">
                  <a:solidFill>
                    <a:srgbClr val="003399"/>
                  </a:solidFill>
                  <a:latin typeface="宋体" panose="02010600030101010101" pitchFamily="2" charset="-122"/>
                </a:rPr>
                <a:t>、对于任何</a:t>
              </a:r>
              <a:r>
                <a:rPr lang="zh-CN" altLang="en-US" sz="2400" b="1">
                  <a:solidFill>
                    <a:srgbClr val="003399"/>
                  </a:solidFill>
                </a:rPr>
                <a:t>正规式</a:t>
              </a:r>
              <a:r>
                <a:rPr lang="en-US" altLang="zh-CN" sz="2400" b="1">
                  <a:solidFill>
                    <a:srgbClr val="003399"/>
                  </a:solidFill>
                </a:rPr>
                <a:t>r,</a:t>
              </a:r>
              <a:r>
                <a:rPr lang="zh-CN" altLang="en-US" sz="2400" b="1">
                  <a:solidFill>
                    <a:srgbClr val="003399"/>
                  </a:solidFill>
                </a:rPr>
                <a:t>都存在一个有限自动机</a:t>
              </a:r>
              <a:r>
                <a:rPr lang="en-US" altLang="zh-CN" sz="2400" b="1">
                  <a:solidFill>
                    <a:srgbClr val="003399"/>
                  </a:solidFill>
                </a:rPr>
                <a:t>M,</a:t>
              </a:r>
              <a:r>
                <a:rPr lang="zh-CN" altLang="en-US" sz="2400" b="1">
                  <a:solidFill>
                    <a:srgbClr val="003399"/>
                  </a:solidFill>
                </a:rPr>
                <a:t>使得</a:t>
              </a:r>
              <a:r>
                <a:rPr lang="en-US" altLang="zh-CN" sz="2400" b="1">
                  <a:solidFill>
                    <a:srgbClr val="DC5900"/>
                  </a:solidFill>
                </a:rPr>
                <a:t>L(M) = L(r)</a:t>
              </a:r>
              <a:r>
                <a:rPr lang="zh-CN" altLang="en-US" sz="2400" b="1">
                  <a:solidFill>
                    <a:srgbClr val="DC5900"/>
                  </a:solidFill>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19810"/>
                                        </p:tgtEl>
                                        <p:attrNameLst>
                                          <p:attrName>style.visibility</p:attrName>
                                        </p:attrNameLst>
                                      </p:cBhvr>
                                      <p:to>
                                        <p:strVal val="visible"/>
                                      </p:to>
                                    </p:set>
                                    <p:animEffect transition="in" filter="fade">
                                      <p:cBhvr>
                                        <p:cTn id="7" dur="2000"/>
                                        <p:tgtEl>
                                          <p:spTgt spid="119810"/>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a:extLst>
              <a:ext uri="{FF2B5EF4-FFF2-40B4-BE49-F238E27FC236}">
                <a16:creationId xmlns:a16="http://schemas.microsoft.com/office/drawing/2014/main" id="{80F88A97-38E8-3ADA-3120-6F60F992AEC5}"/>
              </a:ext>
            </a:extLst>
          </p:cNvPr>
          <p:cNvGrpSpPr>
            <a:grpSpLocks/>
          </p:cNvGrpSpPr>
          <p:nvPr/>
        </p:nvGrpSpPr>
        <p:grpSpPr bwMode="auto">
          <a:xfrm>
            <a:off x="1992314" y="549276"/>
            <a:ext cx="7559675" cy="2447925"/>
            <a:chOff x="720" y="480"/>
            <a:chExt cx="4224" cy="1390"/>
          </a:xfrm>
          <a:solidFill>
            <a:schemeClr val="bg1"/>
          </a:solidFill>
        </p:grpSpPr>
        <p:graphicFrame>
          <p:nvGraphicFramePr>
            <p:cNvPr id="9" name="Object 3">
              <a:extLst>
                <a:ext uri="{FF2B5EF4-FFF2-40B4-BE49-F238E27FC236}">
                  <a16:creationId xmlns:a16="http://schemas.microsoft.com/office/drawing/2014/main" id="{ACCE2321-D7F0-64F5-6B84-421927FB06ED}"/>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9" name="Object 3">
                          <a:extLst>
                            <a:ext uri="{FF2B5EF4-FFF2-40B4-BE49-F238E27FC236}">
                              <a16:creationId xmlns:a16="http://schemas.microsoft.com/office/drawing/2014/main" id="{ACCE2321-D7F0-64F5-6B84-421927FB06ED}"/>
                            </a:ext>
                          </a:extLst>
                        </p:cNvPr>
                        <p:cNvPicPr>
                          <a:picLocks noChangeAspect="1" noChangeArrowheads="1"/>
                        </p:cNvPicPr>
                        <p:nvPr/>
                      </p:nvPicPr>
                      <p:blipFill>
                        <a:blip r:embed="rId3"/>
                        <a:srcRect/>
                        <a:stretch>
                          <a:fillRect/>
                        </a:stretch>
                      </p:blipFill>
                      <p:spPr bwMode="auto">
                        <a:xfrm>
                          <a:off x="720" y="480"/>
                          <a:ext cx="4224" cy="1390"/>
                        </a:xfrm>
                        <a:prstGeom prst="rect">
                          <a:avLst/>
                        </a:prstGeom>
                        <a:noFill/>
                        <a:ln>
                          <a:noFill/>
                        </a:ln>
                        <a:effectLst/>
                      </p:spPr>
                    </p:pic>
                  </p:oleObj>
                </mc:Fallback>
              </mc:AlternateContent>
            </a:graphicData>
          </a:graphic>
        </p:graphicFrame>
        <p:graphicFrame>
          <p:nvGraphicFramePr>
            <p:cNvPr id="10" name="Object 4">
              <a:extLst>
                <a:ext uri="{FF2B5EF4-FFF2-40B4-BE49-F238E27FC236}">
                  <a16:creationId xmlns:a16="http://schemas.microsoft.com/office/drawing/2014/main" id="{CC963F93-8C4C-230D-19AF-4A3172C6008F}"/>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10" name="Object 4">
                          <a:extLst>
                            <a:ext uri="{FF2B5EF4-FFF2-40B4-BE49-F238E27FC236}">
                              <a16:creationId xmlns:a16="http://schemas.microsoft.com/office/drawing/2014/main" id="{CC963F93-8C4C-230D-19AF-4A3172C6008F}"/>
                            </a:ext>
                          </a:extLst>
                        </p:cNvPr>
                        <p:cNvPicPr>
                          <a:picLocks noChangeAspect="1" noChangeArrowheads="1"/>
                        </p:cNvPicPr>
                        <p:nvPr/>
                      </p:nvPicPr>
                      <p:blipFill>
                        <a:blip r:embed="rId5"/>
                        <a:srcRect/>
                        <a:stretch>
                          <a:fillRect/>
                        </a:stretch>
                      </p:blipFill>
                      <p:spPr bwMode="auto">
                        <a:xfrm>
                          <a:off x="2873" y="1028"/>
                          <a:ext cx="157" cy="296"/>
                        </a:xfrm>
                        <a:prstGeom prst="rect">
                          <a:avLst/>
                        </a:prstGeom>
                        <a:noFill/>
                      </p:spPr>
                    </p:pic>
                  </p:oleObj>
                </mc:Fallback>
              </mc:AlternateContent>
            </a:graphicData>
          </a:graphic>
        </p:graphicFrame>
      </p:grpSp>
      <p:sp>
        <p:nvSpPr>
          <p:cNvPr id="11" name="Text Box 5">
            <a:extLst>
              <a:ext uri="{FF2B5EF4-FFF2-40B4-BE49-F238E27FC236}">
                <a16:creationId xmlns:a16="http://schemas.microsoft.com/office/drawing/2014/main" id="{6FA55153-4BC6-FA7E-4C86-D90CCD02922E}"/>
              </a:ext>
            </a:extLst>
          </p:cNvPr>
          <p:cNvSpPr txBox="1">
            <a:spLocks noChangeArrowheads="1"/>
          </p:cNvSpPr>
          <p:nvPr/>
        </p:nvSpPr>
        <p:spPr bwMode="auto">
          <a:xfrm>
            <a:off x="2208213" y="765176"/>
            <a:ext cx="6983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dirty="0">
                <a:solidFill>
                  <a:srgbClr val="003399"/>
                </a:solidFill>
                <a:latin typeface="宋体" panose="02010600030101010101" pitchFamily="2" charset="-122"/>
              </a:rPr>
              <a:t>例</a:t>
            </a:r>
            <a:r>
              <a:rPr lang="en-US" altLang="zh-CN" sz="2000" b="1" dirty="0">
                <a:solidFill>
                  <a:srgbClr val="003399"/>
                </a:solidFill>
                <a:latin typeface="宋体" panose="02010600030101010101" pitchFamily="2" charset="-122"/>
              </a:rPr>
              <a:t>2-13</a:t>
            </a:r>
            <a:r>
              <a:rPr lang="zh-CN" altLang="en-US" sz="2000" b="1" dirty="0">
                <a:solidFill>
                  <a:srgbClr val="003399"/>
                </a:solidFill>
                <a:latin typeface="宋体" panose="02010600030101010101" pitchFamily="2" charset="-122"/>
              </a:rPr>
              <a:t>：科学表示法中数字常量的</a:t>
            </a:r>
            <a:r>
              <a:rPr lang="zh-CN" altLang="en-US" sz="2000" b="1" dirty="0">
                <a:solidFill>
                  <a:srgbClr val="DC5900"/>
                </a:solidFill>
                <a:latin typeface="宋体" panose="02010600030101010101" pitchFamily="2" charset="-122"/>
              </a:rPr>
              <a:t>正则表达式</a:t>
            </a:r>
            <a:r>
              <a:rPr lang="zh-CN" altLang="en-US" sz="2000" b="1" dirty="0">
                <a:solidFill>
                  <a:srgbClr val="003399"/>
                </a:solidFill>
                <a:latin typeface="宋体" panose="02010600030101010101" pitchFamily="2" charset="-122"/>
              </a:rPr>
              <a:t>对应的</a:t>
            </a:r>
            <a:r>
              <a:rPr lang="en-US" altLang="zh-CN" sz="2000" b="1" dirty="0">
                <a:solidFill>
                  <a:srgbClr val="003399"/>
                </a:solidFill>
                <a:latin typeface="宋体" panose="02010600030101010101" pitchFamily="2" charset="-122"/>
              </a:rPr>
              <a:t>DFA</a:t>
            </a:r>
            <a:r>
              <a:rPr lang="zh-CN" altLang="en-US" sz="2000" b="1" dirty="0">
                <a:solidFill>
                  <a:srgbClr val="003399"/>
                </a:solidFill>
                <a:latin typeface="宋体" panose="02010600030101010101" pitchFamily="2" charset="-122"/>
              </a:rPr>
              <a:t>：   </a:t>
            </a:r>
          </a:p>
        </p:txBody>
      </p:sp>
      <p:sp>
        <p:nvSpPr>
          <p:cNvPr id="12" name="Text Box 17">
            <a:extLst>
              <a:ext uri="{FF2B5EF4-FFF2-40B4-BE49-F238E27FC236}">
                <a16:creationId xmlns:a16="http://schemas.microsoft.com/office/drawing/2014/main" id="{F8813C39-749E-9AD7-C1B3-E2950C7738B6}"/>
              </a:ext>
            </a:extLst>
          </p:cNvPr>
          <p:cNvSpPr txBox="1">
            <a:spLocks noChangeArrowheads="1"/>
          </p:cNvSpPr>
          <p:nvPr/>
        </p:nvSpPr>
        <p:spPr bwMode="auto">
          <a:xfrm>
            <a:off x="2135188" y="1125539"/>
            <a:ext cx="6769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dirty="0">
                <a:solidFill>
                  <a:srgbClr val="003399"/>
                </a:solidFill>
                <a:latin typeface="宋体" panose="02010600030101010101" pitchFamily="2" charset="-122"/>
              </a:rPr>
              <a:t>       digit = [0-9]  </a:t>
            </a:r>
            <a:endParaRPr lang="en-US" altLang="zh-CN" sz="2000" b="1" i="1" dirty="0">
              <a:solidFill>
                <a:srgbClr val="006600"/>
              </a:solidFill>
              <a:latin typeface="宋体" panose="02010600030101010101" pitchFamily="2" charset="-122"/>
            </a:endParaRPr>
          </a:p>
        </p:txBody>
      </p:sp>
      <p:sp>
        <p:nvSpPr>
          <p:cNvPr id="13" name="Text Box 18">
            <a:extLst>
              <a:ext uri="{FF2B5EF4-FFF2-40B4-BE49-F238E27FC236}">
                <a16:creationId xmlns:a16="http://schemas.microsoft.com/office/drawing/2014/main" id="{785B52CB-29C8-4DB7-1DA7-29A555F5B1BF}"/>
              </a:ext>
            </a:extLst>
          </p:cNvPr>
          <p:cNvSpPr txBox="1">
            <a:spLocks noChangeArrowheads="1"/>
          </p:cNvSpPr>
          <p:nvPr/>
        </p:nvSpPr>
        <p:spPr bwMode="auto">
          <a:xfrm>
            <a:off x="2497138" y="1519239"/>
            <a:ext cx="2951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nat = digit </a:t>
            </a:r>
            <a:r>
              <a:rPr lang="en-US" altLang="zh-CN" sz="2000" b="1" baseline="30000">
                <a:solidFill>
                  <a:srgbClr val="003399"/>
                </a:solidFill>
                <a:latin typeface="宋体" panose="02010600030101010101" pitchFamily="2" charset="-122"/>
              </a:rPr>
              <a:t>+</a:t>
            </a:r>
            <a:r>
              <a:rPr lang="en-US" altLang="zh-CN" sz="2000" b="1">
                <a:solidFill>
                  <a:srgbClr val="003399"/>
                </a:solidFill>
                <a:latin typeface="宋体" panose="02010600030101010101" pitchFamily="2" charset="-122"/>
              </a:rPr>
              <a:t>   </a:t>
            </a:r>
          </a:p>
        </p:txBody>
      </p:sp>
      <p:sp>
        <p:nvSpPr>
          <p:cNvPr id="14" name="Text Box 19">
            <a:extLst>
              <a:ext uri="{FF2B5EF4-FFF2-40B4-BE49-F238E27FC236}">
                <a16:creationId xmlns:a16="http://schemas.microsoft.com/office/drawing/2014/main" id="{161DD36D-77DB-237F-195B-DED38AEACBAF}"/>
              </a:ext>
            </a:extLst>
          </p:cNvPr>
          <p:cNvSpPr txBox="1">
            <a:spLocks noChangeArrowheads="1"/>
          </p:cNvSpPr>
          <p:nvPr/>
        </p:nvSpPr>
        <p:spPr bwMode="auto">
          <a:xfrm>
            <a:off x="2351088" y="1952626"/>
            <a:ext cx="6769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dirty="0">
                <a:solidFill>
                  <a:srgbClr val="003399"/>
                </a:solidFill>
                <a:latin typeface="宋体" panose="02010600030101010101" pitchFamily="2" charset="-122"/>
              </a:rPr>
              <a:t>     </a:t>
            </a:r>
            <a:r>
              <a:rPr lang="en-US" altLang="zh-CN" sz="2000" b="1" dirty="0" err="1">
                <a:solidFill>
                  <a:srgbClr val="003399"/>
                </a:solidFill>
                <a:latin typeface="宋体" panose="02010600030101010101" pitchFamily="2" charset="-122"/>
              </a:rPr>
              <a:t>signedNat</a:t>
            </a:r>
            <a:r>
              <a:rPr lang="en-US" altLang="zh-CN" sz="2000" b="1" dirty="0">
                <a:solidFill>
                  <a:srgbClr val="003399"/>
                </a:solidFill>
                <a:latin typeface="宋体" panose="02010600030101010101" pitchFamily="2" charset="-122"/>
              </a:rPr>
              <a:t> = ( +|- )? </a:t>
            </a:r>
            <a:r>
              <a:rPr lang="en-US" altLang="zh-CN" sz="2000" b="1" dirty="0" err="1">
                <a:solidFill>
                  <a:srgbClr val="003399"/>
                </a:solidFill>
                <a:latin typeface="宋体" panose="02010600030101010101" pitchFamily="2" charset="-122"/>
              </a:rPr>
              <a:t>nat</a:t>
            </a:r>
            <a:endParaRPr lang="en-US" altLang="zh-CN" sz="2000" b="1" i="1" dirty="0">
              <a:solidFill>
                <a:srgbClr val="006600"/>
              </a:solidFill>
              <a:latin typeface="宋体" panose="02010600030101010101" pitchFamily="2" charset="-122"/>
            </a:endParaRPr>
          </a:p>
        </p:txBody>
      </p:sp>
      <p:sp>
        <p:nvSpPr>
          <p:cNvPr id="15" name="Text Box 20">
            <a:extLst>
              <a:ext uri="{FF2B5EF4-FFF2-40B4-BE49-F238E27FC236}">
                <a16:creationId xmlns:a16="http://schemas.microsoft.com/office/drawing/2014/main" id="{2E8689B1-518F-39FF-1785-3C5CC6CFA2D3}"/>
              </a:ext>
            </a:extLst>
          </p:cNvPr>
          <p:cNvSpPr txBox="1">
            <a:spLocks noChangeArrowheads="1"/>
          </p:cNvSpPr>
          <p:nvPr/>
        </p:nvSpPr>
        <p:spPr bwMode="auto">
          <a:xfrm>
            <a:off x="3000375" y="2384426"/>
            <a:ext cx="741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latin typeface="宋体" panose="02010600030101010101" pitchFamily="2" charset="-122"/>
              </a:rPr>
              <a:t>number = signedNat(“·”nat)</a:t>
            </a:r>
            <a:r>
              <a:rPr lang="zh-CN" altLang="en-US" sz="2000" b="1">
                <a:solidFill>
                  <a:srgbClr val="003399"/>
                </a:solidFill>
                <a:latin typeface="宋体" panose="02010600030101010101" pitchFamily="2" charset="-122"/>
              </a:rPr>
              <a:t>？</a:t>
            </a:r>
          </a:p>
        </p:txBody>
      </p:sp>
      <p:pic>
        <p:nvPicPr>
          <p:cNvPr id="17" name="图片 16">
            <a:extLst>
              <a:ext uri="{FF2B5EF4-FFF2-40B4-BE49-F238E27FC236}">
                <a16:creationId xmlns:a16="http://schemas.microsoft.com/office/drawing/2014/main" id="{88C8E605-4268-75C6-4318-B425EAB97AEA}"/>
              </a:ext>
            </a:extLst>
          </p:cNvPr>
          <p:cNvPicPr>
            <a:picLocks noChangeAspect="1"/>
          </p:cNvPicPr>
          <p:nvPr/>
        </p:nvPicPr>
        <p:blipFill>
          <a:blip r:embed="rId6"/>
          <a:stretch>
            <a:fillRect/>
          </a:stretch>
        </p:blipFill>
        <p:spPr>
          <a:xfrm>
            <a:off x="211028" y="3427412"/>
            <a:ext cx="4123228" cy="2997599"/>
          </a:xfrm>
          <a:prstGeom prst="rect">
            <a:avLst/>
          </a:prstGeom>
        </p:spPr>
      </p:pic>
      <p:pic>
        <p:nvPicPr>
          <p:cNvPr id="19" name="图片 18">
            <a:extLst>
              <a:ext uri="{FF2B5EF4-FFF2-40B4-BE49-F238E27FC236}">
                <a16:creationId xmlns:a16="http://schemas.microsoft.com/office/drawing/2014/main" id="{4845942A-FB0A-E20B-E952-EB5633BDB8E3}"/>
              </a:ext>
            </a:extLst>
          </p:cNvPr>
          <p:cNvPicPr>
            <a:picLocks noChangeAspect="1"/>
          </p:cNvPicPr>
          <p:nvPr/>
        </p:nvPicPr>
        <p:blipFill>
          <a:blip r:embed="rId7"/>
          <a:stretch>
            <a:fillRect/>
          </a:stretch>
        </p:blipFill>
        <p:spPr>
          <a:xfrm>
            <a:off x="4701403" y="3412622"/>
            <a:ext cx="5822922" cy="2997599"/>
          </a:xfrm>
          <a:prstGeom prst="rect">
            <a:avLst/>
          </a:prstGeom>
        </p:spPr>
      </p:pic>
    </p:spTree>
    <p:extLst>
      <p:ext uri="{BB962C8B-B14F-4D97-AF65-F5344CB8AC3E}">
        <p14:creationId xmlns:p14="http://schemas.microsoft.com/office/powerpoint/2010/main" val="141820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2"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2"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3"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3"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3"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1" grpId="2"/>
      <p:bldP spid="12" grpId="0"/>
      <p:bldP spid="12" grpId="1"/>
      <p:bldP spid="12" grpId="2"/>
      <p:bldP spid="13" grpId="0"/>
      <p:bldP spid="13" grpId="1"/>
      <p:bldP spid="13" grpId="2"/>
      <p:bldP spid="13" grpId="3"/>
      <p:bldP spid="14" grpId="0"/>
      <p:bldP spid="14" grpId="1"/>
      <p:bldP spid="14" grpId="2"/>
      <p:bldP spid="14" grpId="3"/>
      <p:bldP spid="15" grpId="0"/>
      <p:bldP spid="15" grpId="1"/>
      <p:bldP spid="15" grpId="2"/>
      <p:bldP spid="15" grpId="3"/>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a:extLst>
              <a:ext uri="{FF2B5EF4-FFF2-40B4-BE49-F238E27FC236}">
                <a16:creationId xmlns:a16="http://schemas.microsoft.com/office/drawing/2014/main" id="{7F164538-456F-8E85-0ED8-4A50CE2645CA}"/>
              </a:ext>
            </a:extLst>
          </p:cNvPr>
          <p:cNvSpPr>
            <a:spLocks noChangeArrowheads="1"/>
          </p:cNvSpPr>
          <p:nvPr/>
        </p:nvSpPr>
        <p:spPr bwMode="auto">
          <a:xfrm>
            <a:off x="410946" y="187494"/>
            <a:ext cx="11370108" cy="1015663"/>
          </a:xfrm>
          <a:prstGeom prst="rect">
            <a:avLst/>
          </a:prstGeom>
          <a:solidFill>
            <a:schemeClr val="bg1"/>
          </a:solidFill>
          <a:ln w="9525" algn="ctr">
            <a:solidFill>
              <a:srgbClr val="000000"/>
            </a:solidFill>
            <a:miter lim="800000"/>
            <a:headEnd/>
            <a:tailEnd/>
          </a:ln>
        </p:spPr>
        <p:txBody>
          <a:bodyPr wrap="squar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dirty="0">
                <a:solidFill>
                  <a:srgbClr val="003399"/>
                </a:solidFill>
                <a:latin typeface="宋体" panose="02010600030101010101" pitchFamily="2" charset="-122"/>
              </a:rPr>
              <a:t>加上可选的小数部分，</a:t>
            </a:r>
            <a:r>
              <a:rPr lang="zh-CN" altLang="en-US" sz="2400" b="1" dirty="0">
                <a:solidFill>
                  <a:srgbClr val="003399"/>
                </a:solidFill>
              </a:rPr>
              <a:t>数字常量的</a:t>
            </a:r>
            <a:r>
              <a:rPr lang="zh-CN" altLang="en-US" sz="2400" b="1" dirty="0">
                <a:solidFill>
                  <a:srgbClr val="DC5900"/>
                </a:solidFill>
              </a:rPr>
              <a:t>正则表达式</a:t>
            </a:r>
            <a:r>
              <a:rPr lang="en-US" altLang="zh-CN" sz="2400" b="1" dirty="0">
                <a:solidFill>
                  <a:srgbClr val="003399"/>
                </a:solidFill>
              </a:rPr>
              <a:t>number = </a:t>
            </a:r>
            <a:r>
              <a:rPr lang="en-US" altLang="zh-CN" sz="2400" b="1" dirty="0" err="1">
                <a:solidFill>
                  <a:srgbClr val="003399"/>
                </a:solidFill>
              </a:rPr>
              <a:t>signedNat</a:t>
            </a:r>
            <a:r>
              <a:rPr lang="en-US" altLang="zh-CN" sz="2400" b="1" dirty="0">
                <a:solidFill>
                  <a:srgbClr val="003399"/>
                </a:solidFill>
              </a:rPr>
              <a:t>(“·”</a:t>
            </a:r>
            <a:r>
              <a:rPr lang="en-US" altLang="zh-CN" sz="2400" b="1" dirty="0" err="1">
                <a:solidFill>
                  <a:srgbClr val="003399"/>
                </a:solidFill>
              </a:rPr>
              <a:t>nat</a:t>
            </a:r>
            <a:r>
              <a:rPr lang="en-US" altLang="zh-CN" sz="2400" b="1" dirty="0">
                <a:solidFill>
                  <a:srgbClr val="003399"/>
                </a:solidFill>
              </a:rPr>
              <a:t>)</a:t>
            </a:r>
            <a:r>
              <a:rPr lang="zh-CN" altLang="en-US" sz="2400" b="1" dirty="0">
                <a:solidFill>
                  <a:srgbClr val="003399"/>
                </a:solidFill>
              </a:rPr>
              <a:t>？</a:t>
            </a:r>
          </a:p>
          <a:p>
            <a:pPr fontAlgn="base">
              <a:spcBef>
                <a:spcPct val="50000"/>
              </a:spcBef>
              <a:spcAft>
                <a:spcPct val="0"/>
              </a:spcAft>
              <a:buClrTx/>
              <a:buSzTx/>
              <a:buNone/>
            </a:pPr>
            <a:r>
              <a:rPr lang="zh-CN" altLang="en-US" sz="2400" b="1" dirty="0">
                <a:solidFill>
                  <a:srgbClr val="003399"/>
                </a:solidFill>
                <a:latin typeface="宋体" panose="02010600030101010101" pitchFamily="2" charset="-122"/>
              </a:rPr>
              <a:t>对应的</a:t>
            </a:r>
            <a:r>
              <a:rPr lang="en-US" altLang="zh-CN" sz="2400" b="1" dirty="0">
                <a:solidFill>
                  <a:srgbClr val="003399"/>
                </a:solidFill>
                <a:latin typeface="宋体" panose="02010600030101010101" pitchFamily="2" charset="-122"/>
              </a:rPr>
              <a:t>DFA</a:t>
            </a:r>
            <a:r>
              <a:rPr lang="zh-CN" altLang="en-US" sz="2400" b="1" dirty="0">
                <a:solidFill>
                  <a:srgbClr val="003399"/>
                </a:solidFill>
                <a:latin typeface="宋体" panose="02010600030101010101" pitchFamily="2" charset="-122"/>
              </a:rPr>
              <a:t>如下图：</a:t>
            </a:r>
          </a:p>
        </p:txBody>
      </p:sp>
      <p:pic>
        <p:nvPicPr>
          <p:cNvPr id="6" name="图片 5">
            <a:extLst>
              <a:ext uri="{FF2B5EF4-FFF2-40B4-BE49-F238E27FC236}">
                <a16:creationId xmlns:a16="http://schemas.microsoft.com/office/drawing/2014/main" id="{5F1B911B-B399-314C-EEF4-2B0152F8F065}"/>
              </a:ext>
            </a:extLst>
          </p:cNvPr>
          <p:cNvPicPr>
            <a:picLocks noChangeAspect="1"/>
          </p:cNvPicPr>
          <p:nvPr/>
        </p:nvPicPr>
        <p:blipFill>
          <a:blip r:embed="rId2"/>
          <a:stretch>
            <a:fillRect/>
          </a:stretch>
        </p:blipFill>
        <p:spPr>
          <a:xfrm>
            <a:off x="410946" y="1395665"/>
            <a:ext cx="11018120" cy="2213143"/>
          </a:xfrm>
          <a:prstGeom prst="rect">
            <a:avLst/>
          </a:prstGeom>
        </p:spPr>
      </p:pic>
      <p:pic>
        <p:nvPicPr>
          <p:cNvPr id="7" name="图片 6">
            <a:extLst>
              <a:ext uri="{FF2B5EF4-FFF2-40B4-BE49-F238E27FC236}">
                <a16:creationId xmlns:a16="http://schemas.microsoft.com/office/drawing/2014/main" id="{6A471CB4-6663-81F7-95C9-2557B01845DA}"/>
              </a:ext>
            </a:extLst>
          </p:cNvPr>
          <p:cNvPicPr>
            <a:picLocks noChangeAspect="1"/>
          </p:cNvPicPr>
          <p:nvPr/>
        </p:nvPicPr>
        <p:blipFill>
          <a:blip r:embed="rId3"/>
          <a:stretch>
            <a:fillRect/>
          </a:stretch>
        </p:blipFill>
        <p:spPr>
          <a:xfrm>
            <a:off x="592028" y="3801316"/>
            <a:ext cx="4123228" cy="2997599"/>
          </a:xfrm>
          <a:prstGeom prst="rect">
            <a:avLst/>
          </a:prstGeom>
        </p:spPr>
      </p:pic>
      <p:pic>
        <p:nvPicPr>
          <p:cNvPr id="8" name="图片 7">
            <a:extLst>
              <a:ext uri="{FF2B5EF4-FFF2-40B4-BE49-F238E27FC236}">
                <a16:creationId xmlns:a16="http://schemas.microsoft.com/office/drawing/2014/main" id="{E05DFB15-DA3C-794F-BF45-2CEF9FDCDE59}"/>
              </a:ext>
            </a:extLst>
          </p:cNvPr>
          <p:cNvPicPr>
            <a:picLocks noChangeAspect="1"/>
          </p:cNvPicPr>
          <p:nvPr/>
        </p:nvPicPr>
        <p:blipFill>
          <a:blip r:embed="rId4"/>
          <a:stretch>
            <a:fillRect/>
          </a:stretch>
        </p:blipFill>
        <p:spPr>
          <a:xfrm>
            <a:off x="5082403" y="3786526"/>
            <a:ext cx="5822922" cy="2997599"/>
          </a:xfrm>
          <a:prstGeom prst="rect">
            <a:avLst/>
          </a:prstGeom>
        </p:spPr>
      </p:pic>
    </p:spTree>
    <p:extLst>
      <p:ext uri="{BB962C8B-B14F-4D97-AF65-F5344CB8AC3E}">
        <p14:creationId xmlns:p14="http://schemas.microsoft.com/office/powerpoint/2010/main" val="229796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37396AE-FE89-5A1C-1753-CF50B9239007}"/>
              </a:ext>
            </a:extLst>
          </p:cNvPr>
          <p:cNvGrpSpPr>
            <a:grpSpLocks/>
          </p:cNvGrpSpPr>
          <p:nvPr/>
        </p:nvGrpSpPr>
        <p:grpSpPr bwMode="auto">
          <a:xfrm>
            <a:off x="4184651" y="3938588"/>
            <a:ext cx="3529013" cy="2106612"/>
            <a:chOff x="521" y="619"/>
            <a:chExt cx="2223" cy="1327"/>
          </a:xfrm>
        </p:grpSpPr>
        <p:sp>
          <p:nvSpPr>
            <p:cNvPr id="196638" name="AutoShape 3">
              <a:extLst>
                <a:ext uri="{FF2B5EF4-FFF2-40B4-BE49-F238E27FC236}">
                  <a16:creationId xmlns:a16="http://schemas.microsoft.com/office/drawing/2014/main" id="{D75D3787-118E-1BF5-829B-3A495E7273C0}"/>
                </a:ext>
              </a:extLst>
            </p:cNvPr>
            <p:cNvSpPr>
              <a:spLocks noChangeArrowheads="1"/>
            </p:cNvSpPr>
            <p:nvPr/>
          </p:nvSpPr>
          <p:spPr bwMode="auto">
            <a:xfrm>
              <a:off x="2335" y="709"/>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39" name="Line 4">
              <a:extLst>
                <a:ext uri="{FF2B5EF4-FFF2-40B4-BE49-F238E27FC236}">
                  <a16:creationId xmlns:a16="http://schemas.microsoft.com/office/drawing/2014/main" id="{9425F015-AA00-7CC1-930B-9080FBE27471}"/>
                </a:ext>
              </a:extLst>
            </p:cNvPr>
            <p:cNvSpPr>
              <a:spLocks noChangeShapeType="1"/>
            </p:cNvSpPr>
            <p:nvPr/>
          </p:nvSpPr>
          <p:spPr bwMode="auto">
            <a:xfrm>
              <a:off x="521" y="890"/>
              <a:ext cx="6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40" name="Line 5">
              <a:extLst>
                <a:ext uri="{FF2B5EF4-FFF2-40B4-BE49-F238E27FC236}">
                  <a16:creationId xmlns:a16="http://schemas.microsoft.com/office/drawing/2014/main" id="{AB9B0A7E-A138-EC5E-F8EB-FF89BC291008}"/>
                </a:ext>
              </a:extLst>
            </p:cNvPr>
            <p:cNvSpPr>
              <a:spLocks noChangeShapeType="1"/>
            </p:cNvSpPr>
            <p:nvPr/>
          </p:nvSpPr>
          <p:spPr bwMode="auto">
            <a:xfrm>
              <a:off x="1519" y="890"/>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96641" name="Group 6">
              <a:extLst>
                <a:ext uri="{FF2B5EF4-FFF2-40B4-BE49-F238E27FC236}">
                  <a16:creationId xmlns:a16="http://schemas.microsoft.com/office/drawing/2014/main" id="{D54C6637-342A-FFEE-82A3-88B5363A4E73}"/>
                </a:ext>
              </a:extLst>
            </p:cNvPr>
            <p:cNvGrpSpPr>
              <a:grpSpLocks/>
            </p:cNvGrpSpPr>
            <p:nvPr/>
          </p:nvGrpSpPr>
          <p:grpSpPr bwMode="auto">
            <a:xfrm rot="5400000">
              <a:off x="2056" y="1637"/>
              <a:ext cx="318" cy="300"/>
              <a:chOff x="1304" y="1905"/>
              <a:chExt cx="318" cy="300"/>
            </a:xfrm>
          </p:grpSpPr>
          <p:sp>
            <p:nvSpPr>
              <p:cNvPr id="196650" name="Arc 7">
                <a:extLst>
                  <a:ext uri="{FF2B5EF4-FFF2-40B4-BE49-F238E27FC236}">
                    <a16:creationId xmlns:a16="http://schemas.microsoft.com/office/drawing/2014/main" id="{09244D13-071D-0E1C-311C-63A82BC0BD25}"/>
                  </a:ext>
                </a:extLst>
              </p:cNvPr>
              <p:cNvSpPr>
                <a:spLocks/>
              </p:cNvSpPr>
              <p:nvPr/>
            </p:nvSpPr>
            <p:spPr bwMode="auto">
              <a:xfrm>
                <a:off x="1304"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51" name="Line 8">
                <a:extLst>
                  <a:ext uri="{FF2B5EF4-FFF2-40B4-BE49-F238E27FC236}">
                    <a16:creationId xmlns:a16="http://schemas.microsoft.com/office/drawing/2014/main" id="{7013A3FB-AF19-CBEB-66FC-5BE8E756349C}"/>
                  </a:ext>
                </a:extLst>
              </p:cNvPr>
              <p:cNvSpPr>
                <a:spLocks noChangeShapeType="1"/>
              </p:cNvSpPr>
              <p:nvPr/>
            </p:nvSpPr>
            <p:spPr bwMode="auto">
              <a:xfrm flipH="1">
                <a:off x="1565" y="2069"/>
                <a:ext cx="45"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96642" name="Text Box 9">
              <a:extLst>
                <a:ext uri="{FF2B5EF4-FFF2-40B4-BE49-F238E27FC236}">
                  <a16:creationId xmlns:a16="http://schemas.microsoft.com/office/drawing/2014/main" id="{2E97F4D8-DFDC-A5DB-8F49-FD5F0A20C50F}"/>
                </a:ext>
              </a:extLst>
            </p:cNvPr>
            <p:cNvSpPr txBox="1">
              <a:spLocks noChangeArrowheads="1"/>
            </p:cNvSpPr>
            <p:nvPr/>
          </p:nvSpPr>
          <p:spPr bwMode="auto">
            <a:xfrm>
              <a:off x="1519" y="619"/>
              <a:ext cx="680"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96643" name="Text Box 10">
              <a:extLst>
                <a:ext uri="{FF2B5EF4-FFF2-40B4-BE49-F238E27FC236}">
                  <a16:creationId xmlns:a16="http://schemas.microsoft.com/office/drawing/2014/main" id="{FDA7453A-A3B2-4EAB-B5A9-1AD2D5DEAB2A}"/>
                </a:ext>
              </a:extLst>
            </p:cNvPr>
            <p:cNvSpPr txBox="1">
              <a:spLocks noChangeArrowheads="1"/>
            </p:cNvSpPr>
            <p:nvPr/>
          </p:nvSpPr>
          <p:spPr bwMode="auto">
            <a:xfrm>
              <a:off x="2109" y="1162"/>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196644" name="AutoShape 11">
              <a:extLst>
                <a:ext uri="{FF2B5EF4-FFF2-40B4-BE49-F238E27FC236}">
                  <a16:creationId xmlns:a16="http://schemas.microsoft.com/office/drawing/2014/main" id="{A5E52A4C-9DB6-593C-E36B-39FD90238E83}"/>
                </a:ext>
              </a:extLst>
            </p:cNvPr>
            <p:cNvSpPr>
              <a:spLocks noChangeArrowheads="1"/>
            </p:cNvSpPr>
            <p:nvPr/>
          </p:nvSpPr>
          <p:spPr bwMode="auto">
            <a:xfrm>
              <a:off x="1746" y="1570"/>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45" name="AutoShape 12">
              <a:extLst>
                <a:ext uri="{FF2B5EF4-FFF2-40B4-BE49-F238E27FC236}">
                  <a16:creationId xmlns:a16="http://schemas.microsoft.com/office/drawing/2014/main" id="{21580251-8BB6-1E56-BB00-4CFA784C6EBF}"/>
                </a:ext>
              </a:extLst>
            </p:cNvPr>
            <p:cNvSpPr>
              <a:spLocks noChangeArrowheads="1"/>
            </p:cNvSpPr>
            <p:nvPr/>
          </p:nvSpPr>
          <p:spPr bwMode="auto">
            <a:xfrm>
              <a:off x="1156" y="709"/>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FF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46" name="Line 13">
              <a:extLst>
                <a:ext uri="{FF2B5EF4-FFF2-40B4-BE49-F238E27FC236}">
                  <a16:creationId xmlns:a16="http://schemas.microsoft.com/office/drawing/2014/main" id="{635B10CC-5FEB-823E-64BB-3F91C2173125}"/>
                </a:ext>
              </a:extLst>
            </p:cNvPr>
            <p:cNvSpPr>
              <a:spLocks noChangeShapeType="1"/>
            </p:cNvSpPr>
            <p:nvPr/>
          </p:nvSpPr>
          <p:spPr bwMode="auto">
            <a:xfrm>
              <a:off x="1383" y="1071"/>
              <a:ext cx="408" cy="54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47" name="Line 14">
              <a:extLst>
                <a:ext uri="{FF2B5EF4-FFF2-40B4-BE49-F238E27FC236}">
                  <a16:creationId xmlns:a16="http://schemas.microsoft.com/office/drawing/2014/main" id="{F8D79D16-DFFC-C79B-24C3-D32C07984D08}"/>
                </a:ext>
              </a:extLst>
            </p:cNvPr>
            <p:cNvSpPr>
              <a:spLocks noChangeShapeType="1"/>
            </p:cNvSpPr>
            <p:nvPr/>
          </p:nvSpPr>
          <p:spPr bwMode="auto">
            <a:xfrm flipH="1">
              <a:off x="2018" y="1071"/>
              <a:ext cx="408" cy="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48" name="Text Box 15">
              <a:extLst>
                <a:ext uri="{FF2B5EF4-FFF2-40B4-BE49-F238E27FC236}">
                  <a16:creationId xmlns:a16="http://schemas.microsoft.com/office/drawing/2014/main" id="{957D5A1A-198B-704E-7170-A3CAFD024096}"/>
                </a:ext>
              </a:extLst>
            </p:cNvPr>
            <p:cNvSpPr txBox="1">
              <a:spLocks noChangeArrowheads="1"/>
            </p:cNvSpPr>
            <p:nvPr/>
          </p:nvSpPr>
          <p:spPr bwMode="auto">
            <a:xfrm>
              <a:off x="1156" y="1162"/>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FF0000"/>
                  </a:solidFill>
                  <a:latin typeface="宋体" panose="02010600030101010101" pitchFamily="2" charset="-122"/>
                </a:rPr>
                <a:t>b</a:t>
              </a:r>
            </a:p>
          </p:txBody>
        </p:sp>
        <p:sp>
          <p:nvSpPr>
            <p:cNvPr id="196649" name="Text Box 16">
              <a:extLst>
                <a:ext uri="{FF2B5EF4-FFF2-40B4-BE49-F238E27FC236}">
                  <a16:creationId xmlns:a16="http://schemas.microsoft.com/office/drawing/2014/main" id="{A3EFC597-6592-905F-158D-99AC1FCAF519}"/>
                </a:ext>
              </a:extLst>
            </p:cNvPr>
            <p:cNvSpPr txBox="1">
              <a:spLocks noChangeArrowheads="1"/>
            </p:cNvSpPr>
            <p:nvPr/>
          </p:nvSpPr>
          <p:spPr bwMode="auto">
            <a:xfrm>
              <a:off x="2200" y="161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grpSp>
      <p:grpSp>
        <p:nvGrpSpPr>
          <p:cNvPr id="23" name="Group 17">
            <a:extLst>
              <a:ext uri="{FF2B5EF4-FFF2-40B4-BE49-F238E27FC236}">
                <a16:creationId xmlns:a16="http://schemas.microsoft.com/office/drawing/2014/main" id="{BD38427A-8FE1-3066-C08A-FF4A48D21761}"/>
              </a:ext>
            </a:extLst>
          </p:cNvPr>
          <p:cNvGrpSpPr>
            <a:grpSpLocks/>
          </p:cNvGrpSpPr>
          <p:nvPr/>
        </p:nvGrpSpPr>
        <p:grpSpPr bwMode="auto">
          <a:xfrm>
            <a:off x="2640014" y="116731"/>
            <a:ext cx="7056437" cy="1385046"/>
            <a:chOff x="204" y="572"/>
            <a:chExt cx="4445" cy="1049"/>
          </a:xfrm>
          <a:solidFill>
            <a:schemeClr val="bg1"/>
          </a:solidFill>
        </p:grpSpPr>
        <p:grpSp>
          <p:nvGrpSpPr>
            <p:cNvPr id="22" name="Group 18">
              <a:extLst>
                <a:ext uri="{FF2B5EF4-FFF2-40B4-BE49-F238E27FC236}">
                  <a16:creationId xmlns:a16="http://schemas.microsoft.com/office/drawing/2014/main" id="{99FAA762-D079-3145-A12F-CAE9EF2B0D44}"/>
                </a:ext>
              </a:extLst>
            </p:cNvPr>
            <p:cNvGrpSpPr>
              <a:grpSpLocks/>
            </p:cNvGrpSpPr>
            <p:nvPr/>
          </p:nvGrpSpPr>
          <p:grpSpPr bwMode="auto">
            <a:xfrm>
              <a:off x="204" y="572"/>
              <a:ext cx="4445" cy="927"/>
              <a:chOff x="720" y="480"/>
              <a:chExt cx="4758" cy="2183"/>
            </a:xfrm>
            <a:grpFill/>
          </p:grpSpPr>
          <p:graphicFrame>
            <p:nvGraphicFramePr>
              <p:cNvPr id="43010" name="Object 19">
                <a:extLst>
                  <a:ext uri="{FF2B5EF4-FFF2-40B4-BE49-F238E27FC236}">
                    <a16:creationId xmlns:a16="http://schemas.microsoft.com/office/drawing/2014/main" id="{13E7BDE1-B9E2-F65A-4289-1085B7AFDED9}"/>
                  </a:ext>
                </a:extLst>
              </p:cNvPr>
              <p:cNvGraphicFramePr>
                <a:graphicFrameLocks noChangeAspect="1"/>
              </p:cNvGraphicFramePr>
              <p:nvPr/>
            </p:nvGraphicFramePr>
            <p:xfrm>
              <a:off x="720" y="480"/>
              <a:ext cx="4758" cy="2183"/>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43010" name="Object 19">
                            <a:extLst>
                              <a:ext uri="{FF2B5EF4-FFF2-40B4-BE49-F238E27FC236}">
                                <a16:creationId xmlns:a16="http://schemas.microsoft.com/office/drawing/2014/main" id="{13E7BDE1-B9E2-F65A-4289-1085B7AFDED9}"/>
                              </a:ext>
                            </a:extLst>
                          </p:cNvPr>
                          <p:cNvPicPr>
                            <a:picLocks noChangeAspect="1" noChangeArrowheads="1"/>
                          </p:cNvPicPr>
                          <p:nvPr/>
                        </p:nvPicPr>
                        <p:blipFill>
                          <a:blip r:embed="rId4"/>
                          <a:srcRect/>
                          <a:stretch>
                            <a:fillRect/>
                          </a:stretch>
                        </p:blipFill>
                        <p:spPr bwMode="auto">
                          <a:xfrm>
                            <a:off x="720" y="480"/>
                            <a:ext cx="4758" cy="2183"/>
                          </a:xfrm>
                          <a:prstGeom prst="rect">
                            <a:avLst/>
                          </a:prstGeom>
                          <a:noFill/>
                          <a:ln>
                            <a:noFill/>
                          </a:ln>
                          <a:effectLst/>
                        </p:spPr>
                      </p:pic>
                    </p:oleObj>
                  </mc:Fallback>
                </mc:AlternateContent>
              </a:graphicData>
            </a:graphic>
          </p:graphicFrame>
          <p:graphicFrame>
            <p:nvGraphicFramePr>
              <p:cNvPr id="43011" name="Object 20">
                <a:extLst>
                  <a:ext uri="{FF2B5EF4-FFF2-40B4-BE49-F238E27FC236}">
                    <a16:creationId xmlns:a16="http://schemas.microsoft.com/office/drawing/2014/main" id="{9E309848-511E-40CD-335C-4CD4C8958058}"/>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43011" name="Object 20">
                            <a:extLst>
                              <a:ext uri="{FF2B5EF4-FFF2-40B4-BE49-F238E27FC236}">
                                <a16:creationId xmlns:a16="http://schemas.microsoft.com/office/drawing/2014/main" id="{9E309848-511E-40CD-335C-4CD4C8958058}"/>
                              </a:ext>
                            </a:extLst>
                          </p:cNvPr>
                          <p:cNvPicPr>
                            <a:picLocks noChangeAspect="1" noChangeArrowheads="1"/>
                          </p:cNvPicPr>
                          <p:nvPr/>
                        </p:nvPicPr>
                        <p:blipFill>
                          <a:blip r:embed="rId6"/>
                          <a:srcRect/>
                          <a:stretch>
                            <a:fillRect/>
                          </a:stretch>
                        </p:blipFill>
                        <p:spPr bwMode="auto">
                          <a:xfrm>
                            <a:off x="2873" y="1028"/>
                            <a:ext cx="157" cy="296"/>
                          </a:xfrm>
                          <a:prstGeom prst="rect">
                            <a:avLst/>
                          </a:prstGeom>
                          <a:noFill/>
                        </p:spPr>
                      </p:pic>
                    </p:oleObj>
                  </mc:Fallback>
                </mc:AlternateContent>
              </a:graphicData>
            </a:graphic>
          </p:graphicFrame>
        </p:grpSp>
        <p:sp>
          <p:nvSpPr>
            <p:cNvPr id="34823" name="Text Box 21">
              <a:extLst>
                <a:ext uri="{FF2B5EF4-FFF2-40B4-BE49-F238E27FC236}">
                  <a16:creationId xmlns:a16="http://schemas.microsoft.com/office/drawing/2014/main" id="{5AAF8450-65F6-5AC5-D59A-89BD21639DFC}"/>
                </a:ext>
              </a:extLst>
            </p:cNvPr>
            <p:cNvSpPr txBox="1">
              <a:spLocks noChangeArrowheads="1"/>
            </p:cNvSpPr>
            <p:nvPr/>
          </p:nvSpPr>
          <p:spPr bwMode="auto">
            <a:xfrm>
              <a:off x="294" y="572"/>
              <a:ext cx="4264" cy="1049"/>
            </a:xfrm>
            <a:prstGeom prst="rect">
              <a:avLst/>
            </a:prstGeom>
            <a:grpFill/>
            <a:ln w="9525">
              <a:noFill/>
              <a:miter lim="800000"/>
              <a:headEnd/>
              <a:tailEnd/>
            </a:ln>
          </p:spPr>
          <p:txBody>
            <a:bodyPr>
              <a:spAutoFit/>
            </a:bodyPr>
            <a:lstStyle/>
            <a:p>
              <a:pPr fontAlgn="base">
                <a:spcBef>
                  <a:spcPct val="50000"/>
                </a:spcBef>
                <a:spcAft>
                  <a:spcPct val="0"/>
                </a:spcAft>
                <a:defRPr/>
              </a:pPr>
              <a:r>
                <a:rPr lang="zh-CN" altLang="en-US" sz="2400" b="1" dirty="0">
                  <a:solidFill>
                    <a:srgbClr val="003399"/>
                  </a:solidFill>
                  <a:latin typeface="宋体" panose="02010600030101010101" pitchFamily="2" charset="-122"/>
                  <a:ea typeface="宋体" panose="02010600030101010101" pitchFamily="2" charset="-122"/>
                </a:rPr>
                <a:t>接受与</a:t>
              </a:r>
              <a:r>
                <a:rPr lang="zh-CN" altLang="en-US" sz="2400" b="1" dirty="0">
                  <a:solidFill>
                    <a:srgbClr val="DC5900"/>
                  </a:solidFill>
                  <a:latin typeface="宋体" panose="02010600030101010101" pitchFamily="2" charset="-122"/>
                  <a:ea typeface="宋体" panose="02010600030101010101" pitchFamily="2" charset="-122"/>
                </a:rPr>
                <a:t>正则式</a:t>
              </a:r>
              <a:r>
                <a:rPr lang="en-US" altLang="zh-CN" sz="2400" b="1" dirty="0">
                  <a:solidFill>
                    <a:srgbClr val="DC5900"/>
                  </a:solidFill>
                  <a:latin typeface="宋体" panose="02010600030101010101" pitchFamily="2" charset="-122"/>
                  <a:ea typeface="宋体" panose="02010600030101010101" pitchFamily="2" charset="-122"/>
                </a:rPr>
                <a:t>ab+|ab*|b*</a:t>
              </a:r>
              <a:r>
                <a:rPr lang="en-US" altLang="zh-CN" sz="2400" b="1" dirty="0">
                  <a:solidFill>
                    <a:srgbClr val="003399"/>
                  </a:solidFill>
                  <a:latin typeface="宋体" panose="02010600030101010101" pitchFamily="2" charset="-122"/>
                  <a:ea typeface="宋体" panose="02010600030101010101" pitchFamily="2" charset="-122"/>
                </a:rPr>
                <a:t> </a:t>
              </a:r>
              <a:r>
                <a:rPr lang="zh-CN" altLang="en-US" sz="2400" b="1" dirty="0">
                  <a:solidFill>
                    <a:srgbClr val="003399"/>
                  </a:solidFill>
                  <a:latin typeface="宋体" panose="02010600030101010101" pitchFamily="2" charset="-122"/>
                  <a:ea typeface="宋体" panose="02010600030101010101" pitchFamily="2" charset="-122"/>
                </a:rPr>
                <a:t>相同的语言的</a:t>
              </a:r>
              <a:r>
                <a:rPr lang="en-US" altLang="zh-CN" sz="2400" b="1" dirty="0">
                  <a:solidFill>
                    <a:srgbClr val="DC5900"/>
                  </a:solidFill>
                  <a:latin typeface="宋体" panose="02010600030101010101" pitchFamily="2" charset="-122"/>
                  <a:ea typeface="宋体" panose="02010600030101010101" pitchFamily="2" charset="-122"/>
                </a:rPr>
                <a:t>DFA</a:t>
              </a:r>
              <a:r>
                <a:rPr lang="zh-CN" altLang="en-US" sz="2400" b="1" dirty="0">
                  <a:solidFill>
                    <a:srgbClr val="003399"/>
                  </a:solidFill>
                  <a:latin typeface="宋体" panose="02010600030101010101" pitchFamily="2" charset="-122"/>
                  <a:ea typeface="宋体" panose="02010600030101010101" pitchFamily="2" charset="-122"/>
                </a:rPr>
                <a:t>如下所示：</a:t>
              </a:r>
            </a:p>
            <a:p>
              <a:pPr algn="ctr" fontAlgn="base">
                <a:spcBef>
                  <a:spcPct val="50000"/>
                </a:spcBef>
                <a:spcAft>
                  <a:spcPct val="0"/>
                </a:spcAft>
                <a:defRPr/>
              </a:pPr>
              <a:endParaRPr lang="zh-CN" altLang="en-US" sz="2400" b="1" i="1" dirty="0">
                <a:solidFill>
                  <a:srgbClr val="006600"/>
                </a:solidFill>
                <a:latin typeface="宋体" panose="02010600030101010101" pitchFamily="2" charset="-122"/>
                <a:ea typeface="宋体" panose="02010600030101010101" pitchFamily="2" charset="-122"/>
              </a:endParaRPr>
            </a:p>
          </p:txBody>
        </p:sp>
      </p:grpSp>
      <p:grpSp>
        <p:nvGrpSpPr>
          <p:cNvPr id="3" name="Group 2">
            <a:extLst>
              <a:ext uri="{FF2B5EF4-FFF2-40B4-BE49-F238E27FC236}">
                <a16:creationId xmlns:a16="http://schemas.microsoft.com/office/drawing/2014/main" id="{2D426F5C-7234-F8AC-2724-E62EF0379EB9}"/>
              </a:ext>
            </a:extLst>
          </p:cNvPr>
          <p:cNvGrpSpPr>
            <a:grpSpLocks/>
          </p:cNvGrpSpPr>
          <p:nvPr/>
        </p:nvGrpSpPr>
        <p:grpSpPr bwMode="auto">
          <a:xfrm>
            <a:off x="2206626" y="1196976"/>
            <a:ext cx="3529013" cy="2106613"/>
            <a:chOff x="521" y="619"/>
            <a:chExt cx="2223" cy="1327"/>
          </a:xfrm>
        </p:grpSpPr>
        <p:sp>
          <p:nvSpPr>
            <p:cNvPr id="196628" name="Line 4">
              <a:extLst>
                <a:ext uri="{FF2B5EF4-FFF2-40B4-BE49-F238E27FC236}">
                  <a16:creationId xmlns:a16="http://schemas.microsoft.com/office/drawing/2014/main" id="{F0CCCCA2-4623-1C54-B444-7AACB27BB599}"/>
                </a:ext>
              </a:extLst>
            </p:cNvPr>
            <p:cNvSpPr>
              <a:spLocks noChangeShapeType="1"/>
            </p:cNvSpPr>
            <p:nvPr/>
          </p:nvSpPr>
          <p:spPr bwMode="auto">
            <a:xfrm>
              <a:off x="521" y="890"/>
              <a:ext cx="6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29" name="Line 5">
              <a:extLst>
                <a:ext uri="{FF2B5EF4-FFF2-40B4-BE49-F238E27FC236}">
                  <a16:creationId xmlns:a16="http://schemas.microsoft.com/office/drawing/2014/main" id="{1F0D7DA6-DEF5-D120-00FB-155D94961453}"/>
                </a:ext>
              </a:extLst>
            </p:cNvPr>
            <p:cNvSpPr>
              <a:spLocks noChangeShapeType="1"/>
            </p:cNvSpPr>
            <p:nvPr/>
          </p:nvSpPr>
          <p:spPr bwMode="auto">
            <a:xfrm>
              <a:off x="1519" y="890"/>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96630" name="Group 6">
              <a:extLst>
                <a:ext uri="{FF2B5EF4-FFF2-40B4-BE49-F238E27FC236}">
                  <a16:creationId xmlns:a16="http://schemas.microsoft.com/office/drawing/2014/main" id="{83B6C15D-3554-0864-49E3-A51CB6D08E82}"/>
                </a:ext>
              </a:extLst>
            </p:cNvPr>
            <p:cNvGrpSpPr>
              <a:grpSpLocks/>
            </p:cNvGrpSpPr>
            <p:nvPr/>
          </p:nvGrpSpPr>
          <p:grpSpPr bwMode="auto">
            <a:xfrm rot="5400000">
              <a:off x="2056" y="1637"/>
              <a:ext cx="318" cy="300"/>
              <a:chOff x="1304" y="1905"/>
              <a:chExt cx="318" cy="300"/>
            </a:xfrm>
          </p:grpSpPr>
          <p:sp>
            <p:nvSpPr>
              <p:cNvPr id="196636" name="Arc 7">
                <a:extLst>
                  <a:ext uri="{FF2B5EF4-FFF2-40B4-BE49-F238E27FC236}">
                    <a16:creationId xmlns:a16="http://schemas.microsoft.com/office/drawing/2014/main" id="{EDAA91E7-2826-A1C6-A069-008FC37D6418}"/>
                  </a:ext>
                </a:extLst>
              </p:cNvPr>
              <p:cNvSpPr>
                <a:spLocks/>
              </p:cNvSpPr>
              <p:nvPr/>
            </p:nvSpPr>
            <p:spPr bwMode="auto">
              <a:xfrm>
                <a:off x="1304"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37" name="Line 8">
                <a:extLst>
                  <a:ext uri="{FF2B5EF4-FFF2-40B4-BE49-F238E27FC236}">
                    <a16:creationId xmlns:a16="http://schemas.microsoft.com/office/drawing/2014/main" id="{0E5060BC-D5EC-BEF6-4982-09C5C1162D61}"/>
                  </a:ext>
                </a:extLst>
              </p:cNvPr>
              <p:cNvSpPr>
                <a:spLocks noChangeShapeType="1"/>
              </p:cNvSpPr>
              <p:nvPr/>
            </p:nvSpPr>
            <p:spPr bwMode="auto">
              <a:xfrm flipH="1">
                <a:off x="1565" y="2069"/>
                <a:ext cx="45"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96631" name="Text Box 9">
              <a:extLst>
                <a:ext uri="{FF2B5EF4-FFF2-40B4-BE49-F238E27FC236}">
                  <a16:creationId xmlns:a16="http://schemas.microsoft.com/office/drawing/2014/main" id="{CB198561-DD98-04B9-92C0-E5B0331A2C18}"/>
                </a:ext>
              </a:extLst>
            </p:cNvPr>
            <p:cNvSpPr txBox="1">
              <a:spLocks noChangeArrowheads="1"/>
            </p:cNvSpPr>
            <p:nvPr/>
          </p:nvSpPr>
          <p:spPr bwMode="auto">
            <a:xfrm>
              <a:off x="1519" y="619"/>
              <a:ext cx="680"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96632" name="Text Box 10">
              <a:extLst>
                <a:ext uri="{FF2B5EF4-FFF2-40B4-BE49-F238E27FC236}">
                  <a16:creationId xmlns:a16="http://schemas.microsoft.com/office/drawing/2014/main" id="{D3E5427F-3877-2A13-6888-098B7C5B1C82}"/>
                </a:ext>
              </a:extLst>
            </p:cNvPr>
            <p:cNvSpPr txBox="1">
              <a:spLocks noChangeArrowheads="1"/>
            </p:cNvSpPr>
            <p:nvPr/>
          </p:nvSpPr>
          <p:spPr bwMode="auto">
            <a:xfrm>
              <a:off x="2109" y="1162"/>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196633" name="AutoShape 11">
              <a:extLst>
                <a:ext uri="{FF2B5EF4-FFF2-40B4-BE49-F238E27FC236}">
                  <a16:creationId xmlns:a16="http://schemas.microsoft.com/office/drawing/2014/main" id="{D5EE351B-759D-1F8B-B117-DB4D79241CF6}"/>
                </a:ext>
              </a:extLst>
            </p:cNvPr>
            <p:cNvSpPr>
              <a:spLocks noChangeArrowheads="1"/>
            </p:cNvSpPr>
            <p:nvPr/>
          </p:nvSpPr>
          <p:spPr bwMode="auto">
            <a:xfrm>
              <a:off x="1746" y="1570"/>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34" name="Line 14">
              <a:extLst>
                <a:ext uri="{FF2B5EF4-FFF2-40B4-BE49-F238E27FC236}">
                  <a16:creationId xmlns:a16="http://schemas.microsoft.com/office/drawing/2014/main" id="{E43ED9CF-30B9-8C83-CE9A-6F4D45B8710F}"/>
                </a:ext>
              </a:extLst>
            </p:cNvPr>
            <p:cNvSpPr>
              <a:spLocks noChangeShapeType="1"/>
            </p:cNvSpPr>
            <p:nvPr/>
          </p:nvSpPr>
          <p:spPr bwMode="auto">
            <a:xfrm flipH="1">
              <a:off x="2018" y="1071"/>
              <a:ext cx="408" cy="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35" name="Text Box 16">
              <a:extLst>
                <a:ext uri="{FF2B5EF4-FFF2-40B4-BE49-F238E27FC236}">
                  <a16:creationId xmlns:a16="http://schemas.microsoft.com/office/drawing/2014/main" id="{A665E535-4873-ACFE-3353-0609E47F2CAB}"/>
                </a:ext>
              </a:extLst>
            </p:cNvPr>
            <p:cNvSpPr txBox="1">
              <a:spLocks noChangeArrowheads="1"/>
            </p:cNvSpPr>
            <p:nvPr/>
          </p:nvSpPr>
          <p:spPr bwMode="auto">
            <a:xfrm>
              <a:off x="2200" y="161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grpSp>
      <p:sp>
        <p:nvSpPr>
          <p:cNvPr id="18" name="椭圆 17">
            <a:extLst>
              <a:ext uri="{FF2B5EF4-FFF2-40B4-BE49-F238E27FC236}">
                <a16:creationId xmlns:a16="http://schemas.microsoft.com/office/drawing/2014/main" id="{1A49E5A7-337B-B18B-D602-F1952590B235}"/>
              </a:ext>
            </a:extLst>
          </p:cNvPr>
          <p:cNvSpPr/>
          <p:nvPr/>
        </p:nvSpPr>
        <p:spPr bwMode="auto">
          <a:xfrm>
            <a:off x="3287713" y="1384300"/>
            <a:ext cx="430212" cy="562630"/>
          </a:xfrm>
          <a:prstGeom prst="ellipse">
            <a:avLst/>
          </a:prstGeom>
          <a:solidFill>
            <a:schemeClr val="accent1"/>
          </a:solidFill>
          <a:ln w="28575" cap="flat" cmpd="sng" algn="ctr">
            <a:solidFill>
              <a:schemeClr val="tx1">
                <a:lumMod val="50000"/>
              </a:schemeClr>
            </a:solidFill>
            <a:prstDash val="solid"/>
            <a:round/>
            <a:headEnd type="none" w="med" len="med"/>
            <a:tailEnd type="none" w="med" len="med"/>
          </a:ln>
          <a:effectLst/>
        </p:spPr>
        <p:txBody>
          <a:bodyPr>
            <a:spAutoFit/>
          </a:bodyPr>
          <a:lstStyle/>
          <a:p>
            <a:pPr algn="ctr" fontAlgn="base">
              <a:spcBef>
                <a:spcPct val="5000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 name="椭圆 18">
            <a:extLst>
              <a:ext uri="{FF2B5EF4-FFF2-40B4-BE49-F238E27FC236}">
                <a16:creationId xmlns:a16="http://schemas.microsoft.com/office/drawing/2014/main" id="{C03A3479-9E8D-FCDE-6042-D5411C117595}"/>
              </a:ext>
            </a:extLst>
          </p:cNvPr>
          <p:cNvSpPr/>
          <p:nvPr/>
        </p:nvSpPr>
        <p:spPr bwMode="auto">
          <a:xfrm>
            <a:off x="5122863" y="1423988"/>
            <a:ext cx="431800" cy="562630"/>
          </a:xfrm>
          <a:prstGeom prst="ellipse">
            <a:avLst/>
          </a:prstGeom>
          <a:solidFill>
            <a:schemeClr val="accent1"/>
          </a:solidFill>
          <a:ln w="28575" cap="flat" cmpd="sng" algn="ctr">
            <a:solidFill>
              <a:schemeClr val="tx1">
                <a:lumMod val="50000"/>
              </a:schemeClr>
            </a:solidFill>
            <a:prstDash val="solid"/>
            <a:round/>
            <a:headEnd type="none" w="med" len="med"/>
            <a:tailEnd type="none" w="med" len="med"/>
          </a:ln>
          <a:effectLst/>
        </p:spPr>
        <p:txBody>
          <a:bodyPr>
            <a:spAutoFit/>
          </a:bodyPr>
          <a:lstStyle/>
          <a:p>
            <a:pPr algn="ctr" fontAlgn="base">
              <a:spcBef>
                <a:spcPct val="5000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20" name="Group 2">
            <a:extLst>
              <a:ext uri="{FF2B5EF4-FFF2-40B4-BE49-F238E27FC236}">
                <a16:creationId xmlns:a16="http://schemas.microsoft.com/office/drawing/2014/main" id="{1A82881F-EB16-7030-BE84-50F60D50BC65}"/>
              </a:ext>
            </a:extLst>
          </p:cNvPr>
          <p:cNvGrpSpPr>
            <a:grpSpLocks/>
          </p:cNvGrpSpPr>
          <p:nvPr/>
        </p:nvGrpSpPr>
        <p:grpSpPr bwMode="auto">
          <a:xfrm>
            <a:off x="6238876" y="1214438"/>
            <a:ext cx="3529013" cy="2106612"/>
            <a:chOff x="521" y="619"/>
            <a:chExt cx="2223" cy="1327"/>
          </a:xfrm>
        </p:grpSpPr>
        <p:sp>
          <p:nvSpPr>
            <p:cNvPr id="196618" name="Line 4">
              <a:extLst>
                <a:ext uri="{FF2B5EF4-FFF2-40B4-BE49-F238E27FC236}">
                  <a16:creationId xmlns:a16="http://schemas.microsoft.com/office/drawing/2014/main" id="{D423CF84-0C6F-C1AC-EA46-0FEB4B765EE2}"/>
                </a:ext>
              </a:extLst>
            </p:cNvPr>
            <p:cNvSpPr>
              <a:spLocks noChangeShapeType="1"/>
            </p:cNvSpPr>
            <p:nvPr/>
          </p:nvSpPr>
          <p:spPr bwMode="auto">
            <a:xfrm>
              <a:off x="521" y="890"/>
              <a:ext cx="6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19" name="Line 5">
              <a:extLst>
                <a:ext uri="{FF2B5EF4-FFF2-40B4-BE49-F238E27FC236}">
                  <a16:creationId xmlns:a16="http://schemas.microsoft.com/office/drawing/2014/main" id="{E5326FDB-C74F-2B95-6E72-A3A146C5E157}"/>
                </a:ext>
              </a:extLst>
            </p:cNvPr>
            <p:cNvSpPr>
              <a:spLocks noChangeShapeType="1"/>
            </p:cNvSpPr>
            <p:nvPr/>
          </p:nvSpPr>
          <p:spPr bwMode="auto">
            <a:xfrm>
              <a:off x="1519" y="890"/>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96620" name="Group 6">
              <a:extLst>
                <a:ext uri="{FF2B5EF4-FFF2-40B4-BE49-F238E27FC236}">
                  <a16:creationId xmlns:a16="http://schemas.microsoft.com/office/drawing/2014/main" id="{96D19EF1-A24F-C2EC-50AC-C4958E396D02}"/>
                </a:ext>
              </a:extLst>
            </p:cNvPr>
            <p:cNvGrpSpPr>
              <a:grpSpLocks/>
            </p:cNvGrpSpPr>
            <p:nvPr/>
          </p:nvGrpSpPr>
          <p:grpSpPr bwMode="auto">
            <a:xfrm rot="5400000">
              <a:off x="2056" y="1637"/>
              <a:ext cx="318" cy="300"/>
              <a:chOff x="1304" y="1905"/>
              <a:chExt cx="318" cy="300"/>
            </a:xfrm>
          </p:grpSpPr>
          <p:sp>
            <p:nvSpPr>
              <p:cNvPr id="196626" name="Arc 7">
                <a:extLst>
                  <a:ext uri="{FF2B5EF4-FFF2-40B4-BE49-F238E27FC236}">
                    <a16:creationId xmlns:a16="http://schemas.microsoft.com/office/drawing/2014/main" id="{95C05D87-0253-8AAB-49B6-9FAB3146756D}"/>
                  </a:ext>
                </a:extLst>
              </p:cNvPr>
              <p:cNvSpPr>
                <a:spLocks/>
              </p:cNvSpPr>
              <p:nvPr/>
            </p:nvSpPr>
            <p:spPr bwMode="auto">
              <a:xfrm>
                <a:off x="1304"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27" name="Line 8">
                <a:extLst>
                  <a:ext uri="{FF2B5EF4-FFF2-40B4-BE49-F238E27FC236}">
                    <a16:creationId xmlns:a16="http://schemas.microsoft.com/office/drawing/2014/main" id="{3E9E1FDC-6D1A-939C-6C1D-A8F9002439B3}"/>
                  </a:ext>
                </a:extLst>
              </p:cNvPr>
              <p:cNvSpPr>
                <a:spLocks noChangeShapeType="1"/>
              </p:cNvSpPr>
              <p:nvPr/>
            </p:nvSpPr>
            <p:spPr bwMode="auto">
              <a:xfrm flipH="1">
                <a:off x="1565" y="2069"/>
                <a:ext cx="45"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96621" name="Text Box 9">
              <a:extLst>
                <a:ext uri="{FF2B5EF4-FFF2-40B4-BE49-F238E27FC236}">
                  <a16:creationId xmlns:a16="http://schemas.microsoft.com/office/drawing/2014/main" id="{1886C6EF-211F-532C-032B-0A757D4A9DF0}"/>
                </a:ext>
              </a:extLst>
            </p:cNvPr>
            <p:cNvSpPr txBox="1">
              <a:spLocks noChangeArrowheads="1"/>
            </p:cNvSpPr>
            <p:nvPr/>
          </p:nvSpPr>
          <p:spPr bwMode="auto">
            <a:xfrm>
              <a:off x="1519" y="619"/>
              <a:ext cx="680"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a</a:t>
              </a:r>
            </a:p>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sp>
          <p:nvSpPr>
            <p:cNvPr id="196622" name="Text Box 10">
              <a:extLst>
                <a:ext uri="{FF2B5EF4-FFF2-40B4-BE49-F238E27FC236}">
                  <a16:creationId xmlns:a16="http://schemas.microsoft.com/office/drawing/2014/main" id="{0B1065B4-111E-D204-12FE-01242874AC0C}"/>
                </a:ext>
              </a:extLst>
            </p:cNvPr>
            <p:cNvSpPr txBox="1">
              <a:spLocks noChangeArrowheads="1"/>
            </p:cNvSpPr>
            <p:nvPr/>
          </p:nvSpPr>
          <p:spPr bwMode="auto">
            <a:xfrm>
              <a:off x="2109" y="1162"/>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196623" name="AutoShape 11">
              <a:extLst>
                <a:ext uri="{FF2B5EF4-FFF2-40B4-BE49-F238E27FC236}">
                  <a16:creationId xmlns:a16="http://schemas.microsoft.com/office/drawing/2014/main" id="{7A836440-B759-4137-55B8-3259F6FFFD4B}"/>
                </a:ext>
              </a:extLst>
            </p:cNvPr>
            <p:cNvSpPr>
              <a:spLocks noChangeArrowheads="1"/>
            </p:cNvSpPr>
            <p:nvPr/>
          </p:nvSpPr>
          <p:spPr bwMode="auto">
            <a:xfrm>
              <a:off x="1746" y="1570"/>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24" name="Line 14">
              <a:extLst>
                <a:ext uri="{FF2B5EF4-FFF2-40B4-BE49-F238E27FC236}">
                  <a16:creationId xmlns:a16="http://schemas.microsoft.com/office/drawing/2014/main" id="{A8458DD1-1D72-197C-6E72-28158F629839}"/>
                </a:ext>
              </a:extLst>
            </p:cNvPr>
            <p:cNvSpPr>
              <a:spLocks noChangeShapeType="1"/>
            </p:cNvSpPr>
            <p:nvPr/>
          </p:nvSpPr>
          <p:spPr bwMode="auto">
            <a:xfrm flipH="1">
              <a:off x="2018" y="1071"/>
              <a:ext cx="408" cy="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6625" name="Text Box 16">
              <a:extLst>
                <a:ext uri="{FF2B5EF4-FFF2-40B4-BE49-F238E27FC236}">
                  <a16:creationId xmlns:a16="http://schemas.microsoft.com/office/drawing/2014/main" id="{14E8894E-BC7A-591B-769F-59A0803253C4}"/>
                </a:ext>
              </a:extLst>
            </p:cNvPr>
            <p:cNvSpPr txBox="1">
              <a:spLocks noChangeArrowheads="1"/>
            </p:cNvSpPr>
            <p:nvPr/>
          </p:nvSpPr>
          <p:spPr bwMode="auto">
            <a:xfrm>
              <a:off x="2200" y="161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grpSp>
      <p:sp>
        <p:nvSpPr>
          <p:cNvPr id="33" name="椭圆 32">
            <a:extLst>
              <a:ext uri="{FF2B5EF4-FFF2-40B4-BE49-F238E27FC236}">
                <a16:creationId xmlns:a16="http://schemas.microsoft.com/office/drawing/2014/main" id="{EA687E9C-1B65-13EA-FDFC-434746F2686F}"/>
              </a:ext>
            </a:extLst>
          </p:cNvPr>
          <p:cNvSpPr/>
          <p:nvPr/>
        </p:nvSpPr>
        <p:spPr bwMode="auto">
          <a:xfrm>
            <a:off x="7319963" y="1401763"/>
            <a:ext cx="430212" cy="562630"/>
          </a:xfrm>
          <a:prstGeom prst="ellipse">
            <a:avLst/>
          </a:prstGeom>
          <a:solidFill>
            <a:schemeClr val="accent1"/>
          </a:solidFill>
          <a:ln w="28575" cap="flat" cmpd="sng" algn="ctr">
            <a:solidFill>
              <a:schemeClr val="tx1">
                <a:lumMod val="50000"/>
              </a:schemeClr>
            </a:solidFill>
            <a:prstDash val="solid"/>
            <a:round/>
            <a:headEnd type="none" w="med" len="med"/>
            <a:tailEnd type="none" w="med" len="med"/>
          </a:ln>
          <a:effectLst/>
        </p:spPr>
        <p:txBody>
          <a:bodyPr>
            <a:spAutoFit/>
          </a:bodyPr>
          <a:lstStyle/>
          <a:p>
            <a:pPr algn="ctr" fontAlgn="base">
              <a:spcBef>
                <a:spcPct val="50000"/>
              </a:spcBef>
              <a:spcAft>
                <a:spcPct val="0"/>
              </a:spcAft>
              <a:defRPr/>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5" name="AutoShape 3">
            <a:extLst>
              <a:ext uri="{FF2B5EF4-FFF2-40B4-BE49-F238E27FC236}">
                <a16:creationId xmlns:a16="http://schemas.microsoft.com/office/drawing/2014/main" id="{65B33E69-918A-D771-3271-0EDB8EDB2FEE}"/>
              </a:ext>
            </a:extLst>
          </p:cNvPr>
          <p:cNvSpPr>
            <a:spLocks noChangeArrowheads="1"/>
          </p:cNvSpPr>
          <p:nvPr/>
        </p:nvSpPr>
        <p:spPr bwMode="auto">
          <a:xfrm>
            <a:off x="9155113" y="1371601"/>
            <a:ext cx="576262" cy="5762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9525" algn="ctr">
            <a:solidFill>
              <a:srgbClr val="FF0000"/>
            </a:solidFill>
            <a:round/>
            <a:headEnd/>
            <a:tailEnd/>
          </a:ln>
        </p:spPr>
        <p:txBody>
          <a:bodyPr anchor="ctr">
            <a:spAutoFit/>
          </a:bodyPr>
          <a:lstStyle/>
          <a:p>
            <a:pPr eaLnBrk="0" fontAlgn="base" hangingPunct="0">
              <a:spcBef>
                <a:spcPct val="0"/>
              </a:spcBef>
              <a:spcAft>
                <a:spcPct val="0"/>
              </a:spcAft>
              <a:defRPr/>
            </a:pPr>
            <a:endParaRPr lang="zh-CN" altLang="en-US" sz="2000" b="1">
              <a:solidFill>
                <a:srgbClr val="003399"/>
              </a:solidFill>
              <a:highlight>
                <a:srgbClr val="FFFF00"/>
              </a:highlight>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3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14FE2E-7A04-362E-9CF2-100BF5021079}"/>
              </a:ext>
            </a:extLst>
          </p:cNvPr>
          <p:cNvGrpSpPr>
            <a:grpSpLocks/>
          </p:cNvGrpSpPr>
          <p:nvPr/>
        </p:nvGrpSpPr>
        <p:grpSpPr bwMode="auto">
          <a:xfrm>
            <a:off x="2135189" y="115889"/>
            <a:ext cx="6696075" cy="719137"/>
            <a:chOff x="204" y="391"/>
            <a:chExt cx="4022" cy="430"/>
          </a:xfrm>
        </p:grpSpPr>
        <p:grpSp>
          <p:nvGrpSpPr>
            <p:cNvPr id="198698" name="Group 3">
              <a:extLst>
                <a:ext uri="{FF2B5EF4-FFF2-40B4-BE49-F238E27FC236}">
                  <a16:creationId xmlns:a16="http://schemas.microsoft.com/office/drawing/2014/main" id="{969F9F6E-ADB7-F4FD-3F55-801190CB1C75}"/>
                </a:ext>
              </a:extLst>
            </p:cNvPr>
            <p:cNvGrpSpPr>
              <a:grpSpLocks/>
            </p:cNvGrpSpPr>
            <p:nvPr/>
          </p:nvGrpSpPr>
          <p:grpSpPr bwMode="auto">
            <a:xfrm>
              <a:off x="204" y="391"/>
              <a:ext cx="4001" cy="430"/>
              <a:chOff x="720" y="480"/>
              <a:chExt cx="4224" cy="1390"/>
            </a:xfrm>
          </p:grpSpPr>
          <p:graphicFrame>
            <p:nvGraphicFramePr>
              <p:cNvPr id="198700" name="Object 4">
                <a:extLst>
                  <a:ext uri="{FF2B5EF4-FFF2-40B4-BE49-F238E27FC236}">
                    <a16:creationId xmlns:a16="http://schemas.microsoft.com/office/drawing/2014/main" id="{8ABCFBA6-499E-6311-5B03-8F008B15B1B5}"/>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3" imgW="7580952" imgH="2768254" progId="">
                      <p:embed/>
                    </p:oleObj>
                  </mc:Choice>
                  <mc:Fallback>
                    <p:oleObj name="Image" r:id="rId3" imgW="7580952" imgH="2768254" progId="">
                      <p:embed/>
                      <p:pic>
                        <p:nvPicPr>
                          <p:cNvPr id="198700" name="Object 4">
                            <a:extLst>
                              <a:ext uri="{FF2B5EF4-FFF2-40B4-BE49-F238E27FC236}">
                                <a16:creationId xmlns:a16="http://schemas.microsoft.com/office/drawing/2014/main" id="{8ABCFBA6-499E-6311-5B03-8F008B15B1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701" name="Object 5">
                <a:extLst>
                  <a:ext uri="{FF2B5EF4-FFF2-40B4-BE49-F238E27FC236}">
                    <a16:creationId xmlns:a16="http://schemas.microsoft.com/office/drawing/2014/main" id="{5FA2EE0F-35A0-DCE6-8DB7-9A6310344FE9}"/>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5" imgW="114151" imgH="215619" progId="Equation.3">
                      <p:embed/>
                    </p:oleObj>
                  </mc:Choice>
                  <mc:Fallback>
                    <p:oleObj name="Microsoft 公式 3.0" r:id="rId5" imgW="114151" imgH="215619" progId="Equation.3">
                      <p:embed/>
                      <p:pic>
                        <p:nvPicPr>
                          <p:cNvPr id="198701" name="Object 5">
                            <a:extLst>
                              <a:ext uri="{FF2B5EF4-FFF2-40B4-BE49-F238E27FC236}">
                                <a16:creationId xmlns:a16="http://schemas.microsoft.com/office/drawing/2014/main" id="{5FA2EE0F-35A0-DCE6-8DB7-9A6310344F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98699" name="Text Box 6">
              <a:extLst>
                <a:ext uri="{FF2B5EF4-FFF2-40B4-BE49-F238E27FC236}">
                  <a16:creationId xmlns:a16="http://schemas.microsoft.com/office/drawing/2014/main" id="{51F5E08F-FCDF-F871-156B-BB9596463D47}"/>
                </a:ext>
              </a:extLst>
            </p:cNvPr>
            <p:cNvSpPr txBox="1">
              <a:spLocks noChangeArrowheads="1"/>
            </p:cNvSpPr>
            <p:nvPr/>
          </p:nvSpPr>
          <p:spPr bwMode="auto">
            <a:xfrm>
              <a:off x="249" y="436"/>
              <a:ext cx="3977" cy="2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例</a:t>
              </a:r>
              <a:r>
                <a:rPr lang="en-US" altLang="zh-CN" sz="2400" b="1">
                  <a:solidFill>
                    <a:srgbClr val="003399"/>
                  </a:solidFill>
                  <a:latin typeface="宋体" panose="02010600030101010101" pitchFamily="2" charset="-122"/>
                </a:rPr>
                <a:t>3-14</a:t>
              </a:r>
              <a:r>
                <a:rPr lang="zh-CN" altLang="en-US" sz="2400" b="1">
                  <a:solidFill>
                    <a:srgbClr val="003399"/>
                  </a:solidFill>
                  <a:latin typeface="宋体" panose="02010600030101010101" pitchFamily="2" charset="-122"/>
                </a:rPr>
                <a:t>：串中</a:t>
              </a:r>
              <a:r>
                <a:rPr lang="zh-CN" altLang="en-US" sz="2400" b="1">
                  <a:solidFill>
                    <a:srgbClr val="DC5900"/>
                  </a:solidFill>
                  <a:latin typeface="宋体" panose="02010600030101010101" pitchFamily="2" charset="-122"/>
                </a:rPr>
                <a:t>只有一个</a:t>
              </a:r>
              <a:r>
                <a:rPr lang="en-US" altLang="zh-CN" sz="2400" b="1">
                  <a:solidFill>
                    <a:srgbClr val="DC5900"/>
                  </a:solidFill>
                  <a:latin typeface="宋体" panose="02010600030101010101" pitchFamily="2" charset="-122"/>
                </a:rPr>
                <a:t>b</a:t>
              </a:r>
              <a:r>
                <a:rPr lang="zh-CN" altLang="en-US" sz="2400" b="1">
                  <a:solidFill>
                    <a:srgbClr val="003399"/>
                  </a:solidFill>
                  <a:latin typeface="宋体" panose="02010600030101010101" pitchFamily="2" charset="-122"/>
                </a:rPr>
                <a:t>被如下所示的</a:t>
              </a:r>
              <a:r>
                <a:rPr lang="en-US" altLang="zh-CN" sz="2400" b="1">
                  <a:solidFill>
                    <a:srgbClr val="003399"/>
                  </a:solidFill>
                  <a:latin typeface="宋体" panose="02010600030101010101" pitchFamily="2" charset="-122"/>
                </a:rPr>
                <a:t>DFA</a:t>
              </a:r>
              <a:r>
                <a:rPr lang="zh-CN" altLang="en-US" sz="2400" b="1">
                  <a:solidFill>
                    <a:srgbClr val="003399"/>
                  </a:solidFill>
                  <a:latin typeface="宋体" panose="02010600030101010101" pitchFamily="2" charset="-122"/>
                </a:rPr>
                <a:t>接受</a:t>
              </a:r>
              <a:r>
                <a:rPr lang="zh-CN" altLang="en-US" sz="2400">
                  <a:solidFill>
                    <a:srgbClr val="003399"/>
                  </a:solidFill>
                  <a:latin typeface="宋体" panose="02010600030101010101" pitchFamily="2" charset="-122"/>
                </a:rPr>
                <a:t>：</a:t>
              </a:r>
            </a:p>
          </p:txBody>
        </p:sp>
      </p:grpSp>
      <p:sp>
        <p:nvSpPr>
          <p:cNvPr id="63495" name="AutoShape 7">
            <a:extLst>
              <a:ext uri="{FF2B5EF4-FFF2-40B4-BE49-F238E27FC236}">
                <a16:creationId xmlns:a16="http://schemas.microsoft.com/office/drawing/2014/main" id="{DEAF654F-F1C1-3977-DF98-491C339DC209}"/>
              </a:ext>
            </a:extLst>
          </p:cNvPr>
          <p:cNvSpPr>
            <a:spLocks noChangeArrowheads="1"/>
          </p:cNvSpPr>
          <p:nvPr/>
        </p:nvSpPr>
        <p:spPr bwMode="auto">
          <a:xfrm>
            <a:off x="4440238" y="2058988"/>
            <a:ext cx="576262" cy="576262"/>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endParaRPr lang="en-US" altLang="zh-CN" sz="2000" b="1">
              <a:solidFill>
                <a:srgbClr val="003399"/>
              </a:solidFill>
              <a:latin typeface="宋体" panose="02010600030101010101" pitchFamily="2" charset="-122"/>
            </a:endParaRPr>
          </a:p>
        </p:txBody>
      </p:sp>
      <p:grpSp>
        <p:nvGrpSpPr>
          <p:cNvPr id="4" name="Group 8">
            <a:extLst>
              <a:ext uri="{FF2B5EF4-FFF2-40B4-BE49-F238E27FC236}">
                <a16:creationId xmlns:a16="http://schemas.microsoft.com/office/drawing/2014/main" id="{53BB4617-C659-FB95-7EE3-05D91DC31529}"/>
              </a:ext>
            </a:extLst>
          </p:cNvPr>
          <p:cNvGrpSpPr>
            <a:grpSpLocks/>
          </p:cNvGrpSpPr>
          <p:nvPr/>
        </p:nvGrpSpPr>
        <p:grpSpPr bwMode="auto">
          <a:xfrm>
            <a:off x="3432175" y="1195388"/>
            <a:ext cx="3600450" cy="1439862"/>
            <a:chOff x="1202" y="1026"/>
            <a:chExt cx="2268" cy="907"/>
          </a:xfrm>
        </p:grpSpPr>
        <p:sp>
          <p:nvSpPr>
            <p:cNvPr id="198686" name="AutoShape 9">
              <a:extLst>
                <a:ext uri="{FF2B5EF4-FFF2-40B4-BE49-F238E27FC236}">
                  <a16:creationId xmlns:a16="http://schemas.microsoft.com/office/drawing/2014/main" id="{2068D956-5BF6-BF3C-F0A5-766518F1E6B8}"/>
                </a:ext>
              </a:extLst>
            </p:cNvPr>
            <p:cNvSpPr>
              <a:spLocks noChangeArrowheads="1"/>
            </p:cNvSpPr>
            <p:nvPr/>
          </p:nvSpPr>
          <p:spPr bwMode="auto">
            <a:xfrm>
              <a:off x="3016" y="1570"/>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87" name="Line 10">
              <a:extLst>
                <a:ext uri="{FF2B5EF4-FFF2-40B4-BE49-F238E27FC236}">
                  <a16:creationId xmlns:a16="http://schemas.microsoft.com/office/drawing/2014/main" id="{63C3E93E-F788-270C-1713-C3156BACD801}"/>
                </a:ext>
              </a:extLst>
            </p:cNvPr>
            <p:cNvSpPr>
              <a:spLocks noChangeShapeType="1"/>
            </p:cNvSpPr>
            <p:nvPr/>
          </p:nvSpPr>
          <p:spPr bwMode="auto">
            <a:xfrm>
              <a:off x="1202" y="1751"/>
              <a:ext cx="63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88" name="Line 11">
              <a:extLst>
                <a:ext uri="{FF2B5EF4-FFF2-40B4-BE49-F238E27FC236}">
                  <a16:creationId xmlns:a16="http://schemas.microsoft.com/office/drawing/2014/main" id="{C1A823AC-F2B0-5B9C-654C-505E93C9F0DC}"/>
                </a:ext>
              </a:extLst>
            </p:cNvPr>
            <p:cNvSpPr>
              <a:spLocks noChangeShapeType="1"/>
            </p:cNvSpPr>
            <p:nvPr/>
          </p:nvSpPr>
          <p:spPr bwMode="auto">
            <a:xfrm>
              <a:off x="2200" y="1751"/>
              <a:ext cx="816"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98689" name="Group 12">
              <a:extLst>
                <a:ext uri="{FF2B5EF4-FFF2-40B4-BE49-F238E27FC236}">
                  <a16:creationId xmlns:a16="http://schemas.microsoft.com/office/drawing/2014/main" id="{218E1E90-EE04-0555-408C-E2972DF41986}"/>
                </a:ext>
              </a:extLst>
            </p:cNvPr>
            <p:cNvGrpSpPr>
              <a:grpSpLocks/>
            </p:cNvGrpSpPr>
            <p:nvPr/>
          </p:nvGrpSpPr>
          <p:grpSpPr bwMode="auto">
            <a:xfrm>
              <a:off x="1882" y="1315"/>
              <a:ext cx="318" cy="300"/>
              <a:chOff x="1292" y="1905"/>
              <a:chExt cx="318" cy="300"/>
            </a:xfrm>
          </p:grpSpPr>
          <p:sp>
            <p:nvSpPr>
              <p:cNvPr id="198696" name="Arc 13">
                <a:extLst>
                  <a:ext uri="{FF2B5EF4-FFF2-40B4-BE49-F238E27FC236}">
                    <a16:creationId xmlns:a16="http://schemas.microsoft.com/office/drawing/2014/main" id="{F6CB7E6E-DB9C-BC68-8594-21AFB510C645}"/>
                  </a:ext>
                </a:extLst>
              </p:cNvPr>
              <p:cNvSpPr>
                <a:spLocks/>
              </p:cNvSpPr>
              <p:nvPr/>
            </p:nvSpPr>
            <p:spPr bwMode="auto">
              <a:xfrm>
                <a:off x="1292"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97" name="Line 14">
                <a:extLst>
                  <a:ext uri="{FF2B5EF4-FFF2-40B4-BE49-F238E27FC236}">
                    <a16:creationId xmlns:a16="http://schemas.microsoft.com/office/drawing/2014/main" id="{27421555-4C60-8E00-3EAA-AE22E96EC5CC}"/>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198690" name="Group 15">
              <a:extLst>
                <a:ext uri="{FF2B5EF4-FFF2-40B4-BE49-F238E27FC236}">
                  <a16:creationId xmlns:a16="http://schemas.microsoft.com/office/drawing/2014/main" id="{D0D4CCDB-D377-6E0A-5078-8EDC40963DAF}"/>
                </a:ext>
              </a:extLst>
            </p:cNvPr>
            <p:cNvGrpSpPr>
              <a:grpSpLocks/>
            </p:cNvGrpSpPr>
            <p:nvPr/>
          </p:nvGrpSpPr>
          <p:grpSpPr bwMode="auto">
            <a:xfrm>
              <a:off x="3062" y="1313"/>
              <a:ext cx="318" cy="300"/>
              <a:chOff x="1292" y="1905"/>
              <a:chExt cx="318" cy="300"/>
            </a:xfrm>
          </p:grpSpPr>
          <p:sp>
            <p:nvSpPr>
              <p:cNvPr id="198694" name="Arc 16">
                <a:extLst>
                  <a:ext uri="{FF2B5EF4-FFF2-40B4-BE49-F238E27FC236}">
                    <a16:creationId xmlns:a16="http://schemas.microsoft.com/office/drawing/2014/main" id="{8F05527D-1B15-CE51-EDCC-131210F50199}"/>
                  </a:ext>
                </a:extLst>
              </p:cNvPr>
              <p:cNvSpPr>
                <a:spLocks/>
              </p:cNvSpPr>
              <p:nvPr/>
            </p:nvSpPr>
            <p:spPr bwMode="auto">
              <a:xfrm>
                <a:off x="1292"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95" name="Line 17">
                <a:extLst>
                  <a:ext uri="{FF2B5EF4-FFF2-40B4-BE49-F238E27FC236}">
                    <a16:creationId xmlns:a16="http://schemas.microsoft.com/office/drawing/2014/main" id="{0020A219-F68A-BB2C-DD78-2D38146C959B}"/>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98691" name="Text Box 18">
              <a:extLst>
                <a:ext uri="{FF2B5EF4-FFF2-40B4-BE49-F238E27FC236}">
                  <a16:creationId xmlns:a16="http://schemas.microsoft.com/office/drawing/2014/main" id="{17594E36-E04F-E3FE-73C3-177636316B95}"/>
                </a:ext>
              </a:extLst>
            </p:cNvPr>
            <p:cNvSpPr txBox="1">
              <a:spLocks noChangeArrowheads="1"/>
            </p:cNvSpPr>
            <p:nvPr/>
          </p:nvSpPr>
          <p:spPr bwMode="auto">
            <a:xfrm>
              <a:off x="2427" y="1479"/>
              <a:ext cx="317"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198692" name="Text Box 19">
              <a:extLst>
                <a:ext uri="{FF2B5EF4-FFF2-40B4-BE49-F238E27FC236}">
                  <a16:creationId xmlns:a16="http://schemas.microsoft.com/office/drawing/2014/main" id="{CB1FB5FE-D05B-B93C-6CA7-B292E41CBBCA}"/>
                </a:ext>
              </a:extLst>
            </p:cNvPr>
            <p:cNvSpPr txBox="1">
              <a:spLocks noChangeArrowheads="1"/>
            </p:cNvSpPr>
            <p:nvPr/>
          </p:nvSpPr>
          <p:spPr bwMode="auto">
            <a:xfrm>
              <a:off x="2926" y="1071"/>
              <a:ext cx="544"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not b</a:t>
              </a:r>
            </a:p>
          </p:txBody>
        </p:sp>
        <p:sp>
          <p:nvSpPr>
            <p:cNvPr id="198693" name="Text Box 20">
              <a:extLst>
                <a:ext uri="{FF2B5EF4-FFF2-40B4-BE49-F238E27FC236}">
                  <a16:creationId xmlns:a16="http://schemas.microsoft.com/office/drawing/2014/main" id="{228A16AE-07F1-53BF-BE9F-4E18F260B0E2}"/>
                </a:ext>
              </a:extLst>
            </p:cNvPr>
            <p:cNvSpPr txBox="1">
              <a:spLocks noChangeArrowheads="1"/>
            </p:cNvSpPr>
            <p:nvPr/>
          </p:nvSpPr>
          <p:spPr bwMode="auto">
            <a:xfrm>
              <a:off x="1746" y="1026"/>
              <a:ext cx="589"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not b</a:t>
              </a:r>
            </a:p>
          </p:txBody>
        </p:sp>
      </p:grpSp>
      <p:grpSp>
        <p:nvGrpSpPr>
          <p:cNvPr id="52" name="Group 21">
            <a:extLst>
              <a:ext uri="{FF2B5EF4-FFF2-40B4-BE49-F238E27FC236}">
                <a16:creationId xmlns:a16="http://schemas.microsoft.com/office/drawing/2014/main" id="{8C875A7D-03DE-FA3C-007A-F4C72436A8AC}"/>
              </a:ext>
            </a:extLst>
          </p:cNvPr>
          <p:cNvGrpSpPr>
            <a:grpSpLocks/>
          </p:cNvGrpSpPr>
          <p:nvPr/>
        </p:nvGrpSpPr>
        <p:grpSpPr bwMode="auto">
          <a:xfrm>
            <a:off x="2135189" y="3140075"/>
            <a:ext cx="7921625" cy="719138"/>
            <a:chOff x="385" y="2341"/>
            <a:chExt cx="5125" cy="454"/>
          </a:xfrm>
          <a:solidFill>
            <a:schemeClr val="bg1"/>
          </a:solidFill>
        </p:grpSpPr>
        <p:grpSp>
          <p:nvGrpSpPr>
            <p:cNvPr id="50" name="Group 22">
              <a:extLst>
                <a:ext uri="{FF2B5EF4-FFF2-40B4-BE49-F238E27FC236}">
                  <a16:creationId xmlns:a16="http://schemas.microsoft.com/office/drawing/2014/main" id="{EFC1BB21-1FB3-DD3D-E528-DCC696CA84B0}"/>
                </a:ext>
              </a:extLst>
            </p:cNvPr>
            <p:cNvGrpSpPr>
              <a:grpSpLocks/>
            </p:cNvGrpSpPr>
            <p:nvPr/>
          </p:nvGrpSpPr>
          <p:grpSpPr bwMode="auto">
            <a:xfrm>
              <a:off x="385" y="2341"/>
              <a:ext cx="5017" cy="454"/>
              <a:chOff x="720" y="480"/>
              <a:chExt cx="4918" cy="1390"/>
            </a:xfrm>
            <a:grpFill/>
          </p:grpSpPr>
          <p:graphicFrame>
            <p:nvGraphicFramePr>
              <p:cNvPr id="44034" name="Object 23">
                <a:extLst>
                  <a:ext uri="{FF2B5EF4-FFF2-40B4-BE49-F238E27FC236}">
                    <a16:creationId xmlns:a16="http://schemas.microsoft.com/office/drawing/2014/main" id="{76263196-8661-7B3C-EC2F-1FE3E806CF0B}"/>
                  </a:ext>
                </a:extLst>
              </p:cNvPr>
              <p:cNvGraphicFramePr>
                <a:graphicFrameLocks noChangeAspect="1"/>
              </p:cNvGraphicFramePr>
              <p:nvPr/>
            </p:nvGraphicFramePr>
            <p:xfrm>
              <a:off x="720" y="480"/>
              <a:ext cx="4918" cy="1390"/>
            </p:xfrm>
            <a:graphic>
              <a:graphicData uri="http://schemas.openxmlformats.org/presentationml/2006/ole">
                <mc:AlternateContent xmlns:mc="http://schemas.openxmlformats.org/markup-compatibility/2006">
                  <mc:Choice xmlns:v="urn:schemas-microsoft-com:vml" Requires="v">
                    <p:oleObj name="Image" r:id="rId7" imgW="7580952" imgH="2768254" progId="">
                      <p:embed/>
                    </p:oleObj>
                  </mc:Choice>
                  <mc:Fallback>
                    <p:oleObj name="Image" r:id="rId7" imgW="7580952" imgH="2768254" progId="">
                      <p:embed/>
                      <p:pic>
                        <p:nvPicPr>
                          <p:cNvPr id="44034" name="Object 23">
                            <a:extLst>
                              <a:ext uri="{FF2B5EF4-FFF2-40B4-BE49-F238E27FC236}">
                                <a16:creationId xmlns:a16="http://schemas.microsoft.com/office/drawing/2014/main" id="{76263196-8661-7B3C-EC2F-1FE3E806CF0B}"/>
                              </a:ext>
                            </a:extLst>
                          </p:cNvPr>
                          <p:cNvPicPr>
                            <a:picLocks noChangeAspect="1" noChangeArrowheads="1"/>
                          </p:cNvPicPr>
                          <p:nvPr/>
                        </p:nvPicPr>
                        <p:blipFill>
                          <a:blip r:embed="rId4"/>
                          <a:srcRect/>
                          <a:stretch>
                            <a:fillRect/>
                          </a:stretch>
                        </p:blipFill>
                        <p:spPr bwMode="auto">
                          <a:xfrm>
                            <a:off x="720" y="480"/>
                            <a:ext cx="4918" cy="1390"/>
                          </a:xfrm>
                          <a:prstGeom prst="rect">
                            <a:avLst/>
                          </a:prstGeom>
                          <a:noFill/>
                          <a:ln>
                            <a:noFill/>
                          </a:ln>
                          <a:effectLst/>
                        </p:spPr>
                      </p:pic>
                    </p:oleObj>
                  </mc:Fallback>
                </mc:AlternateContent>
              </a:graphicData>
            </a:graphic>
          </p:graphicFrame>
          <p:graphicFrame>
            <p:nvGraphicFramePr>
              <p:cNvPr id="44035" name="Object 24">
                <a:extLst>
                  <a:ext uri="{FF2B5EF4-FFF2-40B4-BE49-F238E27FC236}">
                    <a16:creationId xmlns:a16="http://schemas.microsoft.com/office/drawing/2014/main" id="{872A2640-463E-91C7-AD06-33CC0C6798A1}"/>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8" imgW="114151" imgH="215619" progId="Equation.3">
                      <p:embed/>
                    </p:oleObj>
                  </mc:Choice>
                  <mc:Fallback>
                    <p:oleObj name="Microsoft 公式 3.0" r:id="rId8" imgW="114151" imgH="215619" progId="Equation.3">
                      <p:embed/>
                      <p:pic>
                        <p:nvPicPr>
                          <p:cNvPr id="44035" name="Object 24">
                            <a:extLst>
                              <a:ext uri="{FF2B5EF4-FFF2-40B4-BE49-F238E27FC236}">
                                <a16:creationId xmlns:a16="http://schemas.microsoft.com/office/drawing/2014/main" id="{872A2640-463E-91C7-AD06-33CC0C6798A1}"/>
                              </a:ext>
                            </a:extLst>
                          </p:cNvPr>
                          <p:cNvPicPr>
                            <a:picLocks noChangeAspect="1" noChangeArrowheads="1"/>
                          </p:cNvPicPr>
                          <p:nvPr/>
                        </p:nvPicPr>
                        <p:blipFill>
                          <a:blip r:embed="rId6"/>
                          <a:srcRect/>
                          <a:stretch>
                            <a:fillRect/>
                          </a:stretch>
                        </p:blipFill>
                        <p:spPr bwMode="auto">
                          <a:xfrm>
                            <a:off x="2873" y="1028"/>
                            <a:ext cx="157" cy="296"/>
                          </a:xfrm>
                          <a:prstGeom prst="rect">
                            <a:avLst/>
                          </a:prstGeom>
                          <a:noFill/>
                        </p:spPr>
                      </p:pic>
                    </p:oleObj>
                  </mc:Fallback>
                </mc:AlternateContent>
              </a:graphicData>
            </a:graphic>
          </p:graphicFrame>
        </p:grpSp>
        <p:sp>
          <p:nvSpPr>
            <p:cNvPr id="35874" name="Text Box 25">
              <a:extLst>
                <a:ext uri="{FF2B5EF4-FFF2-40B4-BE49-F238E27FC236}">
                  <a16:creationId xmlns:a16="http://schemas.microsoft.com/office/drawing/2014/main" id="{E2228D63-61C0-4705-B244-7C0269C49DD2}"/>
                </a:ext>
              </a:extLst>
            </p:cNvPr>
            <p:cNvSpPr txBox="1">
              <a:spLocks noChangeArrowheads="1"/>
            </p:cNvSpPr>
            <p:nvPr/>
          </p:nvSpPr>
          <p:spPr bwMode="auto">
            <a:xfrm>
              <a:off x="430" y="2386"/>
              <a:ext cx="5080" cy="291"/>
            </a:xfrm>
            <a:prstGeom prst="rect">
              <a:avLst/>
            </a:prstGeom>
            <a:grpFill/>
            <a:ln w="9525">
              <a:noFill/>
              <a:miter lim="800000"/>
              <a:headEnd/>
              <a:tailEnd/>
            </a:ln>
          </p:spPr>
          <p:txBody>
            <a:bodyPr>
              <a:spAutoFit/>
            </a:bodyPr>
            <a:lstStyle/>
            <a:p>
              <a:pPr fontAlgn="base">
                <a:spcBef>
                  <a:spcPct val="50000"/>
                </a:spcBef>
                <a:spcAft>
                  <a:spcPct val="0"/>
                </a:spcAft>
                <a:defRPr/>
              </a:pPr>
              <a:r>
                <a:rPr lang="zh-CN" altLang="en-US" sz="2400" b="1" dirty="0">
                  <a:solidFill>
                    <a:srgbClr val="003399"/>
                  </a:solidFill>
                  <a:latin typeface="宋体" panose="02010600030101010101" pitchFamily="2" charset="-122"/>
                  <a:ea typeface="宋体" panose="02010600030101010101" pitchFamily="2" charset="-122"/>
                </a:rPr>
                <a:t>例</a:t>
              </a:r>
              <a:r>
                <a:rPr lang="en-US" altLang="zh-CN" sz="2400" b="1" dirty="0">
                  <a:solidFill>
                    <a:srgbClr val="003399"/>
                  </a:solidFill>
                  <a:latin typeface="宋体" panose="02010600030101010101" pitchFamily="2" charset="-122"/>
                  <a:ea typeface="宋体" panose="02010600030101010101" pitchFamily="2" charset="-122"/>
                </a:rPr>
                <a:t>3-15</a:t>
              </a:r>
              <a:r>
                <a:rPr lang="zh-CN" altLang="en-US" sz="2400" b="1" dirty="0">
                  <a:solidFill>
                    <a:srgbClr val="003399"/>
                  </a:solidFill>
                  <a:latin typeface="宋体" panose="02010600030101010101" pitchFamily="2" charset="-122"/>
                  <a:ea typeface="宋体" panose="02010600030101010101" pitchFamily="2" charset="-122"/>
                </a:rPr>
                <a:t>：包含</a:t>
              </a:r>
              <a:r>
                <a:rPr lang="zh-CN" altLang="en-US" sz="2400" b="1" dirty="0">
                  <a:solidFill>
                    <a:srgbClr val="DC5900"/>
                  </a:solidFill>
                  <a:latin typeface="宋体" panose="02010600030101010101" pitchFamily="2" charset="-122"/>
                  <a:ea typeface="宋体" panose="02010600030101010101" pitchFamily="2" charset="-122"/>
                </a:rPr>
                <a:t>最多一个</a:t>
              </a:r>
              <a:r>
                <a:rPr lang="en-US" altLang="zh-CN" sz="2400" b="1" dirty="0">
                  <a:solidFill>
                    <a:srgbClr val="DC5900"/>
                  </a:solidFill>
                  <a:latin typeface="宋体" panose="02010600030101010101" pitchFamily="2" charset="-122"/>
                  <a:ea typeface="宋体" panose="02010600030101010101" pitchFamily="2" charset="-122"/>
                </a:rPr>
                <a:t>b</a:t>
              </a:r>
              <a:r>
                <a:rPr lang="zh-CN" altLang="en-US" sz="2400" b="1" dirty="0">
                  <a:solidFill>
                    <a:srgbClr val="003399"/>
                  </a:solidFill>
                  <a:latin typeface="宋体" panose="02010600030101010101" pitchFamily="2" charset="-122"/>
                  <a:ea typeface="宋体" panose="02010600030101010101" pitchFamily="2" charset="-122"/>
                </a:rPr>
                <a:t>的串被如下所示的</a:t>
              </a:r>
              <a:r>
                <a:rPr lang="en-US" altLang="zh-CN" sz="2400" b="1" dirty="0">
                  <a:solidFill>
                    <a:srgbClr val="003399"/>
                  </a:solidFill>
                  <a:latin typeface="宋体" panose="02010600030101010101" pitchFamily="2" charset="-122"/>
                  <a:ea typeface="宋体" panose="02010600030101010101" pitchFamily="2" charset="-122"/>
                </a:rPr>
                <a:t>DFA</a:t>
              </a:r>
              <a:r>
                <a:rPr lang="zh-CN" altLang="en-US" sz="2400" b="1" dirty="0">
                  <a:solidFill>
                    <a:srgbClr val="003399"/>
                  </a:solidFill>
                  <a:latin typeface="宋体" panose="02010600030101010101" pitchFamily="2" charset="-122"/>
                  <a:ea typeface="宋体" panose="02010600030101010101" pitchFamily="2" charset="-122"/>
                </a:rPr>
                <a:t>接受：</a:t>
              </a:r>
            </a:p>
          </p:txBody>
        </p:sp>
      </p:grpSp>
      <p:grpSp>
        <p:nvGrpSpPr>
          <p:cNvPr id="9" name="Group 26">
            <a:extLst>
              <a:ext uri="{FF2B5EF4-FFF2-40B4-BE49-F238E27FC236}">
                <a16:creationId xmlns:a16="http://schemas.microsoft.com/office/drawing/2014/main" id="{8926690F-F598-1986-2AD6-E4A0B7BEF2DB}"/>
              </a:ext>
            </a:extLst>
          </p:cNvPr>
          <p:cNvGrpSpPr>
            <a:grpSpLocks/>
          </p:cNvGrpSpPr>
          <p:nvPr/>
        </p:nvGrpSpPr>
        <p:grpSpPr bwMode="auto">
          <a:xfrm>
            <a:off x="3503613" y="4076701"/>
            <a:ext cx="3600450" cy="1439863"/>
            <a:chOff x="1247" y="2931"/>
            <a:chExt cx="2268" cy="907"/>
          </a:xfrm>
        </p:grpSpPr>
        <p:sp>
          <p:nvSpPr>
            <p:cNvPr id="198674" name="AutoShape 27">
              <a:extLst>
                <a:ext uri="{FF2B5EF4-FFF2-40B4-BE49-F238E27FC236}">
                  <a16:creationId xmlns:a16="http://schemas.microsoft.com/office/drawing/2014/main" id="{AE6A126F-96C2-4FA2-80EE-FFEF576EE2D2}"/>
                </a:ext>
              </a:extLst>
            </p:cNvPr>
            <p:cNvSpPr>
              <a:spLocks noChangeArrowheads="1"/>
            </p:cNvSpPr>
            <p:nvPr/>
          </p:nvSpPr>
          <p:spPr bwMode="auto">
            <a:xfrm>
              <a:off x="3061" y="3475"/>
              <a:ext cx="363" cy="3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4 w 21600"/>
                <a:gd name="T25" fmla="*/ 3154 h 21600"/>
                <a:gd name="T26" fmla="*/ 18446 w 21600"/>
                <a:gd name="T27" fmla="*/ 1844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75" name="Line 28">
              <a:extLst>
                <a:ext uri="{FF2B5EF4-FFF2-40B4-BE49-F238E27FC236}">
                  <a16:creationId xmlns:a16="http://schemas.microsoft.com/office/drawing/2014/main" id="{70FF4BB4-29A3-69C2-DA8B-A3FE8E2A1C01}"/>
                </a:ext>
              </a:extLst>
            </p:cNvPr>
            <p:cNvSpPr>
              <a:spLocks noChangeShapeType="1"/>
            </p:cNvSpPr>
            <p:nvPr/>
          </p:nvSpPr>
          <p:spPr bwMode="auto">
            <a:xfrm>
              <a:off x="1247" y="3656"/>
              <a:ext cx="63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76" name="Line 29">
              <a:extLst>
                <a:ext uri="{FF2B5EF4-FFF2-40B4-BE49-F238E27FC236}">
                  <a16:creationId xmlns:a16="http://schemas.microsoft.com/office/drawing/2014/main" id="{39629E72-531F-5B02-2374-08F596631ACF}"/>
                </a:ext>
              </a:extLst>
            </p:cNvPr>
            <p:cNvSpPr>
              <a:spLocks noChangeShapeType="1"/>
            </p:cNvSpPr>
            <p:nvPr/>
          </p:nvSpPr>
          <p:spPr bwMode="auto">
            <a:xfrm>
              <a:off x="2245" y="3656"/>
              <a:ext cx="816"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198677" name="Group 30">
              <a:extLst>
                <a:ext uri="{FF2B5EF4-FFF2-40B4-BE49-F238E27FC236}">
                  <a16:creationId xmlns:a16="http://schemas.microsoft.com/office/drawing/2014/main" id="{EDF0D54F-EE5D-960E-7525-A207849EC255}"/>
                </a:ext>
              </a:extLst>
            </p:cNvPr>
            <p:cNvGrpSpPr>
              <a:grpSpLocks/>
            </p:cNvGrpSpPr>
            <p:nvPr/>
          </p:nvGrpSpPr>
          <p:grpSpPr bwMode="auto">
            <a:xfrm>
              <a:off x="1927" y="3220"/>
              <a:ext cx="318" cy="300"/>
              <a:chOff x="1292" y="1905"/>
              <a:chExt cx="318" cy="300"/>
            </a:xfrm>
          </p:grpSpPr>
          <p:sp>
            <p:nvSpPr>
              <p:cNvPr id="198684" name="Arc 31">
                <a:extLst>
                  <a:ext uri="{FF2B5EF4-FFF2-40B4-BE49-F238E27FC236}">
                    <a16:creationId xmlns:a16="http://schemas.microsoft.com/office/drawing/2014/main" id="{FD48DEAB-ADB2-D4BD-E760-05588D7F954D}"/>
                  </a:ext>
                </a:extLst>
              </p:cNvPr>
              <p:cNvSpPr>
                <a:spLocks/>
              </p:cNvSpPr>
              <p:nvPr/>
            </p:nvSpPr>
            <p:spPr bwMode="auto">
              <a:xfrm>
                <a:off x="1292"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85" name="Line 32">
                <a:extLst>
                  <a:ext uri="{FF2B5EF4-FFF2-40B4-BE49-F238E27FC236}">
                    <a16:creationId xmlns:a16="http://schemas.microsoft.com/office/drawing/2014/main" id="{0CCDE65E-55A8-9074-34A3-7F347C227E48}"/>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198678" name="Group 33">
              <a:extLst>
                <a:ext uri="{FF2B5EF4-FFF2-40B4-BE49-F238E27FC236}">
                  <a16:creationId xmlns:a16="http://schemas.microsoft.com/office/drawing/2014/main" id="{A3A14B0B-9CBE-CF86-265F-656A3A0A4F70}"/>
                </a:ext>
              </a:extLst>
            </p:cNvPr>
            <p:cNvGrpSpPr>
              <a:grpSpLocks/>
            </p:cNvGrpSpPr>
            <p:nvPr/>
          </p:nvGrpSpPr>
          <p:grpSpPr bwMode="auto">
            <a:xfrm>
              <a:off x="3107" y="3218"/>
              <a:ext cx="318" cy="300"/>
              <a:chOff x="1292" y="1905"/>
              <a:chExt cx="318" cy="300"/>
            </a:xfrm>
          </p:grpSpPr>
          <p:sp>
            <p:nvSpPr>
              <p:cNvPr id="198682" name="Arc 34">
                <a:extLst>
                  <a:ext uri="{FF2B5EF4-FFF2-40B4-BE49-F238E27FC236}">
                    <a16:creationId xmlns:a16="http://schemas.microsoft.com/office/drawing/2014/main" id="{956F7528-3866-82BF-BB4D-EF8FC39FDB46}"/>
                  </a:ext>
                </a:extLst>
              </p:cNvPr>
              <p:cNvSpPr>
                <a:spLocks/>
              </p:cNvSpPr>
              <p:nvPr/>
            </p:nvSpPr>
            <p:spPr bwMode="auto">
              <a:xfrm>
                <a:off x="1292" y="1905"/>
                <a:ext cx="318" cy="252"/>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83" name="Line 35">
                <a:extLst>
                  <a:ext uri="{FF2B5EF4-FFF2-40B4-BE49-F238E27FC236}">
                    <a16:creationId xmlns:a16="http://schemas.microsoft.com/office/drawing/2014/main" id="{660B31FC-20BC-BBCF-2A4C-44D75A6A25BC}"/>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198679" name="Text Box 36">
              <a:extLst>
                <a:ext uri="{FF2B5EF4-FFF2-40B4-BE49-F238E27FC236}">
                  <a16:creationId xmlns:a16="http://schemas.microsoft.com/office/drawing/2014/main" id="{1A103C71-4DB2-C52F-148B-F723593A9977}"/>
                </a:ext>
              </a:extLst>
            </p:cNvPr>
            <p:cNvSpPr txBox="1">
              <a:spLocks noChangeArrowheads="1"/>
            </p:cNvSpPr>
            <p:nvPr/>
          </p:nvSpPr>
          <p:spPr bwMode="auto">
            <a:xfrm>
              <a:off x="2472" y="3384"/>
              <a:ext cx="317"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b</a:t>
              </a:r>
            </a:p>
          </p:txBody>
        </p:sp>
        <p:sp>
          <p:nvSpPr>
            <p:cNvPr id="198680" name="Text Box 37">
              <a:extLst>
                <a:ext uri="{FF2B5EF4-FFF2-40B4-BE49-F238E27FC236}">
                  <a16:creationId xmlns:a16="http://schemas.microsoft.com/office/drawing/2014/main" id="{66576BB8-0763-72E9-5091-12DAFED8D3E1}"/>
                </a:ext>
              </a:extLst>
            </p:cNvPr>
            <p:cNvSpPr txBox="1">
              <a:spLocks noChangeArrowheads="1"/>
            </p:cNvSpPr>
            <p:nvPr/>
          </p:nvSpPr>
          <p:spPr bwMode="auto">
            <a:xfrm>
              <a:off x="2971" y="2976"/>
              <a:ext cx="544" cy="252"/>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not b</a:t>
              </a:r>
            </a:p>
          </p:txBody>
        </p:sp>
        <p:sp>
          <p:nvSpPr>
            <p:cNvPr id="198681" name="Text Box 38">
              <a:extLst>
                <a:ext uri="{FF2B5EF4-FFF2-40B4-BE49-F238E27FC236}">
                  <a16:creationId xmlns:a16="http://schemas.microsoft.com/office/drawing/2014/main" id="{2D9A94FD-4487-9BC3-BF4E-7A5B0E3E7CEA}"/>
                </a:ext>
              </a:extLst>
            </p:cNvPr>
            <p:cNvSpPr txBox="1">
              <a:spLocks noChangeArrowheads="1"/>
            </p:cNvSpPr>
            <p:nvPr/>
          </p:nvSpPr>
          <p:spPr bwMode="auto">
            <a:xfrm>
              <a:off x="1791" y="2931"/>
              <a:ext cx="589" cy="252"/>
            </a:xfrm>
            <a:prstGeom prst="rect">
              <a:avLst/>
            </a:prstGeom>
            <a:noFill/>
            <a:ln w="31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not b</a:t>
              </a:r>
            </a:p>
          </p:txBody>
        </p:sp>
      </p:grpSp>
      <p:sp>
        <p:nvSpPr>
          <p:cNvPr id="63527" name="AutoShape 39">
            <a:extLst>
              <a:ext uri="{FF2B5EF4-FFF2-40B4-BE49-F238E27FC236}">
                <a16:creationId xmlns:a16="http://schemas.microsoft.com/office/drawing/2014/main" id="{4F9276DA-4A5B-21D8-F97D-FC96E08412F9}"/>
              </a:ext>
            </a:extLst>
          </p:cNvPr>
          <p:cNvSpPr>
            <a:spLocks noChangeArrowheads="1"/>
          </p:cNvSpPr>
          <p:nvPr/>
        </p:nvSpPr>
        <p:spPr bwMode="auto">
          <a:xfrm>
            <a:off x="4511676" y="4940301"/>
            <a:ext cx="576263" cy="576263"/>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53" y="10800"/>
                </a:moveTo>
                <a:cubicBezTo>
                  <a:pt x="2753" y="15244"/>
                  <a:pt x="6356" y="18847"/>
                  <a:pt x="10800" y="18847"/>
                </a:cubicBezTo>
                <a:cubicBezTo>
                  <a:pt x="15244" y="18847"/>
                  <a:pt x="18847" y="15244"/>
                  <a:pt x="18847" y="10800"/>
                </a:cubicBezTo>
                <a:cubicBezTo>
                  <a:pt x="18847" y="6356"/>
                  <a:pt x="15244" y="2753"/>
                  <a:pt x="10800" y="2753"/>
                </a:cubicBezTo>
                <a:cubicBezTo>
                  <a:pt x="6356" y="2753"/>
                  <a:pt x="2753" y="6356"/>
                  <a:pt x="2753" y="10800"/>
                </a:cubicBezTo>
                <a:close/>
              </a:path>
            </a:pathLst>
          </a:custGeom>
          <a:solidFill>
            <a:schemeClr val="bg1">
              <a:alpha val="0"/>
            </a:schemeClr>
          </a:solidFill>
          <a:ln w="28575" algn="ctr">
            <a:solidFill>
              <a:srgbClr val="000000"/>
            </a:solidFill>
            <a:round/>
            <a:headEnd/>
            <a:tailEnd/>
          </a:ln>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63528" name="AutoShape 40">
            <a:extLst>
              <a:ext uri="{FF2B5EF4-FFF2-40B4-BE49-F238E27FC236}">
                <a16:creationId xmlns:a16="http://schemas.microsoft.com/office/drawing/2014/main" id="{9F277869-C866-AE96-30B7-49C7827D9A05}"/>
              </a:ext>
            </a:extLst>
          </p:cNvPr>
          <p:cNvSpPr>
            <a:spLocks noChangeArrowheads="1"/>
          </p:cNvSpPr>
          <p:nvPr/>
        </p:nvSpPr>
        <p:spPr bwMode="auto">
          <a:xfrm>
            <a:off x="8688389" y="1180625"/>
            <a:ext cx="1560679" cy="953453"/>
          </a:xfrm>
          <a:prstGeom prst="flowChartAlternateProcess">
            <a:avLst/>
          </a:prstGeom>
          <a:solidFill>
            <a:schemeClr val="bg1"/>
          </a:solidFill>
          <a:ln w="9525" algn="ctr">
            <a:solidFill>
              <a:srgbClr val="000000"/>
            </a:solidFill>
            <a:miter lim="800000"/>
            <a:headEnd/>
            <a:tailEnd/>
          </a:ln>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000" b="1">
                <a:solidFill>
                  <a:srgbClr val="3366FF"/>
                </a:solidFill>
                <a:latin typeface="宋体" panose="02010600030101010101" pitchFamily="2" charset="-122"/>
              </a:rPr>
              <a:t>注意二者之</a:t>
            </a:r>
          </a:p>
          <a:p>
            <a:pPr fontAlgn="base">
              <a:spcBef>
                <a:spcPct val="50000"/>
              </a:spcBef>
              <a:spcAft>
                <a:spcPct val="0"/>
              </a:spcAft>
              <a:buClrTx/>
              <a:buSzTx/>
              <a:buNone/>
            </a:pPr>
            <a:r>
              <a:rPr lang="zh-CN" altLang="en-US" sz="2000" b="1">
                <a:solidFill>
                  <a:srgbClr val="3366FF"/>
                </a:solidFill>
                <a:latin typeface="宋体" panose="02010600030101010101" pitchFamily="2" charset="-122"/>
              </a:rPr>
              <a:t>间的区别</a:t>
            </a:r>
          </a:p>
        </p:txBody>
      </p:sp>
      <p:grpSp>
        <p:nvGrpSpPr>
          <p:cNvPr id="12" name="Group 41">
            <a:extLst>
              <a:ext uri="{FF2B5EF4-FFF2-40B4-BE49-F238E27FC236}">
                <a16:creationId xmlns:a16="http://schemas.microsoft.com/office/drawing/2014/main" id="{0EBDAB1F-409E-BAB6-9464-B328CB10C47F}"/>
              </a:ext>
            </a:extLst>
          </p:cNvPr>
          <p:cNvGrpSpPr>
            <a:grpSpLocks/>
          </p:cNvGrpSpPr>
          <p:nvPr/>
        </p:nvGrpSpPr>
        <p:grpSpPr bwMode="auto">
          <a:xfrm>
            <a:off x="4727575" y="2132013"/>
            <a:ext cx="4248150" cy="792162"/>
            <a:chOff x="2018" y="1616"/>
            <a:chExt cx="2676" cy="499"/>
          </a:xfrm>
        </p:grpSpPr>
        <p:sp>
          <p:nvSpPr>
            <p:cNvPr id="198671" name="Line 42">
              <a:extLst>
                <a:ext uri="{FF2B5EF4-FFF2-40B4-BE49-F238E27FC236}">
                  <a16:creationId xmlns:a16="http://schemas.microsoft.com/office/drawing/2014/main" id="{9A686DE4-D437-7281-B6FA-3D7C37F45024}"/>
                </a:ext>
              </a:extLst>
            </p:cNvPr>
            <p:cNvSpPr>
              <a:spLocks noChangeShapeType="1"/>
            </p:cNvSpPr>
            <p:nvPr/>
          </p:nvSpPr>
          <p:spPr bwMode="auto">
            <a:xfrm>
              <a:off x="2018" y="1934"/>
              <a:ext cx="0" cy="181"/>
            </a:xfrm>
            <a:prstGeom prst="line">
              <a:avLst/>
            </a:prstGeom>
            <a:noFill/>
            <a:ln w="25400">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72" name="Line 43">
              <a:extLst>
                <a:ext uri="{FF2B5EF4-FFF2-40B4-BE49-F238E27FC236}">
                  <a16:creationId xmlns:a16="http://schemas.microsoft.com/office/drawing/2014/main" id="{8D3DB355-4DAE-A312-764F-373BE9D05D6F}"/>
                </a:ext>
              </a:extLst>
            </p:cNvPr>
            <p:cNvSpPr>
              <a:spLocks noChangeShapeType="1"/>
            </p:cNvSpPr>
            <p:nvPr/>
          </p:nvSpPr>
          <p:spPr bwMode="auto">
            <a:xfrm>
              <a:off x="2018" y="2115"/>
              <a:ext cx="2676" cy="0"/>
            </a:xfrm>
            <a:prstGeom prst="line">
              <a:avLst/>
            </a:prstGeom>
            <a:noFill/>
            <a:ln w="25400">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73" name="Line 44">
              <a:extLst>
                <a:ext uri="{FF2B5EF4-FFF2-40B4-BE49-F238E27FC236}">
                  <a16:creationId xmlns:a16="http://schemas.microsoft.com/office/drawing/2014/main" id="{2D51F6F6-1603-B5FD-2123-58658069D88E}"/>
                </a:ext>
              </a:extLst>
            </p:cNvPr>
            <p:cNvSpPr>
              <a:spLocks noChangeShapeType="1"/>
            </p:cNvSpPr>
            <p:nvPr/>
          </p:nvSpPr>
          <p:spPr bwMode="auto">
            <a:xfrm flipV="1">
              <a:off x="4694" y="1616"/>
              <a:ext cx="0" cy="499"/>
            </a:xfrm>
            <a:prstGeom prst="line">
              <a:avLst/>
            </a:prstGeom>
            <a:noFill/>
            <a:ln w="25400">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grpSp>
        <p:nvGrpSpPr>
          <p:cNvPr id="13" name="Group 45">
            <a:extLst>
              <a:ext uri="{FF2B5EF4-FFF2-40B4-BE49-F238E27FC236}">
                <a16:creationId xmlns:a16="http://schemas.microsoft.com/office/drawing/2014/main" id="{B0362B6F-220C-62D0-1E15-6F5D73C7B31B}"/>
              </a:ext>
            </a:extLst>
          </p:cNvPr>
          <p:cNvGrpSpPr>
            <a:grpSpLocks/>
          </p:cNvGrpSpPr>
          <p:nvPr/>
        </p:nvGrpSpPr>
        <p:grpSpPr bwMode="auto">
          <a:xfrm>
            <a:off x="4800600" y="2132013"/>
            <a:ext cx="5111750" cy="3600450"/>
            <a:chOff x="2064" y="1616"/>
            <a:chExt cx="3220" cy="2268"/>
          </a:xfrm>
        </p:grpSpPr>
        <p:sp>
          <p:nvSpPr>
            <p:cNvPr id="198668" name="Line 46">
              <a:extLst>
                <a:ext uri="{FF2B5EF4-FFF2-40B4-BE49-F238E27FC236}">
                  <a16:creationId xmlns:a16="http://schemas.microsoft.com/office/drawing/2014/main" id="{FB5FA768-3CDB-81CE-D54E-1751F77EDAD5}"/>
                </a:ext>
              </a:extLst>
            </p:cNvPr>
            <p:cNvSpPr>
              <a:spLocks noChangeShapeType="1"/>
            </p:cNvSpPr>
            <p:nvPr/>
          </p:nvSpPr>
          <p:spPr bwMode="auto">
            <a:xfrm>
              <a:off x="2064" y="3748"/>
              <a:ext cx="0" cy="136"/>
            </a:xfrm>
            <a:prstGeom prst="line">
              <a:avLst/>
            </a:prstGeom>
            <a:noFill/>
            <a:ln w="25400">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69" name="Line 47">
              <a:extLst>
                <a:ext uri="{FF2B5EF4-FFF2-40B4-BE49-F238E27FC236}">
                  <a16:creationId xmlns:a16="http://schemas.microsoft.com/office/drawing/2014/main" id="{FC966C49-53AD-ED90-8B69-81B8F28F9566}"/>
                </a:ext>
              </a:extLst>
            </p:cNvPr>
            <p:cNvSpPr>
              <a:spLocks noChangeShapeType="1"/>
            </p:cNvSpPr>
            <p:nvPr/>
          </p:nvSpPr>
          <p:spPr bwMode="auto">
            <a:xfrm>
              <a:off x="2064" y="3884"/>
              <a:ext cx="3220" cy="0"/>
            </a:xfrm>
            <a:prstGeom prst="line">
              <a:avLst/>
            </a:prstGeom>
            <a:noFill/>
            <a:ln w="25400">
              <a:solidFill>
                <a:srgbClr val="FF0000"/>
              </a:solidFill>
              <a:prstDash val="lgDashDotDot"/>
              <a:round/>
              <a:headEnd/>
              <a:tailEn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198670" name="Line 48">
              <a:extLst>
                <a:ext uri="{FF2B5EF4-FFF2-40B4-BE49-F238E27FC236}">
                  <a16:creationId xmlns:a16="http://schemas.microsoft.com/office/drawing/2014/main" id="{8C23BD38-D9FE-804F-60C5-DB0C390604FB}"/>
                </a:ext>
              </a:extLst>
            </p:cNvPr>
            <p:cNvSpPr>
              <a:spLocks noChangeShapeType="1"/>
            </p:cNvSpPr>
            <p:nvPr/>
          </p:nvSpPr>
          <p:spPr bwMode="auto">
            <a:xfrm flipV="1">
              <a:off x="5284" y="1616"/>
              <a:ext cx="0" cy="2268"/>
            </a:xfrm>
            <a:prstGeom prst="line">
              <a:avLst/>
            </a:prstGeom>
            <a:noFill/>
            <a:ln w="25400">
              <a:solidFill>
                <a:srgbClr val="FF0000"/>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51" name="TextBox 50">
            <a:extLst>
              <a:ext uri="{FF2B5EF4-FFF2-40B4-BE49-F238E27FC236}">
                <a16:creationId xmlns:a16="http://schemas.microsoft.com/office/drawing/2014/main" id="{CF495D61-6A85-59E0-75C4-83D774C7189A}"/>
              </a:ext>
            </a:extLst>
          </p:cNvPr>
          <p:cNvSpPr txBox="1">
            <a:spLocks noChangeArrowheads="1"/>
          </p:cNvSpPr>
          <p:nvPr/>
        </p:nvSpPr>
        <p:spPr bwMode="auto">
          <a:xfrm>
            <a:off x="1992313" y="6146800"/>
            <a:ext cx="3816350" cy="522288"/>
          </a:xfrm>
          <a:prstGeom prst="rect">
            <a:avLst/>
          </a:prstGeom>
          <a:solidFill>
            <a:srgbClr val="EBF7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2800" b="1">
                <a:solidFill>
                  <a:srgbClr val="003399"/>
                </a:solidFill>
                <a:latin typeface="宋体" panose="02010600030101010101" pitchFamily="2" charset="-122"/>
              </a:rPr>
              <a:t>最多一个</a:t>
            </a:r>
            <a:r>
              <a:rPr lang="en-US" altLang="zh-CN" sz="2800" b="1">
                <a:solidFill>
                  <a:srgbClr val="003399"/>
                </a:solidFill>
                <a:latin typeface="宋体" panose="02010600030101010101" pitchFamily="2" charset="-122"/>
              </a:rPr>
              <a:t>b</a:t>
            </a:r>
            <a:r>
              <a:rPr lang="zh-CN" altLang="en-US" sz="2800" b="1">
                <a:solidFill>
                  <a:srgbClr val="003399"/>
                </a:solidFill>
                <a:latin typeface="宋体" panose="02010600030101010101" pitchFamily="2" charset="-122"/>
              </a:rPr>
              <a:t>：可以没有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495"/>
                                        </p:tgtEl>
                                        <p:attrNameLst>
                                          <p:attrName>style.visibility</p:attrName>
                                        </p:attrNameLst>
                                      </p:cBhvr>
                                      <p:to>
                                        <p:strVal val="visible"/>
                                      </p:to>
                                    </p:set>
                                    <p:animEffect transition="in" filter="blinds(horizontal)">
                                      <p:cBhvr>
                                        <p:cTn id="12" dur="500"/>
                                        <p:tgtEl>
                                          <p:spTgt spid="63495"/>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blinds(horizontal)">
                                      <p:cBhvr>
                                        <p:cTn id="20" dur="500"/>
                                        <p:tgtEl>
                                          <p:spTgt spid="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blinds(horizontal)">
                                      <p:cBhvr>
                                        <p:cTn id="25" dur="500"/>
                                        <p:tgtEl>
                                          <p:spTgt spid="5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par>
                                <p:cTn id="31" presetID="3" presetClass="entr" presetSubtype="10" fill="hold" nodeType="withEffect">
                                  <p:stCondLst>
                                    <p:cond delay="0"/>
                                  </p:stCondLst>
                                  <p:childTnLst>
                                    <p:set>
                                      <p:cBhvr>
                                        <p:cTn id="32" dur="1" fill="hold">
                                          <p:stCondLst>
                                            <p:cond delay="0"/>
                                          </p:stCondLst>
                                        </p:cTn>
                                        <p:tgtEl>
                                          <p:spTgt spid="63527"/>
                                        </p:tgtEl>
                                        <p:attrNameLst>
                                          <p:attrName>style.visibility</p:attrName>
                                        </p:attrNameLst>
                                      </p:cBhvr>
                                      <p:to>
                                        <p:strVal val="visible"/>
                                      </p:to>
                                    </p:set>
                                    <p:animEffect transition="in" filter="blinds(horizontal)">
                                      <p:cBhvr>
                                        <p:cTn id="33" dur="500"/>
                                        <p:tgtEl>
                                          <p:spTgt spid="6352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63528"/>
                                        </p:tgtEl>
                                        <p:attrNameLst>
                                          <p:attrName>style.visibility</p:attrName>
                                        </p:attrNameLst>
                                      </p:cBhvr>
                                      <p:to>
                                        <p:strVal val="visible"/>
                                      </p:to>
                                    </p:set>
                                    <p:animEffect transition="in" filter="blinds(horizontal)">
                                      <p:cBhvr>
                                        <p:cTn id="38" dur="500"/>
                                        <p:tgtEl>
                                          <p:spTgt spid="63528"/>
                                        </p:tgtEl>
                                      </p:cBhvr>
                                    </p:animEffect>
                                  </p:childTnLst>
                                </p:cTn>
                              </p:par>
                              <p:par>
                                <p:cTn id="39" presetID="3" presetClass="entr" presetSubtype="1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linds(horizontal)">
                                      <p:cBhvr>
                                        <p:cTn id="41" dur="500"/>
                                        <p:tgtEl>
                                          <p:spTgt spid="12"/>
                                        </p:tgtEl>
                                      </p:cBhvr>
                                    </p:animEffect>
                                  </p:childTnLst>
                                </p:cTn>
                              </p:par>
                              <p:par>
                                <p:cTn id="42" presetID="3" presetClass="entr" presetSubtype="1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linds(horizontal)">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animBg="1"/>
      <p:bldP spid="63528" grpId="0" animBg="1"/>
      <p:bldP spid="5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AD361715-EF3B-2587-62C0-BA15D36BC6C5}"/>
              </a:ext>
            </a:extLst>
          </p:cNvPr>
          <p:cNvGrpSpPr>
            <a:grpSpLocks/>
          </p:cNvGrpSpPr>
          <p:nvPr/>
        </p:nvGrpSpPr>
        <p:grpSpPr bwMode="auto">
          <a:xfrm>
            <a:off x="2279651" y="1773238"/>
            <a:ext cx="7826375" cy="931862"/>
            <a:chOff x="0" y="2016"/>
            <a:chExt cx="5406" cy="970"/>
          </a:xfrm>
        </p:grpSpPr>
        <p:sp>
          <p:nvSpPr>
            <p:cNvPr id="200745" name="Rectangle 5">
              <a:extLst>
                <a:ext uri="{FF2B5EF4-FFF2-40B4-BE49-F238E27FC236}">
                  <a16:creationId xmlns:a16="http://schemas.microsoft.com/office/drawing/2014/main" id="{6418B417-BA33-CBA2-4B22-9F584FBE5035}"/>
                </a:ext>
              </a:extLst>
            </p:cNvPr>
            <p:cNvSpPr>
              <a:spLocks noChangeArrowheads="1"/>
            </p:cNvSpPr>
            <p:nvPr/>
          </p:nvSpPr>
          <p:spPr bwMode="auto">
            <a:xfrm>
              <a:off x="4032" y="2016"/>
              <a:ext cx="408" cy="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α</a:t>
              </a:r>
            </a:p>
          </p:txBody>
        </p:sp>
        <p:grpSp>
          <p:nvGrpSpPr>
            <p:cNvPr id="200746" name="Group 6">
              <a:extLst>
                <a:ext uri="{FF2B5EF4-FFF2-40B4-BE49-F238E27FC236}">
                  <a16:creationId xmlns:a16="http://schemas.microsoft.com/office/drawing/2014/main" id="{540655F8-0C31-B83A-D3F8-E89C8172F47A}"/>
                </a:ext>
              </a:extLst>
            </p:cNvPr>
            <p:cNvGrpSpPr>
              <a:grpSpLocks/>
            </p:cNvGrpSpPr>
            <p:nvPr/>
          </p:nvGrpSpPr>
          <p:grpSpPr bwMode="auto">
            <a:xfrm>
              <a:off x="3243" y="2160"/>
              <a:ext cx="2163" cy="826"/>
              <a:chOff x="2971" y="2352"/>
              <a:chExt cx="2163" cy="826"/>
            </a:xfrm>
          </p:grpSpPr>
          <p:sp>
            <p:nvSpPr>
              <p:cNvPr id="200753" name="Oval 7">
                <a:extLst>
                  <a:ext uri="{FF2B5EF4-FFF2-40B4-BE49-F238E27FC236}">
                    <a16:creationId xmlns:a16="http://schemas.microsoft.com/office/drawing/2014/main" id="{54DAABD0-878A-225E-3D14-F97CF7CDB9CE}"/>
                  </a:ext>
                </a:extLst>
              </p:cNvPr>
              <p:cNvSpPr>
                <a:spLocks noChangeArrowheads="1"/>
              </p:cNvSpPr>
              <p:nvPr/>
            </p:nvSpPr>
            <p:spPr bwMode="auto">
              <a:xfrm>
                <a:off x="2971" y="2387"/>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sp>
            <p:nvSpPr>
              <p:cNvPr id="200754" name="Oval 8">
                <a:extLst>
                  <a:ext uri="{FF2B5EF4-FFF2-40B4-BE49-F238E27FC236}">
                    <a16:creationId xmlns:a16="http://schemas.microsoft.com/office/drawing/2014/main" id="{3E441D30-1C58-4008-91E8-E787F970CC17}"/>
                  </a:ext>
                </a:extLst>
              </p:cNvPr>
              <p:cNvSpPr>
                <a:spLocks noChangeArrowheads="1"/>
              </p:cNvSpPr>
              <p:nvPr/>
            </p:nvSpPr>
            <p:spPr bwMode="auto">
              <a:xfrm>
                <a:off x="4558" y="2387"/>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sp>
            <p:nvSpPr>
              <p:cNvPr id="200755" name="AutoShape 9">
                <a:extLst>
                  <a:ext uri="{FF2B5EF4-FFF2-40B4-BE49-F238E27FC236}">
                    <a16:creationId xmlns:a16="http://schemas.microsoft.com/office/drawing/2014/main" id="{BF354AA0-DF3C-9E8C-10D1-102D6EB2EC4C}"/>
                  </a:ext>
                </a:extLst>
              </p:cNvPr>
              <p:cNvSpPr>
                <a:spLocks noChangeArrowheads="1"/>
              </p:cNvSpPr>
              <p:nvPr/>
            </p:nvSpPr>
            <p:spPr bwMode="auto">
              <a:xfrm>
                <a:off x="3504" y="2352"/>
                <a:ext cx="1200" cy="192"/>
              </a:xfrm>
              <a:prstGeom prst="curvedDownArrow">
                <a:avLst>
                  <a:gd name="adj1" fmla="val 125000"/>
                  <a:gd name="adj2" fmla="val 250000"/>
                  <a:gd name="adj3" fmla="val 33333"/>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56" name="AutoShape 10">
                <a:extLst>
                  <a:ext uri="{FF2B5EF4-FFF2-40B4-BE49-F238E27FC236}">
                    <a16:creationId xmlns:a16="http://schemas.microsoft.com/office/drawing/2014/main" id="{41EFB61D-46D3-E131-B8C3-0341C1D05E69}"/>
                  </a:ext>
                </a:extLst>
              </p:cNvPr>
              <p:cNvSpPr>
                <a:spLocks noChangeArrowheads="1"/>
              </p:cNvSpPr>
              <p:nvPr/>
            </p:nvSpPr>
            <p:spPr bwMode="auto">
              <a:xfrm>
                <a:off x="3456" y="2880"/>
                <a:ext cx="1344" cy="240"/>
              </a:xfrm>
              <a:prstGeom prst="curvedUpArrow">
                <a:avLst>
                  <a:gd name="adj1" fmla="val 112000"/>
                  <a:gd name="adj2" fmla="val 224000"/>
                  <a:gd name="adj3" fmla="val 33333"/>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57" name="Rectangle 11">
                <a:extLst>
                  <a:ext uri="{FF2B5EF4-FFF2-40B4-BE49-F238E27FC236}">
                    <a16:creationId xmlns:a16="http://schemas.microsoft.com/office/drawing/2014/main" id="{AB56029F-11FD-978B-ABE2-1377DDFEF175}"/>
                  </a:ext>
                </a:extLst>
              </p:cNvPr>
              <p:cNvSpPr>
                <a:spLocks noChangeArrowheads="1"/>
              </p:cNvSpPr>
              <p:nvPr/>
            </p:nvSpPr>
            <p:spPr bwMode="auto">
              <a:xfrm>
                <a:off x="3936" y="2689"/>
                <a:ext cx="408"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β</a:t>
                </a:r>
              </a:p>
            </p:txBody>
          </p:sp>
        </p:grpSp>
        <p:grpSp>
          <p:nvGrpSpPr>
            <p:cNvPr id="200747" name="Group 12">
              <a:extLst>
                <a:ext uri="{FF2B5EF4-FFF2-40B4-BE49-F238E27FC236}">
                  <a16:creationId xmlns:a16="http://schemas.microsoft.com/office/drawing/2014/main" id="{C2387FD1-8C10-D90D-62CB-95F8638F9015}"/>
                </a:ext>
              </a:extLst>
            </p:cNvPr>
            <p:cNvGrpSpPr>
              <a:grpSpLocks/>
            </p:cNvGrpSpPr>
            <p:nvPr/>
          </p:nvGrpSpPr>
          <p:grpSpPr bwMode="auto">
            <a:xfrm>
              <a:off x="0" y="2115"/>
              <a:ext cx="1846" cy="667"/>
              <a:chOff x="295" y="2296"/>
              <a:chExt cx="1846" cy="667"/>
            </a:xfrm>
          </p:grpSpPr>
          <p:sp>
            <p:nvSpPr>
              <p:cNvPr id="200749" name="AutoShape 13">
                <a:extLst>
                  <a:ext uri="{FF2B5EF4-FFF2-40B4-BE49-F238E27FC236}">
                    <a16:creationId xmlns:a16="http://schemas.microsoft.com/office/drawing/2014/main" id="{DB275B29-9B04-8DF7-74DD-9EFDC0543587}"/>
                  </a:ext>
                </a:extLst>
              </p:cNvPr>
              <p:cNvSpPr>
                <a:spLocks noChangeArrowheads="1"/>
              </p:cNvSpPr>
              <p:nvPr/>
            </p:nvSpPr>
            <p:spPr bwMode="auto">
              <a:xfrm>
                <a:off x="816" y="2640"/>
                <a:ext cx="794" cy="155"/>
              </a:xfrm>
              <a:prstGeom prst="rightArrow">
                <a:avLst>
                  <a:gd name="adj1" fmla="val 50000"/>
                  <a:gd name="adj2" fmla="val 128065"/>
                </a:avLst>
              </a:prstGeom>
              <a:solidFill>
                <a:schemeClr val="bg1"/>
              </a:solidFill>
              <a:ln w="38100" algn="ctr">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50" name="Text Box 14">
                <a:extLst>
                  <a:ext uri="{FF2B5EF4-FFF2-40B4-BE49-F238E27FC236}">
                    <a16:creationId xmlns:a16="http://schemas.microsoft.com/office/drawing/2014/main" id="{39328C12-54BB-9312-FFD9-E74A68E11497}"/>
                  </a:ext>
                </a:extLst>
              </p:cNvPr>
              <p:cNvSpPr txBox="1">
                <a:spLocks noChangeArrowheads="1"/>
              </p:cNvSpPr>
              <p:nvPr/>
            </p:nvSpPr>
            <p:spPr bwMode="auto">
              <a:xfrm>
                <a:off x="884" y="2296"/>
                <a:ext cx="770" cy="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α|β</a:t>
                </a:r>
              </a:p>
            </p:txBody>
          </p:sp>
          <p:sp>
            <p:nvSpPr>
              <p:cNvPr id="200751" name="Oval 15">
                <a:extLst>
                  <a:ext uri="{FF2B5EF4-FFF2-40B4-BE49-F238E27FC236}">
                    <a16:creationId xmlns:a16="http://schemas.microsoft.com/office/drawing/2014/main" id="{E5BA63C6-2289-229C-0D7B-9415B43B9C3E}"/>
                  </a:ext>
                </a:extLst>
              </p:cNvPr>
              <p:cNvSpPr>
                <a:spLocks noChangeArrowheads="1"/>
              </p:cNvSpPr>
              <p:nvPr/>
            </p:nvSpPr>
            <p:spPr bwMode="auto">
              <a:xfrm>
                <a:off x="295" y="2387"/>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sp>
            <p:nvSpPr>
              <p:cNvPr id="200752" name="Oval 16">
                <a:extLst>
                  <a:ext uri="{FF2B5EF4-FFF2-40B4-BE49-F238E27FC236}">
                    <a16:creationId xmlns:a16="http://schemas.microsoft.com/office/drawing/2014/main" id="{0BFCAA0A-8442-8554-6F97-B83A957408F5}"/>
                  </a:ext>
                </a:extLst>
              </p:cNvPr>
              <p:cNvSpPr>
                <a:spLocks noChangeArrowheads="1"/>
              </p:cNvSpPr>
              <p:nvPr/>
            </p:nvSpPr>
            <p:spPr bwMode="auto">
              <a:xfrm>
                <a:off x="1565" y="2387"/>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grpSp>
        <p:sp>
          <p:nvSpPr>
            <p:cNvPr id="200748" name="AutoShape 17">
              <a:extLst>
                <a:ext uri="{FF2B5EF4-FFF2-40B4-BE49-F238E27FC236}">
                  <a16:creationId xmlns:a16="http://schemas.microsoft.com/office/drawing/2014/main" id="{BD2A91D0-8FF2-3BE9-2E4A-B6F502156A05}"/>
                </a:ext>
              </a:extLst>
            </p:cNvPr>
            <p:cNvSpPr>
              <a:spLocks noChangeArrowheads="1"/>
            </p:cNvSpPr>
            <p:nvPr/>
          </p:nvSpPr>
          <p:spPr bwMode="auto">
            <a:xfrm>
              <a:off x="1973" y="2296"/>
              <a:ext cx="1043" cy="363"/>
            </a:xfrm>
            <a:prstGeom prst="rightArrow">
              <a:avLst>
                <a:gd name="adj1" fmla="val 50000"/>
                <a:gd name="adj2" fmla="val 71832"/>
              </a:avLst>
            </a:prstGeom>
            <a:solidFill>
              <a:srgbClr val="333399"/>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7A0077"/>
                </a:solidFill>
                <a:latin typeface="Times New Roman" panose="02020603050405020304" pitchFamily="18" charset="0"/>
              </a:endParaRPr>
            </a:p>
          </p:txBody>
        </p:sp>
      </p:grpSp>
      <p:grpSp>
        <p:nvGrpSpPr>
          <p:cNvPr id="5" name="Group 18">
            <a:extLst>
              <a:ext uri="{FF2B5EF4-FFF2-40B4-BE49-F238E27FC236}">
                <a16:creationId xmlns:a16="http://schemas.microsoft.com/office/drawing/2014/main" id="{A9708CA0-E52C-F705-8BFE-5D442BBB5008}"/>
              </a:ext>
            </a:extLst>
          </p:cNvPr>
          <p:cNvGrpSpPr>
            <a:grpSpLocks/>
          </p:cNvGrpSpPr>
          <p:nvPr/>
        </p:nvGrpSpPr>
        <p:grpSpPr bwMode="auto">
          <a:xfrm>
            <a:off x="1774826" y="3068638"/>
            <a:ext cx="8893175" cy="863600"/>
            <a:chOff x="158" y="3158"/>
            <a:chExt cx="5602" cy="768"/>
          </a:xfrm>
        </p:grpSpPr>
        <p:grpSp>
          <p:nvGrpSpPr>
            <p:cNvPr id="200731" name="Group 19">
              <a:extLst>
                <a:ext uri="{FF2B5EF4-FFF2-40B4-BE49-F238E27FC236}">
                  <a16:creationId xmlns:a16="http://schemas.microsoft.com/office/drawing/2014/main" id="{E81CCC60-A900-5BA0-FFDD-84EFC0F7421B}"/>
                </a:ext>
              </a:extLst>
            </p:cNvPr>
            <p:cNvGrpSpPr>
              <a:grpSpLocks/>
            </p:cNvGrpSpPr>
            <p:nvPr/>
          </p:nvGrpSpPr>
          <p:grpSpPr bwMode="auto">
            <a:xfrm>
              <a:off x="3334" y="3158"/>
              <a:ext cx="2426" cy="768"/>
              <a:chOff x="1927" y="1152"/>
              <a:chExt cx="3117" cy="768"/>
            </a:xfrm>
          </p:grpSpPr>
          <p:sp>
            <p:nvSpPr>
              <p:cNvPr id="200738" name="Oval 20">
                <a:extLst>
                  <a:ext uri="{FF2B5EF4-FFF2-40B4-BE49-F238E27FC236}">
                    <a16:creationId xmlns:a16="http://schemas.microsoft.com/office/drawing/2014/main" id="{9D795244-2372-BCD6-9A6E-AB2B455A3B01}"/>
                  </a:ext>
                </a:extLst>
              </p:cNvPr>
              <p:cNvSpPr>
                <a:spLocks noChangeArrowheads="1"/>
              </p:cNvSpPr>
              <p:nvPr/>
            </p:nvSpPr>
            <p:spPr bwMode="auto">
              <a:xfrm>
                <a:off x="1927" y="1344"/>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sp>
            <p:nvSpPr>
              <p:cNvPr id="200739" name="Oval 21">
                <a:extLst>
                  <a:ext uri="{FF2B5EF4-FFF2-40B4-BE49-F238E27FC236}">
                    <a16:creationId xmlns:a16="http://schemas.microsoft.com/office/drawing/2014/main" id="{FF46191D-E4A2-966F-F1D8-3F8D58B51D85}"/>
                  </a:ext>
                </a:extLst>
              </p:cNvPr>
              <p:cNvSpPr>
                <a:spLocks noChangeArrowheads="1"/>
              </p:cNvSpPr>
              <p:nvPr/>
            </p:nvSpPr>
            <p:spPr bwMode="auto">
              <a:xfrm>
                <a:off x="3168" y="1296"/>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3</a:t>
                </a:r>
              </a:p>
            </p:txBody>
          </p:sp>
          <p:sp>
            <p:nvSpPr>
              <p:cNvPr id="200740" name="Oval 22">
                <a:extLst>
                  <a:ext uri="{FF2B5EF4-FFF2-40B4-BE49-F238E27FC236}">
                    <a16:creationId xmlns:a16="http://schemas.microsoft.com/office/drawing/2014/main" id="{6651A9A2-4251-6E2D-9CD9-DD991192D88B}"/>
                  </a:ext>
                </a:extLst>
              </p:cNvPr>
              <p:cNvSpPr>
                <a:spLocks noChangeArrowheads="1"/>
              </p:cNvSpPr>
              <p:nvPr/>
            </p:nvSpPr>
            <p:spPr bwMode="auto">
              <a:xfrm>
                <a:off x="4468" y="1344"/>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sp>
            <p:nvSpPr>
              <p:cNvPr id="200741" name="AutoShape 23">
                <a:extLst>
                  <a:ext uri="{FF2B5EF4-FFF2-40B4-BE49-F238E27FC236}">
                    <a16:creationId xmlns:a16="http://schemas.microsoft.com/office/drawing/2014/main" id="{52B8052B-BD7C-4ABD-1070-45BEDD0EC113}"/>
                  </a:ext>
                </a:extLst>
              </p:cNvPr>
              <p:cNvSpPr>
                <a:spLocks noChangeArrowheads="1"/>
              </p:cNvSpPr>
              <p:nvPr/>
            </p:nvSpPr>
            <p:spPr bwMode="auto">
              <a:xfrm>
                <a:off x="2517" y="1584"/>
                <a:ext cx="603" cy="122"/>
              </a:xfrm>
              <a:prstGeom prst="rightArrow">
                <a:avLst>
                  <a:gd name="adj1" fmla="val 50000"/>
                  <a:gd name="adj2" fmla="val 123566"/>
                </a:avLst>
              </a:prstGeom>
              <a:solidFill>
                <a:schemeClr val="bg1"/>
              </a:solidFill>
              <a:ln w="38100" algn="ctr">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42" name="Rectangle 24">
                <a:extLst>
                  <a:ext uri="{FF2B5EF4-FFF2-40B4-BE49-F238E27FC236}">
                    <a16:creationId xmlns:a16="http://schemas.microsoft.com/office/drawing/2014/main" id="{81A3431A-E6E4-C2D2-004E-BB2640F899A9}"/>
                  </a:ext>
                </a:extLst>
              </p:cNvPr>
              <p:cNvSpPr>
                <a:spLocks noChangeArrowheads="1"/>
              </p:cNvSpPr>
              <p:nvPr/>
            </p:nvSpPr>
            <p:spPr bwMode="auto">
              <a:xfrm>
                <a:off x="2608" y="1207"/>
                <a:ext cx="478"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α</a:t>
                </a:r>
              </a:p>
            </p:txBody>
          </p:sp>
          <p:sp>
            <p:nvSpPr>
              <p:cNvPr id="200743" name="AutoShape 25">
                <a:extLst>
                  <a:ext uri="{FF2B5EF4-FFF2-40B4-BE49-F238E27FC236}">
                    <a16:creationId xmlns:a16="http://schemas.microsoft.com/office/drawing/2014/main" id="{6FBA7A25-459C-643B-03E4-CACF2C61EDA2}"/>
                  </a:ext>
                </a:extLst>
              </p:cNvPr>
              <p:cNvSpPr>
                <a:spLocks noChangeArrowheads="1"/>
              </p:cNvSpPr>
              <p:nvPr/>
            </p:nvSpPr>
            <p:spPr bwMode="auto">
              <a:xfrm>
                <a:off x="3792" y="1536"/>
                <a:ext cx="676" cy="170"/>
              </a:xfrm>
              <a:prstGeom prst="rightArrow">
                <a:avLst>
                  <a:gd name="adj1" fmla="val 50000"/>
                  <a:gd name="adj2" fmla="val 99412"/>
                </a:avLst>
              </a:prstGeom>
              <a:solidFill>
                <a:schemeClr val="bg1"/>
              </a:solidFill>
              <a:ln w="38100" algn="ctr">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44" name="Rectangle 26">
                <a:extLst>
                  <a:ext uri="{FF2B5EF4-FFF2-40B4-BE49-F238E27FC236}">
                    <a16:creationId xmlns:a16="http://schemas.microsoft.com/office/drawing/2014/main" id="{9458B7EC-CC1D-F231-5627-2F6686D8DCF4}"/>
                  </a:ext>
                </a:extLst>
              </p:cNvPr>
              <p:cNvSpPr>
                <a:spLocks noChangeArrowheads="1"/>
              </p:cNvSpPr>
              <p:nvPr/>
            </p:nvSpPr>
            <p:spPr bwMode="auto">
              <a:xfrm>
                <a:off x="3984" y="1152"/>
                <a:ext cx="478"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β</a:t>
                </a:r>
              </a:p>
            </p:txBody>
          </p:sp>
        </p:grpSp>
        <p:grpSp>
          <p:nvGrpSpPr>
            <p:cNvPr id="200732" name="Group 27">
              <a:extLst>
                <a:ext uri="{FF2B5EF4-FFF2-40B4-BE49-F238E27FC236}">
                  <a16:creationId xmlns:a16="http://schemas.microsoft.com/office/drawing/2014/main" id="{D3DCBF90-B4CE-B15F-98E8-6B83BDBD923C}"/>
                </a:ext>
              </a:extLst>
            </p:cNvPr>
            <p:cNvGrpSpPr>
              <a:grpSpLocks/>
            </p:cNvGrpSpPr>
            <p:nvPr/>
          </p:nvGrpSpPr>
          <p:grpSpPr bwMode="auto">
            <a:xfrm>
              <a:off x="158" y="3203"/>
              <a:ext cx="1845" cy="716"/>
              <a:chOff x="432" y="436"/>
              <a:chExt cx="1845" cy="716"/>
            </a:xfrm>
          </p:grpSpPr>
          <p:sp>
            <p:nvSpPr>
              <p:cNvPr id="200734" name="Text Box 28">
                <a:extLst>
                  <a:ext uri="{FF2B5EF4-FFF2-40B4-BE49-F238E27FC236}">
                    <a16:creationId xmlns:a16="http://schemas.microsoft.com/office/drawing/2014/main" id="{70039865-CA75-EF8B-B221-52A637AB98BC}"/>
                  </a:ext>
                </a:extLst>
              </p:cNvPr>
              <p:cNvSpPr txBox="1">
                <a:spLocks noChangeArrowheads="1"/>
              </p:cNvSpPr>
              <p:nvPr/>
            </p:nvSpPr>
            <p:spPr bwMode="auto">
              <a:xfrm>
                <a:off x="1111" y="436"/>
                <a:ext cx="628"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cs typeface="Times New Roman" panose="02020603050405020304" pitchFamily="18" charset="0"/>
                  </a:rPr>
                  <a:t>αβ</a:t>
                </a:r>
              </a:p>
            </p:txBody>
          </p:sp>
          <p:sp>
            <p:nvSpPr>
              <p:cNvPr id="200735" name="Oval 29">
                <a:extLst>
                  <a:ext uri="{FF2B5EF4-FFF2-40B4-BE49-F238E27FC236}">
                    <a16:creationId xmlns:a16="http://schemas.microsoft.com/office/drawing/2014/main" id="{2A29C9D2-AB1D-1AFD-BA8A-6A13BDE680C9}"/>
                  </a:ext>
                </a:extLst>
              </p:cNvPr>
              <p:cNvSpPr>
                <a:spLocks noChangeArrowheads="1"/>
              </p:cNvSpPr>
              <p:nvPr/>
            </p:nvSpPr>
            <p:spPr bwMode="auto">
              <a:xfrm>
                <a:off x="432" y="576"/>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sp>
            <p:nvSpPr>
              <p:cNvPr id="200736" name="Oval 30">
                <a:extLst>
                  <a:ext uri="{FF2B5EF4-FFF2-40B4-BE49-F238E27FC236}">
                    <a16:creationId xmlns:a16="http://schemas.microsoft.com/office/drawing/2014/main" id="{B894FD32-C83C-1656-8EE1-AE81A19B316D}"/>
                  </a:ext>
                </a:extLst>
              </p:cNvPr>
              <p:cNvSpPr>
                <a:spLocks noChangeArrowheads="1"/>
              </p:cNvSpPr>
              <p:nvPr/>
            </p:nvSpPr>
            <p:spPr bwMode="auto">
              <a:xfrm>
                <a:off x="1701" y="527"/>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sp>
            <p:nvSpPr>
              <p:cNvPr id="200737" name="AutoShape 31">
                <a:extLst>
                  <a:ext uri="{FF2B5EF4-FFF2-40B4-BE49-F238E27FC236}">
                    <a16:creationId xmlns:a16="http://schemas.microsoft.com/office/drawing/2014/main" id="{3A7D549A-8815-618B-DB58-C69374F6C7D5}"/>
                  </a:ext>
                </a:extLst>
              </p:cNvPr>
              <p:cNvSpPr>
                <a:spLocks noChangeArrowheads="1"/>
              </p:cNvSpPr>
              <p:nvPr/>
            </p:nvSpPr>
            <p:spPr bwMode="auto">
              <a:xfrm>
                <a:off x="1020" y="799"/>
                <a:ext cx="680" cy="136"/>
              </a:xfrm>
              <a:prstGeom prst="rightArrow">
                <a:avLst>
                  <a:gd name="adj1" fmla="val 50000"/>
                  <a:gd name="adj2" fmla="val 125000"/>
                </a:avLst>
              </a:prstGeom>
              <a:solidFill>
                <a:schemeClr val="bg1"/>
              </a:solidFill>
              <a:ln w="38100" algn="ctr">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grpSp>
        <p:sp>
          <p:nvSpPr>
            <p:cNvPr id="200733" name="AutoShape 32">
              <a:extLst>
                <a:ext uri="{FF2B5EF4-FFF2-40B4-BE49-F238E27FC236}">
                  <a16:creationId xmlns:a16="http://schemas.microsoft.com/office/drawing/2014/main" id="{9B73B588-0F41-18C2-47ED-CF6361AA0652}"/>
                </a:ext>
              </a:extLst>
            </p:cNvPr>
            <p:cNvSpPr>
              <a:spLocks noChangeArrowheads="1"/>
            </p:cNvSpPr>
            <p:nvPr/>
          </p:nvSpPr>
          <p:spPr bwMode="auto">
            <a:xfrm>
              <a:off x="2154" y="3385"/>
              <a:ext cx="1043" cy="363"/>
            </a:xfrm>
            <a:prstGeom prst="rightArrow">
              <a:avLst>
                <a:gd name="adj1" fmla="val 50000"/>
                <a:gd name="adj2" fmla="val 71832"/>
              </a:avLst>
            </a:prstGeom>
            <a:solidFill>
              <a:srgbClr val="333399"/>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7A0077"/>
                </a:solidFill>
                <a:latin typeface="Times New Roman" panose="02020603050405020304" pitchFamily="18" charset="0"/>
              </a:endParaRPr>
            </a:p>
          </p:txBody>
        </p:sp>
      </p:grpSp>
      <p:grpSp>
        <p:nvGrpSpPr>
          <p:cNvPr id="8" name="Group 33">
            <a:extLst>
              <a:ext uri="{FF2B5EF4-FFF2-40B4-BE49-F238E27FC236}">
                <a16:creationId xmlns:a16="http://schemas.microsoft.com/office/drawing/2014/main" id="{E8FE2417-CB01-629D-BE3B-80DC074EDE02}"/>
              </a:ext>
            </a:extLst>
          </p:cNvPr>
          <p:cNvGrpSpPr>
            <a:grpSpLocks/>
          </p:cNvGrpSpPr>
          <p:nvPr/>
        </p:nvGrpSpPr>
        <p:grpSpPr bwMode="auto">
          <a:xfrm>
            <a:off x="1774825" y="4076700"/>
            <a:ext cx="8675688" cy="1773238"/>
            <a:chOff x="295" y="3113"/>
            <a:chExt cx="5465" cy="1207"/>
          </a:xfrm>
        </p:grpSpPr>
        <p:grpSp>
          <p:nvGrpSpPr>
            <p:cNvPr id="200715" name="Group 34">
              <a:extLst>
                <a:ext uri="{FF2B5EF4-FFF2-40B4-BE49-F238E27FC236}">
                  <a16:creationId xmlns:a16="http://schemas.microsoft.com/office/drawing/2014/main" id="{F9AEA74A-F505-7B95-6EDD-92A551352DF2}"/>
                </a:ext>
              </a:extLst>
            </p:cNvPr>
            <p:cNvGrpSpPr>
              <a:grpSpLocks/>
            </p:cNvGrpSpPr>
            <p:nvPr/>
          </p:nvGrpSpPr>
          <p:grpSpPr bwMode="auto">
            <a:xfrm>
              <a:off x="3379" y="3113"/>
              <a:ext cx="2381" cy="1207"/>
              <a:chOff x="2256" y="2205"/>
              <a:chExt cx="3024" cy="1635"/>
            </a:xfrm>
          </p:grpSpPr>
          <p:sp>
            <p:nvSpPr>
              <p:cNvPr id="200722" name="Oval 35">
                <a:extLst>
                  <a:ext uri="{FF2B5EF4-FFF2-40B4-BE49-F238E27FC236}">
                    <a16:creationId xmlns:a16="http://schemas.microsoft.com/office/drawing/2014/main" id="{416D6A38-0840-70C7-BCF6-463729CA49CC}"/>
                  </a:ext>
                </a:extLst>
              </p:cNvPr>
              <p:cNvSpPr>
                <a:spLocks noChangeArrowheads="1"/>
              </p:cNvSpPr>
              <p:nvPr/>
            </p:nvSpPr>
            <p:spPr bwMode="auto">
              <a:xfrm>
                <a:off x="3504" y="3216"/>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3</a:t>
                </a:r>
              </a:p>
            </p:txBody>
          </p:sp>
          <p:sp>
            <p:nvSpPr>
              <p:cNvPr id="200723" name="Rectangle 36">
                <a:extLst>
                  <a:ext uri="{FF2B5EF4-FFF2-40B4-BE49-F238E27FC236}">
                    <a16:creationId xmlns:a16="http://schemas.microsoft.com/office/drawing/2014/main" id="{74223B32-E323-12E2-9514-927A1C4EDBFF}"/>
                  </a:ext>
                </a:extLst>
              </p:cNvPr>
              <p:cNvSpPr>
                <a:spLocks noChangeArrowheads="1"/>
              </p:cNvSpPr>
              <p:nvPr/>
            </p:nvSpPr>
            <p:spPr bwMode="auto">
              <a:xfrm>
                <a:off x="3651" y="2205"/>
                <a:ext cx="338" cy="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en-US" altLang="zh-CN">
                    <a:solidFill>
                      <a:srgbClr val="7A0077"/>
                    </a:solidFill>
                    <a:cs typeface="Times New Roman" panose="02020603050405020304" pitchFamily="18" charset="0"/>
                  </a:rPr>
                  <a:t>α</a:t>
                </a:r>
              </a:p>
            </p:txBody>
          </p:sp>
          <p:sp>
            <p:nvSpPr>
              <p:cNvPr id="200724" name="AutoShape 37">
                <a:extLst>
                  <a:ext uri="{FF2B5EF4-FFF2-40B4-BE49-F238E27FC236}">
                    <a16:creationId xmlns:a16="http://schemas.microsoft.com/office/drawing/2014/main" id="{2F7DD5EF-B0B1-862F-0FAB-66FAAC9C360F}"/>
                  </a:ext>
                </a:extLst>
              </p:cNvPr>
              <p:cNvSpPr>
                <a:spLocks noChangeArrowheads="1"/>
              </p:cNvSpPr>
              <p:nvPr/>
            </p:nvSpPr>
            <p:spPr bwMode="auto">
              <a:xfrm>
                <a:off x="3560" y="2614"/>
                <a:ext cx="480" cy="672"/>
              </a:xfrm>
              <a:prstGeom prst="curvedDownArrow">
                <a:avLst>
                  <a:gd name="adj1" fmla="val 20000"/>
                  <a:gd name="adj2" fmla="val 40000"/>
                  <a:gd name="adj3" fmla="val 46667"/>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25" name="AutoShape 38">
                <a:extLst>
                  <a:ext uri="{FF2B5EF4-FFF2-40B4-BE49-F238E27FC236}">
                    <a16:creationId xmlns:a16="http://schemas.microsoft.com/office/drawing/2014/main" id="{ADEA29FC-AF60-9E04-3701-2BE1C4EC4D18}"/>
                  </a:ext>
                </a:extLst>
              </p:cNvPr>
              <p:cNvSpPr>
                <a:spLocks noChangeArrowheads="1"/>
              </p:cNvSpPr>
              <p:nvPr/>
            </p:nvSpPr>
            <p:spPr bwMode="auto">
              <a:xfrm>
                <a:off x="2880" y="3456"/>
                <a:ext cx="576" cy="144"/>
              </a:xfrm>
              <a:prstGeom prst="rightArrow">
                <a:avLst>
                  <a:gd name="adj1" fmla="val 50000"/>
                  <a:gd name="adj2" fmla="val 100000"/>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26" name="AutoShape 39">
                <a:extLst>
                  <a:ext uri="{FF2B5EF4-FFF2-40B4-BE49-F238E27FC236}">
                    <a16:creationId xmlns:a16="http://schemas.microsoft.com/office/drawing/2014/main" id="{85099FD9-8581-D4DC-C8D9-75A3D9052971}"/>
                  </a:ext>
                </a:extLst>
              </p:cNvPr>
              <p:cNvSpPr>
                <a:spLocks noChangeArrowheads="1"/>
              </p:cNvSpPr>
              <p:nvPr/>
            </p:nvSpPr>
            <p:spPr bwMode="auto">
              <a:xfrm>
                <a:off x="4128" y="3408"/>
                <a:ext cx="576" cy="144"/>
              </a:xfrm>
              <a:prstGeom prst="rightArrow">
                <a:avLst>
                  <a:gd name="adj1" fmla="val 50000"/>
                  <a:gd name="adj2" fmla="val 100000"/>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sp>
            <p:nvSpPr>
              <p:cNvPr id="200727" name="Rectangle 40">
                <a:extLst>
                  <a:ext uri="{FF2B5EF4-FFF2-40B4-BE49-F238E27FC236}">
                    <a16:creationId xmlns:a16="http://schemas.microsoft.com/office/drawing/2014/main" id="{77CE20B2-B6B6-AFBE-AAEE-7EC624280421}"/>
                  </a:ext>
                </a:extLst>
              </p:cNvPr>
              <p:cNvSpPr>
                <a:spLocks noChangeArrowheads="1"/>
              </p:cNvSpPr>
              <p:nvPr/>
            </p:nvSpPr>
            <p:spPr bwMode="auto">
              <a:xfrm>
                <a:off x="3015" y="3067"/>
                <a:ext cx="304" cy="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en-US" altLang="zh-CN" b="1">
                    <a:solidFill>
                      <a:srgbClr val="7A0077"/>
                    </a:solidFill>
                    <a:cs typeface="Times New Roman" panose="02020603050405020304" pitchFamily="18" charset="0"/>
                  </a:rPr>
                  <a:t>ε</a:t>
                </a:r>
              </a:p>
            </p:txBody>
          </p:sp>
          <p:sp>
            <p:nvSpPr>
              <p:cNvPr id="200728" name="Rectangle 41">
                <a:extLst>
                  <a:ext uri="{FF2B5EF4-FFF2-40B4-BE49-F238E27FC236}">
                    <a16:creationId xmlns:a16="http://schemas.microsoft.com/office/drawing/2014/main" id="{C27FDB39-45D9-7855-9585-1BAAA905BCDE}"/>
                  </a:ext>
                </a:extLst>
              </p:cNvPr>
              <p:cNvSpPr>
                <a:spLocks noChangeArrowheads="1"/>
              </p:cNvSpPr>
              <p:nvPr/>
            </p:nvSpPr>
            <p:spPr bwMode="auto">
              <a:xfrm>
                <a:off x="4176" y="3072"/>
                <a:ext cx="304" cy="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en-US" altLang="zh-CN" b="1">
                    <a:solidFill>
                      <a:srgbClr val="7A0077"/>
                    </a:solidFill>
                    <a:cs typeface="Times New Roman" panose="02020603050405020304" pitchFamily="18" charset="0"/>
                  </a:rPr>
                  <a:t>ε</a:t>
                </a:r>
              </a:p>
            </p:txBody>
          </p:sp>
          <p:sp>
            <p:nvSpPr>
              <p:cNvPr id="200729" name="Oval 42">
                <a:extLst>
                  <a:ext uri="{FF2B5EF4-FFF2-40B4-BE49-F238E27FC236}">
                    <a16:creationId xmlns:a16="http://schemas.microsoft.com/office/drawing/2014/main" id="{480B8F35-3E68-B059-E456-B7195E9A0597}"/>
                  </a:ext>
                </a:extLst>
              </p:cNvPr>
              <p:cNvSpPr>
                <a:spLocks noChangeArrowheads="1"/>
              </p:cNvSpPr>
              <p:nvPr/>
            </p:nvSpPr>
            <p:spPr bwMode="auto">
              <a:xfrm>
                <a:off x="4704" y="3216"/>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sp>
            <p:nvSpPr>
              <p:cNvPr id="200730" name="Oval 43">
                <a:extLst>
                  <a:ext uri="{FF2B5EF4-FFF2-40B4-BE49-F238E27FC236}">
                    <a16:creationId xmlns:a16="http://schemas.microsoft.com/office/drawing/2014/main" id="{E9F002B1-F949-0D4B-6B80-5B3527C2FB2E}"/>
                  </a:ext>
                </a:extLst>
              </p:cNvPr>
              <p:cNvSpPr>
                <a:spLocks noChangeArrowheads="1"/>
              </p:cNvSpPr>
              <p:nvPr/>
            </p:nvSpPr>
            <p:spPr bwMode="auto">
              <a:xfrm>
                <a:off x="2256" y="3264"/>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grpSp>
        <p:grpSp>
          <p:nvGrpSpPr>
            <p:cNvPr id="200716" name="Group 44">
              <a:extLst>
                <a:ext uri="{FF2B5EF4-FFF2-40B4-BE49-F238E27FC236}">
                  <a16:creationId xmlns:a16="http://schemas.microsoft.com/office/drawing/2014/main" id="{6A91F898-F3A2-077F-51B1-BA908E63AF6E}"/>
                </a:ext>
              </a:extLst>
            </p:cNvPr>
            <p:cNvGrpSpPr>
              <a:grpSpLocks/>
            </p:cNvGrpSpPr>
            <p:nvPr/>
          </p:nvGrpSpPr>
          <p:grpSpPr bwMode="auto">
            <a:xfrm>
              <a:off x="295" y="3608"/>
              <a:ext cx="1847" cy="712"/>
              <a:chOff x="793" y="2387"/>
              <a:chExt cx="1847" cy="712"/>
            </a:xfrm>
          </p:grpSpPr>
          <p:sp>
            <p:nvSpPr>
              <p:cNvPr id="200718" name="Text Box 45">
                <a:extLst>
                  <a:ext uri="{FF2B5EF4-FFF2-40B4-BE49-F238E27FC236}">
                    <a16:creationId xmlns:a16="http://schemas.microsoft.com/office/drawing/2014/main" id="{4B025B20-A578-8E5B-7827-CCB11BFE1F06}"/>
                  </a:ext>
                </a:extLst>
              </p:cNvPr>
              <p:cNvSpPr txBox="1">
                <a:spLocks noChangeArrowheads="1"/>
              </p:cNvSpPr>
              <p:nvPr/>
            </p:nvSpPr>
            <p:spPr bwMode="auto">
              <a:xfrm>
                <a:off x="1474" y="2387"/>
                <a:ext cx="367"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en-US" altLang="zh-CN">
                    <a:solidFill>
                      <a:srgbClr val="7A0077"/>
                    </a:solidFill>
                    <a:cs typeface="Times New Roman" panose="02020603050405020304" pitchFamily="18" charset="0"/>
                  </a:rPr>
                  <a:t>α*</a:t>
                </a:r>
              </a:p>
            </p:txBody>
          </p:sp>
          <p:sp>
            <p:nvSpPr>
              <p:cNvPr id="200719" name="Oval 46">
                <a:extLst>
                  <a:ext uri="{FF2B5EF4-FFF2-40B4-BE49-F238E27FC236}">
                    <a16:creationId xmlns:a16="http://schemas.microsoft.com/office/drawing/2014/main" id="{35767C62-0889-7653-D3AE-441D12E0F942}"/>
                  </a:ext>
                </a:extLst>
              </p:cNvPr>
              <p:cNvSpPr>
                <a:spLocks noChangeArrowheads="1"/>
              </p:cNvSpPr>
              <p:nvPr/>
            </p:nvSpPr>
            <p:spPr bwMode="auto">
              <a:xfrm>
                <a:off x="793" y="2523"/>
                <a:ext cx="576" cy="576"/>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1</a:t>
                </a:r>
              </a:p>
            </p:txBody>
          </p:sp>
          <p:sp>
            <p:nvSpPr>
              <p:cNvPr id="200720" name="Oval 47">
                <a:extLst>
                  <a:ext uri="{FF2B5EF4-FFF2-40B4-BE49-F238E27FC236}">
                    <a16:creationId xmlns:a16="http://schemas.microsoft.com/office/drawing/2014/main" id="{41FFF6FB-C99F-5730-889D-04D6E781A90F}"/>
                  </a:ext>
                </a:extLst>
              </p:cNvPr>
              <p:cNvSpPr>
                <a:spLocks noChangeArrowheads="1"/>
              </p:cNvSpPr>
              <p:nvPr/>
            </p:nvSpPr>
            <p:spPr bwMode="auto">
              <a:xfrm>
                <a:off x="2064" y="2478"/>
                <a:ext cx="576" cy="576"/>
              </a:xfrm>
              <a:prstGeom prst="ellipse">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7A0077"/>
                    </a:solidFill>
                    <a:latin typeface="Times New Roman" panose="02020603050405020304" pitchFamily="18" charset="0"/>
                  </a:rPr>
                  <a:t>2</a:t>
                </a:r>
              </a:p>
            </p:txBody>
          </p:sp>
          <p:sp>
            <p:nvSpPr>
              <p:cNvPr id="200721" name="AutoShape 48">
                <a:extLst>
                  <a:ext uri="{FF2B5EF4-FFF2-40B4-BE49-F238E27FC236}">
                    <a16:creationId xmlns:a16="http://schemas.microsoft.com/office/drawing/2014/main" id="{9A4CA458-B4F9-17F4-D6CC-20E36D0EE906}"/>
                  </a:ext>
                </a:extLst>
              </p:cNvPr>
              <p:cNvSpPr>
                <a:spLocks noChangeArrowheads="1"/>
              </p:cNvSpPr>
              <p:nvPr/>
            </p:nvSpPr>
            <p:spPr bwMode="auto">
              <a:xfrm>
                <a:off x="1383" y="2750"/>
                <a:ext cx="729" cy="82"/>
              </a:xfrm>
              <a:prstGeom prst="rightArrow">
                <a:avLst>
                  <a:gd name="adj1" fmla="val 50000"/>
                  <a:gd name="adj2" fmla="val 222256"/>
                </a:avLst>
              </a:prstGeom>
              <a:solidFill>
                <a:schemeClr val="bg1"/>
              </a:solidFill>
              <a:ln w="38100">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en-US" sz="2400" b="1">
                  <a:solidFill>
                    <a:srgbClr val="7A0077"/>
                  </a:solidFill>
                  <a:latin typeface="Times New Roman" panose="02020603050405020304" pitchFamily="18" charset="0"/>
                </a:endParaRPr>
              </a:p>
            </p:txBody>
          </p:sp>
        </p:grpSp>
        <p:sp>
          <p:nvSpPr>
            <p:cNvPr id="200717" name="AutoShape 49">
              <a:extLst>
                <a:ext uri="{FF2B5EF4-FFF2-40B4-BE49-F238E27FC236}">
                  <a16:creationId xmlns:a16="http://schemas.microsoft.com/office/drawing/2014/main" id="{F5990169-0952-D2C8-EB4C-1F7BBDB4E1C1}"/>
                </a:ext>
              </a:extLst>
            </p:cNvPr>
            <p:cNvSpPr>
              <a:spLocks noChangeArrowheads="1"/>
            </p:cNvSpPr>
            <p:nvPr/>
          </p:nvSpPr>
          <p:spPr bwMode="auto">
            <a:xfrm>
              <a:off x="2245" y="3793"/>
              <a:ext cx="1043" cy="321"/>
            </a:xfrm>
            <a:prstGeom prst="rightArrow">
              <a:avLst>
                <a:gd name="adj1" fmla="val 50000"/>
                <a:gd name="adj2" fmla="val 81231"/>
              </a:avLst>
            </a:prstGeom>
            <a:solidFill>
              <a:schemeClr val="accent2"/>
            </a:solidFill>
            <a:ln w="38100" algn="ctr">
              <a:solidFill>
                <a:srgbClr val="C00000"/>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zh-CN" sz="2800">
                <a:solidFill>
                  <a:srgbClr val="7A0077"/>
                </a:solidFill>
              </a:endParaRPr>
            </a:p>
          </p:txBody>
        </p:sp>
      </p:grpSp>
      <p:sp>
        <p:nvSpPr>
          <p:cNvPr id="200709" name="Title 1">
            <a:extLst>
              <a:ext uri="{FF2B5EF4-FFF2-40B4-BE49-F238E27FC236}">
                <a16:creationId xmlns:a16="http://schemas.microsoft.com/office/drawing/2014/main" id="{CC37297B-5800-3913-B730-E785574312F1}"/>
              </a:ext>
            </a:extLst>
          </p:cNvPr>
          <p:cNvSpPr>
            <a:spLocks noGrp="1" noChangeArrowheads="1"/>
          </p:cNvSpPr>
          <p:nvPr>
            <p:ph type="title"/>
          </p:nvPr>
        </p:nvSpPr>
        <p:spPr/>
        <p:txBody>
          <a:bodyPr/>
          <a:lstStyle/>
          <a:p>
            <a:endParaRPr lang="en-US" altLang="zh-CN">
              <a:solidFill>
                <a:srgbClr val="7A0077"/>
              </a:solidFill>
            </a:endParaRPr>
          </a:p>
        </p:txBody>
      </p:sp>
      <p:grpSp>
        <p:nvGrpSpPr>
          <p:cNvPr id="11" name="Group 3">
            <a:extLst>
              <a:ext uri="{FF2B5EF4-FFF2-40B4-BE49-F238E27FC236}">
                <a16:creationId xmlns:a16="http://schemas.microsoft.com/office/drawing/2014/main" id="{7A675106-ADE2-96A0-64B1-0FE35831D970}"/>
              </a:ext>
            </a:extLst>
          </p:cNvPr>
          <p:cNvGrpSpPr>
            <a:grpSpLocks/>
          </p:cNvGrpSpPr>
          <p:nvPr/>
        </p:nvGrpSpPr>
        <p:grpSpPr bwMode="auto">
          <a:xfrm>
            <a:off x="2279650" y="692151"/>
            <a:ext cx="7704138" cy="1008063"/>
            <a:chOff x="249" y="1162"/>
            <a:chExt cx="5353" cy="2903"/>
          </a:xfrm>
        </p:grpSpPr>
        <p:grpSp>
          <p:nvGrpSpPr>
            <p:cNvPr id="200711" name="Group 4">
              <a:extLst>
                <a:ext uri="{FF2B5EF4-FFF2-40B4-BE49-F238E27FC236}">
                  <a16:creationId xmlns:a16="http://schemas.microsoft.com/office/drawing/2014/main" id="{689795E7-2C68-D5CA-7473-C4E27EC1BCCF}"/>
                </a:ext>
              </a:extLst>
            </p:cNvPr>
            <p:cNvGrpSpPr>
              <a:grpSpLocks/>
            </p:cNvGrpSpPr>
            <p:nvPr/>
          </p:nvGrpSpPr>
          <p:grpSpPr bwMode="auto">
            <a:xfrm>
              <a:off x="249" y="1162"/>
              <a:ext cx="5353" cy="2903"/>
              <a:chOff x="720" y="480"/>
              <a:chExt cx="4224" cy="1390"/>
            </a:xfrm>
          </p:grpSpPr>
          <p:graphicFrame>
            <p:nvGraphicFramePr>
              <p:cNvPr id="200713" name="Object 5">
                <a:extLst>
                  <a:ext uri="{FF2B5EF4-FFF2-40B4-BE49-F238E27FC236}">
                    <a16:creationId xmlns:a16="http://schemas.microsoft.com/office/drawing/2014/main" id="{3C54C235-B721-53AC-7499-F7E096AB43BB}"/>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200713" name="Object 5">
                            <a:extLst>
                              <a:ext uri="{FF2B5EF4-FFF2-40B4-BE49-F238E27FC236}">
                                <a16:creationId xmlns:a16="http://schemas.microsoft.com/office/drawing/2014/main" id="{3C54C235-B721-53AC-7499-F7E096AB4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4" name="Object 6">
                <a:extLst>
                  <a:ext uri="{FF2B5EF4-FFF2-40B4-BE49-F238E27FC236}">
                    <a16:creationId xmlns:a16="http://schemas.microsoft.com/office/drawing/2014/main" id="{AC643907-A8FE-CF59-0A4F-9EF7B4491265}"/>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200714" name="Object 6">
                            <a:extLst>
                              <a:ext uri="{FF2B5EF4-FFF2-40B4-BE49-F238E27FC236}">
                                <a16:creationId xmlns:a16="http://schemas.microsoft.com/office/drawing/2014/main" id="{AC643907-A8FE-CF59-0A4F-9EF7B44912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0712" name="Text Box 7">
              <a:extLst>
                <a:ext uri="{FF2B5EF4-FFF2-40B4-BE49-F238E27FC236}">
                  <a16:creationId xmlns:a16="http://schemas.microsoft.com/office/drawing/2014/main" id="{2F26DC9C-890D-7789-E01F-91966A4526DB}"/>
                </a:ext>
              </a:extLst>
            </p:cNvPr>
            <p:cNvSpPr txBox="1">
              <a:spLocks noChangeArrowheads="1"/>
            </p:cNvSpPr>
            <p:nvPr/>
          </p:nvSpPr>
          <p:spPr bwMode="auto">
            <a:xfrm>
              <a:off x="341" y="1368"/>
              <a:ext cx="5170" cy="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517650" indent="-15176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正规式</a:t>
              </a:r>
              <a:r>
                <a:rPr lang="en-US" altLang="zh-CN" sz="24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自动机</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0099"/>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0CB4BACB-452C-ACFC-E063-D93824AEFA41}"/>
              </a:ext>
            </a:extLst>
          </p:cNvPr>
          <p:cNvGrpSpPr>
            <a:grpSpLocks/>
          </p:cNvGrpSpPr>
          <p:nvPr/>
        </p:nvGrpSpPr>
        <p:grpSpPr bwMode="auto">
          <a:xfrm>
            <a:off x="2063751" y="4337050"/>
            <a:ext cx="8137525" cy="2520950"/>
            <a:chOff x="385" y="935"/>
            <a:chExt cx="5126" cy="1497"/>
          </a:xfrm>
        </p:grpSpPr>
        <p:sp>
          <p:nvSpPr>
            <p:cNvPr id="201749" name="Rectangle 5">
              <a:extLst>
                <a:ext uri="{FF2B5EF4-FFF2-40B4-BE49-F238E27FC236}">
                  <a16:creationId xmlns:a16="http://schemas.microsoft.com/office/drawing/2014/main" id="{3F248E7E-2174-D073-2C87-FE516DCD4096}"/>
                </a:ext>
              </a:extLst>
            </p:cNvPr>
            <p:cNvSpPr>
              <a:spLocks noChangeArrowheads="1"/>
            </p:cNvSpPr>
            <p:nvPr/>
          </p:nvSpPr>
          <p:spPr bwMode="auto">
            <a:xfrm>
              <a:off x="385" y="935"/>
              <a:ext cx="5126" cy="1497"/>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grpSp>
          <p:nvGrpSpPr>
            <p:cNvPr id="201750" name="Group 6">
              <a:extLst>
                <a:ext uri="{FF2B5EF4-FFF2-40B4-BE49-F238E27FC236}">
                  <a16:creationId xmlns:a16="http://schemas.microsoft.com/office/drawing/2014/main" id="{CF2720D3-8F7D-DB4D-B4E5-F64CD7AEBCD5}"/>
                </a:ext>
              </a:extLst>
            </p:cNvPr>
            <p:cNvGrpSpPr>
              <a:grpSpLocks/>
            </p:cNvGrpSpPr>
            <p:nvPr/>
          </p:nvGrpSpPr>
          <p:grpSpPr bwMode="auto">
            <a:xfrm>
              <a:off x="793" y="981"/>
              <a:ext cx="4358" cy="1412"/>
              <a:chOff x="793" y="981"/>
              <a:chExt cx="4358" cy="1412"/>
            </a:xfrm>
          </p:grpSpPr>
          <p:sp>
            <p:nvSpPr>
              <p:cNvPr id="201751" name="Oval 7">
                <a:extLst>
                  <a:ext uri="{FF2B5EF4-FFF2-40B4-BE49-F238E27FC236}">
                    <a16:creationId xmlns:a16="http://schemas.microsoft.com/office/drawing/2014/main" id="{2F778656-E742-A825-B309-F07EFFFB4D79}"/>
                  </a:ext>
                </a:extLst>
              </p:cNvPr>
              <p:cNvSpPr>
                <a:spLocks noChangeArrowheads="1"/>
              </p:cNvSpPr>
              <p:nvPr/>
            </p:nvSpPr>
            <p:spPr bwMode="auto">
              <a:xfrm>
                <a:off x="2851" y="1029"/>
                <a:ext cx="372" cy="304"/>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5</a:t>
                </a:r>
              </a:p>
            </p:txBody>
          </p:sp>
          <p:sp>
            <p:nvSpPr>
              <p:cNvPr id="201752" name="Oval 8">
                <a:extLst>
                  <a:ext uri="{FF2B5EF4-FFF2-40B4-BE49-F238E27FC236}">
                    <a16:creationId xmlns:a16="http://schemas.microsoft.com/office/drawing/2014/main" id="{B778CC4A-E484-4FB6-2DB8-E6A2B6903A99}"/>
                  </a:ext>
                </a:extLst>
              </p:cNvPr>
              <p:cNvSpPr>
                <a:spLocks noChangeArrowheads="1"/>
              </p:cNvSpPr>
              <p:nvPr/>
            </p:nvSpPr>
            <p:spPr bwMode="auto">
              <a:xfrm>
                <a:off x="793" y="1557"/>
                <a:ext cx="346" cy="291"/>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S</a:t>
                </a:r>
              </a:p>
            </p:txBody>
          </p:sp>
          <p:sp>
            <p:nvSpPr>
              <p:cNvPr id="201753" name="Oval 9">
                <a:extLst>
                  <a:ext uri="{FF2B5EF4-FFF2-40B4-BE49-F238E27FC236}">
                    <a16:creationId xmlns:a16="http://schemas.microsoft.com/office/drawing/2014/main" id="{E49BDCEC-45F4-7366-DCC6-D31022F410FD}"/>
                  </a:ext>
                </a:extLst>
              </p:cNvPr>
              <p:cNvSpPr>
                <a:spLocks noChangeArrowheads="1"/>
              </p:cNvSpPr>
              <p:nvPr/>
            </p:nvSpPr>
            <p:spPr bwMode="auto">
              <a:xfrm>
                <a:off x="1646" y="1542"/>
                <a:ext cx="375" cy="306"/>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imes New Roman" panose="02020603050405020304" pitchFamily="18" charset="0"/>
                  </a:rPr>
                  <a:t>3</a:t>
                </a:r>
              </a:p>
            </p:txBody>
          </p:sp>
          <p:sp>
            <p:nvSpPr>
              <p:cNvPr id="201754" name="Oval 10">
                <a:extLst>
                  <a:ext uri="{FF2B5EF4-FFF2-40B4-BE49-F238E27FC236}">
                    <a16:creationId xmlns:a16="http://schemas.microsoft.com/office/drawing/2014/main" id="{35943FB8-36E8-E546-5EF4-F576D5A3CA2E}"/>
                  </a:ext>
                </a:extLst>
              </p:cNvPr>
              <p:cNvSpPr>
                <a:spLocks noChangeArrowheads="1"/>
              </p:cNvSpPr>
              <p:nvPr/>
            </p:nvSpPr>
            <p:spPr bwMode="auto">
              <a:xfrm>
                <a:off x="2471" y="1542"/>
                <a:ext cx="380" cy="305"/>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1</a:t>
                </a:r>
              </a:p>
            </p:txBody>
          </p:sp>
          <p:sp>
            <p:nvSpPr>
              <p:cNvPr id="201755" name="Oval 11">
                <a:extLst>
                  <a:ext uri="{FF2B5EF4-FFF2-40B4-BE49-F238E27FC236}">
                    <a16:creationId xmlns:a16="http://schemas.microsoft.com/office/drawing/2014/main" id="{53264DCA-C4FC-E6DF-79AD-F498A9598B3B}"/>
                  </a:ext>
                </a:extLst>
              </p:cNvPr>
              <p:cNvSpPr>
                <a:spLocks noChangeArrowheads="1"/>
              </p:cNvSpPr>
              <p:nvPr/>
            </p:nvSpPr>
            <p:spPr bwMode="auto">
              <a:xfrm>
                <a:off x="3241" y="1557"/>
                <a:ext cx="366" cy="306"/>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2</a:t>
                </a:r>
              </a:p>
            </p:txBody>
          </p:sp>
          <p:sp>
            <p:nvSpPr>
              <p:cNvPr id="201756" name="Oval 12">
                <a:extLst>
                  <a:ext uri="{FF2B5EF4-FFF2-40B4-BE49-F238E27FC236}">
                    <a16:creationId xmlns:a16="http://schemas.microsoft.com/office/drawing/2014/main" id="{C1363A47-0BA6-9B21-C9A1-9F0A3E10F9B7}"/>
                  </a:ext>
                </a:extLst>
              </p:cNvPr>
              <p:cNvSpPr>
                <a:spLocks noChangeArrowheads="1"/>
              </p:cNvSpPr>
              <p:nvPr/>
            </p:nvSpPr>
            <p:spPr bwMode="auto">
              <a:xfrm>
                <a:off x="4056" y="1542"/>
                <a:ext cx="368" cy="306"/>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4</a:t>
                </a:r>
              </a:p>
            </p:txBody>
          </p:sp>
          <p:sp>
            <p:nvSpPr>
              <p:cNvPr id="201757" name="Oval 13">
                <a:extLst>
                  <a:ext uri="{FF2B5EF4-FFF2-40B4-BE49-F238E27FC236}">
                    <a16:creationId xmlns:a16="http://schemas.microsoft.com/office/drawing/2014/main" id="{147A285D-3154-EC0D-0CF1-9709554E3E85}"/>
                  </a:ext>
                </a:extLst>
              </p:cNvPr>
              <p:cNvSpPr>
                <a:spLocks noChangeArrowheads="1"/>
              </p:cNvSpPr>
              <p:nvPr/>
            </p:nvSpPr>
            <p:spPr bwMode="auto">
              <a:xfrm>
                <a:off x="4815" y="1542"/>
                <a:ext cx="336" cy="306"/>
              </a:xfrm>
              <a:prstGeom prst="ellipse">
                <a:avLst/>
              </a:prstGeom>
              <a:noFill/>
              <a:ln w="76200" cmpd="dbl">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Z</a:t>
                </a:r>
              </a:p>
            </p:txBody>
          </p:sp>
          <p:sp>
            <p:nvSpPr>
              <p:cNvPr id="201758" name="Oval 14">
                <a:extLst>
                  <a:ext uri="{FF2B5EF4-FFF2-40B4-BE49-F238E27FC236}">
                    <a16:creationId xmlns:a16="http://schemas.microsoft.com/office/drawing/2014/main" id="{A8FC43BF-9590-1F60-7F31-D45B323AA890}"/>
                  </a:ext>
                </a:extLst>
              </p:cNvPr>
              <p:cNvSpPr>
                <a:spLocks noChangeArrowheads="1"/>
              </p:cNvSpPr>
              <p:nvPr/>
            </p:nvSpPr>
            <p:spPr bwMode="auto">
              <a:xfrm>
                <a:off x="2851" y="2040"/>
                <a:ext cx="372" cy="333"/>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6</a:t>
                </a:r>
              </a:p>
            </p:txBody>
          </p:sp>
          <p:sp>
            <p:nvSpPr>
              <p:cNvPr id="201759" name="Line 15">
                <a:extLst>
                  <a:ext uri="{FF2B5EF4-FFF2-40B4-BE49-F238E27FC236}">
                    <a16:creationId xmlns:a16="http://schemas.microsoft.com/office/drawing/2014/main" id="{DDC23781-EC34-2CA6-6812-B09BC88C6713}"/>
                  </a:ext>
                </a:extLst>
              </p:cNvPr>
              <p:cNvSpPr>
                <a:spLocks noChangeShapeType="1"/>
              </p:cNvSpPr>
              <p:nvPr/>
            </p:nvSpPr>
            <p:spPr bwMode="auto">
              <a:xfrm>
                <a:off x="1139" y="1646"/>
                <a:ext cx="507" cy="1"/>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0" name="Line 16">
                <a:extLst>
                  <a:ext uri="{FF2B5EF4-FFF2-40B4-BE49-F238E27FC236}">
                    <a16:creationId xmlns:a16="http://schemas.microsoft.com/office/drawing/2014/main" id="{993E788E-EF19-0A23-7EA3-0C38CC77BE7C}"/>
                  </a:ext>
                </a:extLst>
              </p:cNvPr>
              <p:cNvSpPr>
                <a:spLocks noChangeShapeType="1"/>
              </p:cNvSpPr>
              <p:nvPr/>
            </p:nvSpPr>
            <p:spPr bwMode="auto">
              <a:xfrm>
                <a:off x="2027" y="1646"/>
                <a:ext cx="444" cy="1"/>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1" name="Line 17">
                <a:extLst>
                  <a:ext uri="{FF2B5EF4-FFF2-40B4-BE49-F238E27FC236}">
                    <a16:creationId xmlns:a16="http://schemas.microsoft.com/office/drawing/2014/main" id="{6C50A302-6B30-6D3C-6A06-D6C5C9E0F453}"/>
                  </a:ext>
                </a:extLst>
              </p:cNvPr>
              <p:cNvSpPr>
                <a:spLocks noChangeShapeType="1"/>
              </p:cNvSpPr>
              <p:nvPr/>
            </p:nvSpPr>
            <p:spPr bwMode="auto">
              <a:xfrm>
                <a:off x="3607" y="1656"/>
                <a:ext cx="444" cy="1"/>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2" name="Line 18">
                <a:extLst>
                  <a:ext uri="{FF2B5EF4-FFF2-40B4-BE49-F238E27FC236}">
                    <a16:creationId xmlns:a16="http://schemas.microsoft.com/office/drawing/2014/main" id="{2099E1C5-4EDF-C366-0DA6-C9FC5C21D319}"/>
                  </a:ext>
                </a:extLst>
              </p:cNvPr>
              <p:cNvSpPr>
                <a:spLocks noChangeShapeType="1"/>
              </p:cNvSpPr>
              <p:nvPr/>
            </p:nvSpPr>
            <p:spPr bwMode="auto">
              <a:xfrm flipV="1">
                <a:off x="4437" y="1651"/>
                <a:ext cx="380" cy="1"/>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3" name="Line 19">
                <a:extLst>
                  <a:ext uri="{FF2B5EF4-FFF2-40B4-BE49-F238E27FC236}">
                    <a16:creationId xmlns:a16="http://schemas.microsoft.com/office/drawing/2014/main" id="{E90BB88E-2740-BD6B-96C1-BFAFFA0D68D5}"/>
                  </a:ext>
                </a:extLst>
              </p:cNvPr>
              <p:cNvSpPr>
                <a:spLocks noChangeShapeType="1"/>
              </p:cNvSpPr>
              <p:nvPr/>
            </p:nvSpPr>
            <p:spPr bwMode="auto">
              <a:xfrm flipV="1">
                <a:off x="2724" y="1260"/>
                <a:ext cx="183" cy="295"/>
              </a:xfrm>
              <a:prstGeom prst="line">
                <a:avLst/>
              </a:prstGeom>
              <a:noFill/>
              <a:ln w="25400">
                <a:solidFill>
                  <a:schemeClr val="bg1"/>
                </a:solidFill>
                <a:round/>
                <a:headEnd type="none" w="sm" len="sm"/>
                <a:tailEnd type="stealth" w="sm" len="sm"/>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4" name="Line 20">
                <a:extLst>
                  <a:ext uri="{FF2B5EF4-FFF2-40B4-BE49-F238E27FC236}">
                    <a16:creationId xmlns:a16="http://schemas.microsoft.com/office/drawing/2014/main" id="{F5CBFCAF-4927-CFFC-0E93-42D01505D274}"/>
                  </a:ext>
                </a:extLst>
              </p:cNvPr>
              <p:cNvSpPr>
                <a:spLocks noChangeShapeType="1"/>
              </p:cNvSpPr>
              <p:nvPr/>
            </p:nvSpPr>
            <p:spPr bwMode="auto">
              <a:xfrm>
                <a:off x="2724" y="1848"/>
                <a:ext cx="127" cy="313"/>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5" name="Line 21">
                <a:extLst>
                  <a:ext uri="{FF2B5EF4-FFF2-40B4-BE49-F238E27FC236}">
                    <a16:creationId xmlns:a16="http://schemas.microsoft.com/office/drawing/2014/main" id="{85FE69CF-5F43-F57D-ACB9-9292AB4439EF}"/>
                  </a:ext>
                </a:extLst>
              </p:cNvPr>
              <p:cNvSpPr>
                <a:spLocks noChangeShapeType="1"/>
              </p:cNvSpPr>
              <p:nvPr/>
            </p:nvSpPr>
            <p:spPr bwMode="auto">
              <a:xfrm flipV="1">
                <a:off x="3182" y="1848"/>
                <a:ext cx="190" cy="233"/>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6" name="Line 22">
                <a:extLst>
                  <a:ext uri="{FF2B5EF4-FFF2-40B4-BE49-F238E27FC236}">
                    <a16:creationId xmlns:a16="http://schemas.microsoft.com/office/drawing/2014/main" id="{81DF63D1-3280-6194-BF6D-3109BA5AFA1B}"/>
                  </a:ext>
                </a:extLst>
              </p:cNvPr>
              <p:cNvSpPr>
                <a:spLocks noChangeShapeType="1"/>
              </p:cNvSpPr>
              <p:nvPr/>
            </p:nvSpPr>
            <p:spPr bwMode="auto">
              <a:xfrm>
                <a:off x="3129" y="1322"/>
                <a:ext cx="191" cy="234"/>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67" name="Oval 23">
                <a:extLst>
                  <a:ext uri="{FF2B5EF4-FFF2-40B4-BE49-F238E27FC236}">
                    <a16:creationId xmlns:a16="http://schemas.microsoft.com/office/drawing/2014/main" id="{0540619A-82E5-656F-F58F-248BFEAA6857}"/>
                  </a:ext>
                </a:extLst>
              </p:cNvPr>
              <p:cNvSpPr>
                <a:spLocks noChangeArrowheads="1"/>
              </p:cNvSpPr>
              <p:nvPr/>
            </p:nvSpPr>
            <p:spPr bwMode="auto">
              <a:xfrm>
                <a:off x="1820" y="1226"/>
                <a:ext cx="201" cy="321"/>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sp>
            <p:nvSpPr>
              <p:cNvPr id="201768" name="Oval 24">
                <a:extLst>
                  <a:ext uri="{FF2B5EF4-FFF2-40B4-BE49-F238E27FC236}">
                    <a16:creationId xmlns:a16="http://schemas.microsoft.com/office/drawing/2014/main" id="{BD0CC591-6A35-15E7-6D37-C5864D4AE325}"/>
                  </a:ext>
                </a:extLst>
              </p:cNvPr>
              <p:cNvSpPr>
                <a:spLocks noChangeArrowheads="1"/>
              </p:cNvSpPr>
              <p:nvPr/>
            </p:nvSpPr>
            <p:spPr bwMode="auto">
              <a:xfrm>
                <a:off x="1838" y="1830"/>
                <a:ext cx="201" cy="321"/>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sp>
            <p:nvSpPr>
              <p:cNvPr id="201769" name="Oval 25">
                <a:extLst>
                  <a:ext uri="{FF2B5EF4-FFF2-40B4-BE49-F238E27FC236}">
                    <a16:creationId xmlns:a16="http://schemas.microsoft.com/office/drawing/2014/main" id="{9D60A612-9598-9FE6-72F6-193ABB37445C}"/>
                  </a:ext>
                </a:extLst>
              </p:cNvPr>
              <p:cNvSpPr>
                <a:spLocks noChangeArrowheads="1"/>
              </p:cNvSpPr>
              <p:nvPr/>
            </p:nvSpPr>
            <p:spPr bwMode="auto">
              <a:xfrm>
                <a:off x="4175" y="1226"/>
                <a:ext cx="202" cy="321"/>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sp>
            <p:nvSpPr>
              <p:cNvPr id="201770" name="Oval 26">
                <a:extLst>
                  <a:ext uri="{FF2B5EF4-FFF2-40B4-BE49-F238E27FC236}">
                    <a16:creationId xmlns:a16="http://schemas.microsoft.com/office/drawing/2014/main" id="{1C7433D1-66FC-B903-41EA-CF33A5B391F5}"/>
                  </a:ext>
                </a:extLst>
              </p:cNvPr>
              <p:cNvSpPr>
                <a:spLocks noChangeArrowheads="1"/>
              </p:cNvSpPr>
              <p:nvPr/>
            </p:nvSpPr>
            <p:spPr bwMode="auto">
              <a:xfrm>
                <a:off x="4175" y="1855"/>
                <a:ext cx="266" cy="230"/>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sp>
            <p:nvSpPr>
              <p:cNvPr id="201771" name="Line 27">
                <a:extLst>
                  <a:ext uri="{FF2B5EF4-FFF2-40B4-BE49-F238E27FC236}">
                    <a16:creationId xmlns:a16="http://schemas.microsoft.com/office/drawing/2014/main" id="{ACEC0444-36D6-D6F7-57F1-8C30CA667F9B}"/>
                  </a:ext>
                </a:extLst>
              </p:cNvPr>
              <p:cNvSpPr>
                <a:spLocks noChangeShapeType="1"/>
              </p:cNvSpPr>
              <p:nvPr/>
            </p:nvSpPr>
            <p:spPr bwMode="auto">
              <a:xfrm flipV="1">
                <a:off x="1842" y="1843"/>
                <a:ext cx="27" cy="104"/>
              </a:xfrm>
              <a:prstGeom prst="line">
                <a:avLst/>
              </a:prstGeom>
              <a:noFill/>
              <a:ln w="25400">
                <a:solidFill>
                  <a:schemeClr val="bg1"/>
                </a:solidFill>
                <a:round/>
                <a:headEnd type="none" w="sm" len="sm"/>
                <a:tailEnd type="stealth" w="sm" len="sm"/>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72" name="Line 28">
                <a:extLst>
                  <a:ext uri="{FF2B5EF4-FFF2-40B4-BE49-F238E27FC236}">
                    <a16:creationId xmlns:a16="http://schemas.microsoft.com/office/drawing/2014/main" id="{2AFF1427-7256-1803-DB0C-192BB16E9E40}"/>
                  </a:ext>
                </a:extLst>
              </p:cNvPr>
              <p:cNvSpPr>
                <a:spLocks noChangeShapeType="1"/>
              </p:cNvSpPr>
              <p:nvPr/>
            </p:nvSpPr>
            <p:spPr bwMode="auto">
              <a:xfrm flipV="1">
                <a:off x="4200" y="1838"/>
                <a:ext cx="26" cy="103"/>
              </a:xfrm>
              <a:prstGeom prst="line">
                <a:avLst/>
              </a:prstGeom>
              <a:noFill/>
              <a:ln w="25400">
                <a:solidFill>
                  <a:schemeClr val="bg1"/>
                </a:solidFill>
                <a:round/>
                <a:headEnd type="none" w="sm" len="sm"/>
                <a:tailEnd type="stealth" w="sm" len="sm"/>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73" name="Line 29">
                <a:extLst>
                  <a:ext uri="{FF2B5EF4-FFF2-40B4-BE49-F238E27FC236}">
                    <a16:creationId xmlns:a16="http://schemas.microsoft.com/office/drawing/2014/main" id="{48D5AB59-6CC8-7F87-60AD-2737767A9726}"/>
                  </a:ext>
                </a:extLst>
              </p:cNvPr>
              <p:cNvSpPr>
                <a:spLocks noChangeShapeType="1"/>
              </p:cNvSpPr>
              <p:nvPr/>
            </p:nvSpPr>
            <p:spPr bwMode="auto">
              <a:xfrm>
                <a:off x="1859" y="1482"/>
                <a:ext cx="27" cy="72"/>
              </a:xfrm>
              <a:prstGeom prst="line">
                <a:avLst/>
              </a:prstGeom>
              <a:noFill/>
              <a:ln w="25400">
                <a:solidFill>
                  <a:schemeClr val="bg1"/>
                </a:solidFill>
                <a:round/>
                <a:headEnd type="none" w="sm" len="sm"/>
                <a:tailEnd type="stealth" w="sm" len="sm"/>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74" name="Line 30">
                <a:extLst>
                  <a:ext uri="{FF2B5EF4-FFF2-40B4-BE49-F238E27FC236}">
                    <a16:creationId xmlns:a16="http://schemas.microsoft.com/office/drawing/2014/main" id="{A4154B02-0313-8A6B-9F99-9B2F3FF0E338}"/>
                  </a:ext>
                </a:extLst>
              </p:cNvPr>
              <p:cNvSpPr>
                <a:spLocks noChangeShapeType="1"/>
              </p:cNvSpPr>
              <p:nvPr/>
            </p:nvSpPr>
            <p:spPr bwMode="auto">
              <a:xfrm>
                <a:off x="4205" y="1472"/>
                <a:ext cx="27" cy="72"/>
              </a:xfrm>
              <a:prstGeom prst="line">
                <a:avLst/>
              </a:prstGeom>
              <a:noFill/>
              <a:ln w="25400">
                <a:solidFill>
                  <a:schemeClr val="bg1"/>
                </a:solidFill>
                <a:round/>
                <a:headEnd type="none" w="sm" len="sm"/>
                <a:tailEnd type="stealth" w="sm" len="sm"/>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75" name="Text Box 31">
                <a:extLst>
                  <a:ext uri="{FF2B5EF4-FFF2-40B4-BE49-F238E27FC236}">
                    <a16:creationId xmlns:a16="http://schemas.microsoft.com/office/drawing/2014/main" id="{8615869F-812F-9C1D-4059-E6D8BC8A8C69}"/>
                  </a:ext>
                </a:extLst>
              </p:cNvPr>
              <p:cNvSpPr txBox="1">
                <a:spLocks noChangeArrowheads="1"/>
              </p:cNvSpPr>
              <p:nvPr/>
            </p:nvSpPr>
            <p:spPr bwMode="auto">
              <a:xfrm>
                <a:off x="1225" y="1365"/>
                <a:ext cx="336"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ε</a:t>
                </a:r>
              </a:p>
            </p:txBody>
          </p:sp>
          <p:sp>
            <p:nvSpPr>
              <p:cNvPr id="201776" name="Text Box 32">
                <a:extLst>
                  <a:ext uri="{FF2B5EF4-FFF2-40B4-BE49-F238E27FC236}">
                    <a16:creationId xmlns:a16="http://schemas.microsoft.com/office/drawing/2014/main" id="{F6081717-2E50-9019-761F-5639EDC966AA}"/>
                  </a:ext>
                </a:extLst>
              </p:cNvPr>
              <p:cNvSpPr txBox="1">
                <a:spLocks noChangeArrowheads="1"/>
              </p:cNvSpPr>
              <p:nvPr/>
            </p:nvSpPr>
            <p:spPr bwMode="auto">
              <a:xfrm>
                <a:off x="2137" y="1365"/>
                <a:ext cx="28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ε</a:t>
                </a:r>
              </a:p>
            </p:txBody>
          </p:sp>
          <p:sp>
            <p:nvSpPr>
              <p:cNvPr id="201777" name="Text Box 33">
                <a:extLst>
                  <a:ext uri="{FF2B5EF4-FFF2-40B4-BE49-F238E27FC236}">
                    <a16:creationId xmlns:a16="http://schemas.microsoft.com/office/drawing/2014/main" id="{318229F2-02CA-61FD-E5C5-DD28CA65CF35}"/>
                  </a:ext>
                </a:extLst>
              </p:cNvPr>
              <p:cNvSpPr txBox="1">
                <a:spLocks noChangeArrowheads="1"/>
              </p:cNvSpPr>
              <p:nvPr/>
            </p:nvSpPr>
            <p:spPr bwMode="auto">
              <a:xfrm>
                <a:off x="1801" y="981"/>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a:t>
                </a:r>
              </a:p>
            </p:txBody>
          </p:sp>
          <p:sp>
            <p:nvSpPr>
              <p:cNvPr id="201778" name="Text Box 34">
                <a:extLst>
                  <a:ext uri="{FF2B5EF4-FFF2-40B4-BE49-F238E27FC236}">
                    <a16:creationId xmlns:a16="http://schemas.microsoft.com/office/drawing/2014/main" id="{A6EC75C5-4127-126E-F6B9-E4E98E1FC36C}"/>
                  </a:ext>
                </a:extLst>
              </p:cNvPr>
              <p:cNvSpPr txBox="1">
                <a:spLocks noChangeArrowheads="1"/>
              </p:cNvSpPr>
              <p:nvPr/>
            </p:nvSpPr>
            <p:spPr bwMode="auto">
              <a:xfrm>
                <a:off x="1849" y="2085"/>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b</a:t>
                </a:r>
              </a:p>
            </p:txBody>
          </p:sp>
          <p:sp>
            <p:nvSpPr>
              <p:cNvPr id="201779" name="Text Box 35">
                <a:extLst>
                  <a:ext uri="{FF2B5EF4-FFF2-40B4-BE49-F238E27FC236}">
                    <a16:creationId xmlns:a16="http://schemas.microsoft.com/office/drawing/2014/main" id="{E830BC7E-784C-E612-ACB7-2A9019122DA0}"/>
                  </a:ext>
                </a:extLst>
              </p:cNvPr>
              <p:cNvSpPr txBox="1">
                <a:spLocks noChangeArrowheads="1"/>
              </p:cNvSpPr>
              <p:nvPr/>
            </p:nvSpPr>
            <p:spPr bwMode="auto">
              <a:xfrm>
                <a:off x="2617" y="1269"/>
                <a:ext cx="24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a:t>
                </a:r>
              </a:p>
            </p:txBody>
          </p:sp>
          <p:sp>
            <p:nvSpPr>
              <p:cNvPr id="201780" name="Text Box 36">
                <a:extLst>
                  <a:ext uri="{FF2B5EF4-FFF2-40B4-BE49-F238E27FC236}">
                    <a16:creationId xmlns:a16="http://schemas.microsoft.com/office/drawing/2014/main" id="{BB9BAE16-B940-01D4-BE5E-A7EF3B6F1B9C}"/>
                  </a:ext>
                </a:extLst>
              </p:cNvPr>
              <p:cNvSpPr txBox="1">
                <a:spLocks noChangeArrowheads="1"/>
              </p:cNvSpPr>
              <p:nvPr/>
            </p:nvSpPr>
            <p:spPr bwMode="auto">
              <a:xfrm>
                <a:off x="3241" y="1269"/>
                <a:ext cx="24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a:t>
                </a:r>
              </a:p>
            </p:txBody>
          </p:sp>
          <p:sp>
            <p:nvSpPr>
              <p:cNvPr id="201781" name="Text Box 37">
                <a:extLst>
                  <a:ext uri="{FF2B5EF4-FFF2-40B4-BE49-F238E27FC236}">
                    <a16:creationId xmlns:a16="http://schemas.microsoft.com/office/drawing/2014/main" id="{6A2C9919-A2D4-1406-1AE0-6FFC4C2820B7}"/>
                  </a:ext>
                </a:extLst>
              </p:cNvPr>
              <p:cNvSpPr txBox="1">
                <a:spLocks noChangeArrowheads="1"/>
              </p:cNvSpPr>
              <p:nvPr/>
            </p:nvSpPr>
            <p:spPr bwMode="auto">
              <a:xfrm>
                <a:off x="2549" y="1893"/>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b</a:t>
                </a:r>
              </a:p>
            </p:txBody>
          </p:sp>
          <p:sp>
            <p:nvSpPr>
              <p:cNvPr id="201782" name="Text Box 38">
                <a:extLst>
                  <a:ext uri="{FF2B5EF4-FFF2-40B4-BE49-F238E27FC236}">
                    <a16:creationId xmlns:a16="http://schemas.microsoft.com/office/drawing/2014/main" id="{DB7E6599-6BEB-3631-2FD3-FB99B9ABF42B}"/>
                  </a:ext>
                </a:extLst>
              </p:cNvPr>
              <p:cNvSpPr txBox="1">
                <a:spLocks noChangeArrowheads="1"/>
              </p:cNvSpPr>
              <p:nvPr/>
            </p:nvSpPr>
            <p:spPr bwMode="auto">
              <a:xfrm>
                <a:off x="3241" y="1893"/>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b</a:t>
                </a:r>
              </a:p>
            </p:txBody>
          </p:sp>
          <p:sp>
            <p:nvSpPr>
              <p:cNvPr id="201783" name="Text Box 39">
                <a:extLst>
                  <a:ext uri="{FF2B5EF4-FFF2-40B4-BE49-F238E27FC236}">
                    <a16:creationId xmlns:a16="http://schemas.microsoft.com/office/drawing/2014/main" id="{2509978D-16A8-E3E6-439D-21407893971F}"/>
                  </a:ext>
                </a:extLst>
              </p:cNvPr>
              <p:cNvSpPr txBox="1">
                <a:spLocks noChangeArrowheads="1"/>
              </p:cNvSpPr>
              <p:nvPr/>
            </p:nvSpPr>
            <p:spPr bwMode="auto">
              <a:xfrm>
                <a:off x="3673" y="1365"/>
                <a:ext cx="28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ε</a:t>
                </a:r>
              </a:p>
            </p:txBody>
          </p:sp>
          <p:sp>
            <p:nvSpPr>
              <p:cNvPr id="201784" name="Text Box 40">
                <a:extLst>
                  <a:ext uri="{FF2B5EF4-FFF2-40B4-BE49-F238E27FC236}">
                    <a16:creationId xmlns:a16="http://schemas.microsoft.com/office/drawing/2014/main" id="{E6E409E1-4605-7E59-B535-443E62D7610C}"/>
                  </a:ext>
                </a:extLst>
              </p:cNvPr>
              <p:cNvSpPr txBox="1">
                <a:spLocks noChangeArrowheads="1"/>
              </p:cNvSpPr>
              <p:nvPr/>
            </p:nvSpPr>
            <p:spPr bwMode="auto">
              <a:xfrm>
                <a:off x="4153" y="981"/>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a:t>
                </a:r>
              </a:p>
            </p:txBody>
          </p:sp>
          <p:sp>
            <p:nvSpPr>
              <p:cNvPr id="201785" name="Text Box 41">
                <a:extLst>
                  <a:ext uri="{FF2B5EF4-FFF2-40B4-BE49-F238E27FC236}">
                    <a16:creationId xmlns:a16="http://schemas.microsoft.com/office/drawing/2014/main" id="{E983AF8C-ADEA-8FDC-EF6B-9818ED93B8F5}"/>
                  </a:ext>
                </a:extLst>
              </p:cNvPr>
              <p:cNvSpPr txBox="1">
                <a:spLocks noChangeArrowheads="1"/>
              </p:cNvSpPr>
              <p:nvPr/>
            </p:nvSpPr>
            <p:spPr bwMode="auto">
              <a:xfrm>
                <a:off x="4441" y="1365"/>
                <a:ext cx="28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ε</a:t>
                </a:r>
              </a:p>
            </p:txBody>
          </p:sp>
          <p:sp>
            <p:nvSpPr>
              <p:cNvPr id="201786" name="Text Box 42">
                <a:extLst>
                  <a:ext uri="{FF2B5EF4-FFF2-40B4-BE49-F238E27FC236}">
                    <a16:creationId xmlns:a16="http://schemas.microsoft.com/office/drawing/2014/main" id="{14CCC5F1-B485-1BF8-F7F6-FE350CBD20E6}"/>
                  </a:ext>
                </a:extLst>
              </p:cNvPr>
              <p:cNvSpPr txBox="1">
                <a:spLocks noChangeArrowheads="1"/>
              </p:cNvSpPr>
              <p:nvPr/>
            </p:nvSpPr>
            <p:spPr bwMode="auto">
              <a:xfrm>
                <a:off x="4153" y="2037"/>
                <a:ext cx="2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b</a:t>
                </a:r>
              </a:p>
            </p:txBody>
          </p:sp>
          <p:sp>
            <p:nvSpPr>
              <p:cNvPr id="201787" name="Line 43">
                <a:extLst>
                  <a:ext uri="{FF2B5EF4-FFF2-40B4-BE49-F238E27FC236}">
                    <a16:creationId xmlns:a16="http://schemas.microsoft.com/office/drawing/2014/main" id="{5382108D-4F47-E5C1-3E0B-E36C5D998E0D}"/>
                  </a:ext>
                </a:extLst>
              </p:cNvPr>
              <p:cNvSpPr>
                <a:spLocks noChangeShapeType="1"/>
              </p:cNvSpPr>
              <p:nvPr/>
            </p:nvSpPr>
            <p:spPr bwMode="auto">
              <a:xfrm>
                <a:off x="1814" y="1501"/>
                <a:ext cx="45" cy="45"/>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88" name="Line 44">
                <a:extLst>
                  <a:ext uri="{FF2B5EF4-FFF2-40B4-BE49-F238E27FC236}">
                    <a16:creationId xmlns:a16="http://schemas.microsoft.com/office/drawing/2014/main" id="{D69F1CCE-C06A-F3CC-1F82-36293C909D32}"/>
                  </a:ext>
                </a:extLst>
              </p:cNvPr>
              <p:cNvSpPr>
                <a:spLocks noChangeShapeType="1"/>
              </p:cNvSpPr>
              <p:nvPr/>
            </p:nvSpPr>
            <p:spPr bwMode="auto">
              <a:xfrm>
                <a:off x="1859" y="1818"/>
                <a:ext cx="45" cy="136"/>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89" name="Line 45">
                <a:extLst>
                  <a:ext uri="{FF2B5EF4-FFF2-40B4-BE49-F238E27FC236}">
                    <a16:creationId xmlns:a16="http://schemas.microsoft.com/office/drawing/2014/main" id="{FB2AE8AC-070C-FD15-E202-E1FB9BBBC1FF}"/>
                  </a:ext>
                </a:extLst>
              </p:cNvPr>
              <p:cNvSpPr>
                <a:spLocks noChangeShapeType="1"/>
              </p:cNvSpPr>
              <p:nvPr/>
            </p:nvSpPr>
            <p:spPr bwMode="auto">
              <a:xfrm flipH="1">
                <a:off x="1768" y="1863"/>
                <a:ext cx="91" cy="46"/>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90" name="Line 46">
                <a:extLst>
                  <a:ext uri="{FF2B5EF4-FFF2-40B4-BE49-F238E27FC236}">
                    <a16:creationId xmlns:a16="http://schemas.microsoft.com/office/drawing/2014/main" id="{4C91505A-B1DF-E90C-01E9-BC0D2A40435F}"/>
                  </a:ext>
                </a:extLst>
              </p:cNvPr>
              <p:cNvSpPr>
                <a:spLocks noChangeShapeType="1"/>
              </p:cNvSpPr>
              <p:nvPr/>
            </p:nvSpPr>
            <p:spPr bwMode="auto">
              <a:xfrm>
                <a:off x="4127" y="1410"/>
                <a:ext cx="91" cy="136"/>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91" name="Line 47">
                <a:extLst>
                  <a:ext uri="{FF2B5EF4-FFF2-40B4-BE49-F238E27FC236}">
                    <a16:creationId xmlns:a16="http://schemas.microsoft.com/office/drawing/2014/main" id="{B3AEE582-BA27-EA51-0B42-0B1AB613D2DF}"/>
                  </a:ext>
                </a:extLst>
              </p:cNvPr>
              <p:cNvSpPr>
                <a:spLocks noChangeShapeType="1"/>
              </p:cNvSpPr>
              <p:nvPr/>
            </p:nvSpPr>
            <p:spPr bwMode="auto">
              <a:xfrm flipH="1">
                <a:off x="4218" y="1410"/>
                <a:ext cx="45" cy="136"/>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92" name="Line 48">
                <a:extLst>
                  <a:ext uri="{FF2B5EF4-FFF2-40B4-BE49-F238E27FC236}">
                    <a16:creationId xmlns:a16="http://schemas.microsoft.com/office/drawing/2014/main" id="{3B0E9AA8-63A7-1438-7FA9-BB928ED17671}"/>
                  </a:ext>
                </a:extLst>
              </p:cNvPr>
              <p:cNvSpPr>
                <a:spLocks noChangeShapeType="1"/>
              </p:cNvSpPr>
              <p:nvPr/>
            </p:nvSpPr>
            <p:spPr bwMode="auto">
              <a:xfrm flipH="1">
                <a:off x="4127" y="1863"/>
                <a:ext cx="91" cy="13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93" name="Line 49">
                <a:extLst>
                  <a:ext uri="{FF2B5EF4-FFF2-40B4-BE49-F238E27FC236}">
                    <a16:creationId xmlns:a16="http://schemas.microsoft.com/office/drawing/2014/main" id="{BFA5A5AB-B79A-A882-BE7D-85F0A78BAE62}"/>
                  </a:ext>
                </a:extLst>
              </p:cNvPr>
              <p:cNvSpPr>
                <a:spLocks noChangeShapeType="1"/>
              </p:cNvSpPr>
              <p:nvPr/>
            </p:nvSpPr>
            <p:spPr bwMode="auto">
              <a:xfrm>
                <a:off x="4218" y="1863"/>
                <a:ext cx="0" cy="13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grpSp>
      </p:grpSp>
      <p:grpSp>
        <p:nvGrpSpPr>
          <p:cNvPr id="4" name="Group 96">
            <a:extLst>
              <a:ext uri="{FF2B5EF4-FFF2-40B4-BE49-F238E27FC236}">
                <a16:creationId xmlns:a16="http://schemas.microsoft.com/office/drawing/2014/main" id="{F620206E-5BBF-7249-5F44-1CB7A4B14754}"/>
              </a:ext>
            </a:extLst>
          </p:cNvPr>
          <p:cNvGrpSpPr>
            <a:grpSpLocks/>
          </p:cNvGrpSpPr>
          <p:nvPr/>
        </p:nvGrpSpPr>
        <p:grpSpPr bwMode="auto">
          <a:xfrm>
            <a:off x="3143251" y="908050"/>
            <a:ext cx="6219825" cy="947738"/>
            <a:chOff x="1020" y="1026"/>
            <a:chExt cx="3918" cy="597"/>
          </a:xfrm>
        </p:grpSpPr>
        <p:sp>
          <p:nvSpPr>
            <p:cNvPr id="201745" name="Oval 55">
              <a:extLst>
                <a:ext uri="{FF2B5EF4-FFF2-40B4-BE49-F238E27FC236}">
                  <a16:creationId xmlns:a16="http://schemas.microsoft.com/office/drawing/2014/main" id="{AA1FD2A2-979F-C90F-21E0-BC790196EC04}"/>
                </a:ext>
              </a:extLst>
            </p:cNvPr>
            <p:cNvSpPr>
              <a:spLocks noChangeArrowheads="1"/>
            </p:cNvSpPr>
            <p:nvPr/>
          </p:nvSpPr>
          <p:spPr bwMode="auto">
            <a:xfrm>
              <a:off x="1020" y="1298"/>
              <a:ext cx="375" cy="325"/>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imes New Roman" panose="02020603050405020304" pitchFamily="18" charset="0"/>
                </a:rPr>
                <a:t>1</a:t>
              </a:r>
            </a:p>
          </p:txBody>
        </p:sp>
        <p:sp>
          <p:nvSpPr>
            <p:cNvPr id="201746" name="Oval 56">
              <a:extLst>
                <a:ext uri="{FF2B5EF4-FFF2-40B4-BE49-F238E27FC236}">
                  <a16:creationId xmlns:a16="http://schemas.microsoft.com/office/drawing/2014/main" id="{80133BFD-D6D5-CEC8-1A2D-BE38615914EA}"/>
                </a:ext>
              </a:extLst>
            </p:cNvPr>
            <p:cNvSpPr>
              <a:spLocks noChangeArrowheads="1"/>
            </p:cNvSpPr>
            <p:nvPr/>
          </p:nvSpPr>
          <p:spPr bwMode="auto">
            <a:xfrm>
              <a:off x="4558" y="1253"/>
              <a:ext cx="380" cy="324"/>
            </a:xfrm>
            <a:prstGeom prst="ellipse">
              <a:avLst/>
            </a:prstGeom>
            <a:noFill/>
            <a:ln w="76200" cmpd="dbl">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Z</a:t>
              </a:r>
            </a:p>
          </p:txBody>
        </p:sp>
        <p:sp>
          <p:nvSpPr>
            <p:cNvPr id="201747" name="Line 62">
              <a:extLst>
                <a:ext uri="{FF2B5EF4-FFF2-40B4-BE49-F238E27FC236}">
                  <a16:creationId xmlns:a16="http://schemas.microsoft.com/office/drawing/2014/main" id="{550FFDC5-EDCF-1777-6726-C22A771993A8}"/>
                </a:ext>
              </a:extLst>
            </p:cNvPr>
            <p:cNvSpPr>
              <a:spLocks noChangeShapeType="1"/>
            </p:cNvSpPr>
            <p:nvPr/>
          </p:nvSpPr>
          <p:spPr bwMode="auto">
            <a:xfrm flipV="1">
              <a:off x="1383" y="1389"/>
              <a:ext cx="3175" cy="45"/>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48" name="Text Box 79">
              <a:extLst>
                <a:ext uri="{FF2B5EF4-FFF2-40B4-BE49-F238E27FC236}">
                  <a16:creationId xmlns:a16="http://schemas.microsoft.com/office/drawing/2014/main" id="{1E3458BC-DF29-286A-F965-B6377A6D81A0}"/>
                </a:ext>
              </a:extLst>
            </p:cNvPr>
            <p:cNvSpPr txBox="1">
              <a:spLocks noChangeArrowheads="1"/>
            </p:cNvSpPr>
            <p:nvPr/>
          </p:nvSpPr>
          <p:spPr bwMode="auto">
            <a:xfrm>
              <a:off x="1429" y="1026"/>
              <a:ext cx="299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(a|b)* (aa|bb) (a|b)*</a:t>
              </a:r>
            </a:p>
          </p:txBody>
        </p:sp>
      </p:grpSp>
      <p:grpSp>
        <p:nvGrpSpPr>
          <p:cNvPr id="5" name="Group 109">
            <a:extLst>
              <a:ext uri="{FF2B5EF4-FFF2-40B4-BE49-F238E27FC236}">
                <a16:creationId xmlns:a16="http://schemas.microsoft.com/office/drawing/2014/main" id="{AB186462-FD52-46DD-4F92-CB4BCE62D21B}"/>
              </a:ext>
            </a:extLst>
          </p:cNvPr>
          <p:cNvGrpSpPr>
            <a:grpSpLocks/>
          </p:cNvGrpSpPr>
          <p:nvPr/>
        </p:nvGrpSpPr>
        <p:grpSpPr bwMode="auto">
          <a:xfrm>
            <a:off x="2711451" y="2636839"/>
            <a:ext cx="6938963" cy="1019175"/>
            <a:chOff x="975" y="1200"/>
            <a:chExt cx="4371" cy="642"/>
          </a:xfrm>
        </p:grpSpPr>
        <p:sp>
          <p:nvSpPr>
            <p:cNvPr id="201735" name="Oval 98">
              <a:extLst>
                <a:ext uri="{FF2B5EF4-FFF2-40B4-BE49-F238E27FC236}">
                  <a16:creationId xmlns:a16="http://schemas.microsoft.com/office/drawing/2014/main" id="{D5AC47BF-983C-43F7-0A58-1E613FACA09F}"/>
                </a:ext>
              </a:extLst>
            </p:cNvPr>
            <p:cNvSpPr>
              <a:spLocks noChangeArrowheads="1"/>
            </p:cNvSpPr>
            <p:nvPr/>
          </p:nvSpPr>
          <p:spPr bwMode="auto">
            <a:xfrm>
              <a:off x="975" y="1472"/>
              <a:ext cx="375" cy="325"/>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imes New Roman" panose="02020603050405020304" pitchFamily="18" charset="0"/>
                </a:rPr>
                <a:t>S</a:t>
              </a:r>
            </a:p>
          </p:txBody>
        </p:sp>
        <p:sp>
          <p:nvSpPr>
            <p:cNvPr id="201736" name="Oval 99">
              <a:extLst>
                <a:ext uri="{FF2B5EF4-FFF2-40B4-BE49-F238E27FC236}">
                  <a16:creationId xmlns:a16="http://schemas.microsoft.com/office/drawing/2014/main" id="{DF5FAE1E-9ABD-F63B-FF7B-64A4000072C9}"/>
                </a:ext>
              </a:extLst>
            </p:cNvPr>
            <p:cNvSpPr>
              <a:spLocks noChangeArrowheads="1"/>
            </p:cNvSpPr>
            <p:nvPr/>
          </p:nvSpPr>
          <p:spPr bwMode="auto">
            <a:xfrm>
              <a:off x="2290" y="1480"/>
              <a:ext cx="380" cy="324"/>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1</a:t>
              </a:r>
            </a:p>
          </p:txBody>
        </p:sp>
        <p:sp>
          <p:nvSpPr>
            <p:cNvPr id="201737" name="Line 100">
              <a:extLst>
                <a:ext uri="{FF2B5EF4-FFF2-40B4-BE49-F238E27FC236}">
                  <a16:creationId xmlns:a16="http://schemas.microsoft.com/office/drawing/2014/main" id="{45A2B64B-645E-180F-C7CB-1E4BFD9E7355}"/>
                </a:ext>
              </a:extLst>
            </p:cNvPr>
            <p:cNvSpPr>
              <a:spLocks noChangeShapeType="1"/>
            </p:cNvSpPr>
            <p:nvPr/>
          </p:nvSpPr>
          <p:spPr bwMode="auto">
            <a:xfrm>
              <a:off x="1338" y="1608"/>
              <a:ext cx="952" cy="8"/>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38" name="Text Box 101">
              <a:extLst>
                <a:ext uri="{FF2B5EF4-FFF2-40B4-BE49-F238E27FC236}">
                  <a16:creationId xmlns:a16="http://schemas.microsoft.com/office/drawing/2014/main" id="{FA8EBDF5-0737-2A3E-4679-51A92A922A42}"/>
                </a:ext>
              </a:extLst>
            </p:cNvPr>
            <p:cNvSpPr txBox="1">
              <a:spLocks noChangeArrowheads="1"/>
            </p:cNvSpPr>
            <p:nvPr/>
          </p:nvSpPr>
          <p:spPr bwMode="auto">
            <a:xfrm>
              <a:off x="1384" y="1200"/>
              <a:ext cx="9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(a|b)*</a:t>
              </a:r>
            </a:p>
          </p:txBody>
        </p:sp>
        <p:sp>
          <p:nvSpPr>
            <p:cNvPr id="201739" name="Oval 103">
              <a:extLst>
                <a:ext uri="{FF2B5EF4-FFF2-40B4-BE49-F238E27FC236}">
                  <a16:creationId xmlns:a16="http://schemas.microsoft.com/office/drawing/2014/main" id="{0382B5FD-03AF-8FB3-1919-E6741C4A36F3}"/>
                </a:ext>
              </a:extLst>
            </p:cNvPr>
            <p:cNvSpPr>
              <a:spLocks noChangeArrowheads="1"/>
            </p:cNvSpPr>
            <p:nvPr/>
          </p:nvSpPr>
          <p:spPr bwMode="auto">
            <a:xfrm>
              <a:off x="3634" y="1487"/>
              <a:ext cx="380" cy="324"/>
            </a:xfrm>
            <a:prstGeom prst="ellipse">
              <a:avLst/>
            </a:prstGeom>
            <a:noFill/>
            <a:ln w="25400">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2</a:t>
              </a:r>
            </a:p>
          </p:txBody>
        </p:sp>
        <p:sp>
          <p:nvSpPr>
            <p:cNvPr id="201740" name="Line 104">
              <a:extLst>
                <a:ext uri="{FF2B5EF4-FFF2-40B4-BE49-F238E27FC236}">
                  <a16:creationId xmlns:a16="http://schemas.microsoft.com/office/drawing/2014/main" id="{D259BDCC-404E-D472-AA3F-E605492AAFB8}"/>
                </a:ext>
              </a:extLst>
            </p:cNvPr>
            <p:cNvSpPr>
              <a:spLocks noChangeShapeType="1"/>
            </p:cNvSpPr>
            <p:nvPr/>
          </p:nvSpPr>
          <p:spPr bwMode="auto">
            <a:xfrm>
              <a:off x="2682" y="1615"/>
              <a:ext cx="952" cy="8"/>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41" name="Text Box 105">
              <a:extLst>
                <a:ext uri="{FF2B5EF4-FFF2-40B4-BE49-F238E27FC236}">
                  <a16:creationId xmlns:a16="http://schemas.microsoft.com/office/drawing/2014/main" id="{6F60A3F0-D668-7CAB-7A03-FCA9F81ACDF9}"/>
                </a:ext>
              </a:extLst>
            </p:cNvPr>
            <p:cNvSpPr txBox="1">
              <a:spLocks noChangeArrowheads="1"/>
            </p:cNvSpPr>
            <p:nvPr/>
          </p:nvSpPr>
          <p:spPr bwMode="auto">
            <a:xfrm>
              <a:off x="2728" y="1207"/>
              <a:ext cx="9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imes New Roman" panose="02020603050405020304" pitchFamily="18" charset="0"/>
                  <a:cs typeface="Times New Roman" panose="02020603050405020304" pitchFamily="18" charset="0"/>
                </a:rPr>
                <a:t>aa|bb</a:t>
              </a:r>
            </a:p>
          </p:txBody>
        </p:sp>
        <p:sp>
          <p:nvSpPr>
            <p:cNvPr id="201742" name="Oval 106">
              <a:extLst>
                <a:ext uri="{FF2B5EF4-FFF2-40B4-BE49-F238E27FC236}">
                  <a16:creationId xmlns:a16="http://schemas.microsoft.com/office/drawing/2014/main" id="{38E3A31F-FEA3-CB8C-9587-7397E530FE2F}"/>
                </a:ext>
              </a:extLst>
            </p:cNvPr>
            <p:cNvSpPr>
              <a:spLocks noChangeArrowheads="1"/>
            </p:cNvSpPr>
            <p:nvPr/>
          </p:nvSpPr>
          <p:spPr bwMode="auto">
            <a:xfrm>
              <a:off x="4966" y="1518"/>
              <a:ext cx="380" cy="324"/>
            </a:xfrm>
            <a:prstGeom prst="ellipse">
              <a:avLst/>
            </a:prstGeom>
            <a:noFill/>
            <a:ln w="76200" cmpd="dbl">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nchorCtr="1"/>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400">
                  <a:solidFill>
                    <a:srgbClr val="FFFFFF"/>
                  </a:solidFill>
                  <a:latin typeface="Times New Roman" panose="02020603050405020304" pitchFamily="18" charset="0"/>
                </a:rPr>
                <a:t>Z</a:t>
              </a:r>
            </a:p>
          </p:txBody>
        </p:sp>
        <p:sp>
          <p:nvSpPr>
            <p:cNvPr id="201743" name="Line 107">
              <a:extLst>
                <a:ext uri="{FF2B5EF4-FFF2-40B4-BE49-F238E27FC236}">
                  <a16:creationId xmlns:a16="http://schemas.microsoft.com/office/drawing/2014/main" id="{1990C9EB-134B-C468-7F47-3A155DAE359A}"/>
                </a:ext>
              </a:extLst>
            </p:cNvPr>
            <p:cNvSpPr>
              <a:spLocks noChangeShapeType="1"/>
            </p:cNvSpPr>
            <p:nvPr/>
          </p:nvSpPr>
          <p:spPr bwMode="auto">
            <a:xfrm>
              <a:off x="4014" y="1646"/>
              <a:ext cx="952" cy="8"/>
            </a:xfrm>
            <a:prstGeom prst="line">
              <a:avLst/>
            </a:prstGeom>
            <a:noFill/>
            <a:ln w="254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anchor="ctr" anchorCtr="1"/>
            <a:lstStyle/>
            <a:p>
              <a:pPr eaLnBrk="0" fontAlgn="base" hangingPunct="0">
                <a:spcBef>
                  <a:spcPct val="0"/>
                </a:spcBef>
                <a:spcAft>
                  <a:spcPct val="0"/>
                </a:spcAft>
              </a:pPr>
              <a:endParaRPr lang="zh-CN" altLang="en-US" sz="2000" b="1">
                <a:solidFill>
                  <a:srgbClr val="000000"/>
                </a:solidFill>
                <a:latin typeface="宋体" panose="02010600030101010101" pitchFamily="2" charset="-122"/>
                <a:ea typeface="宋体" panose="02010600030101010101" pitchFamily="2" charset="-122"/>
              </a:endParaRPr>
            </a:p>
          </p:txBody>
        </p:sp>
        <p:sp>
          <p:nvSpPr>
            <p:cNvPr id="201744" name="Text Box 108">
              <a:extLst>
                <a:ext uri="{FF2B5EF4-FFF2-40B4-BE49-F238E27FC236}">
                  <a16:creationId xmlns:a16="http://schemas.microsoft.com/office/drawing/2014/main" id="{BF2AAE85-37D5-A81E-8BD5-5BB9BAF96766}"/>
                </a:ext>
              </a:extLst>
            </p:cNvPr>
            <p:cNvSpPr txBox="1">
              <a:spLocks noChangeArrowheads="1"/>
            </p:cNvSpPr>
            <p:nvPr/>
          </p:nvSpPr>
          <p:spPr bwMode="auto">
            <a:xfrm>
              <a:off x="4060" y="1238"/>
              <a:ext cx="9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fontAlgn="base">
                <a:spcBef>
                  <a:spcPct val="0"/>
                </a:spcBef>
                <a:spcAft>
                  <a:spcPct val="0"/>
                </a:spcAft>
              </a:pPr>
              <a:r>
                <a:rPr kumimoji="1" lang="en-US" altLang="zh-CN" sz="2800">
                  <a:solidFill>
                    <a:srgbClr val="FFFFFF"/>
                  </a:solidFill>
                  <a:latin typeface="Tahoma" panose="020B0604030504040204" pitchFamily="34" charset="0"/>
                </a:rPr>
                <a:t>(a|b)*</a:t>
              </a:r>
            </a:p>
          </p:txBody>
        </p:sp>
      </p:grpSp>
      <p:sp>
        <p:nvSpPr>
          <p:cNvPr id="201733" name="AutoShape 110">
            <a:hlinkClick r:id="" action="ppaction://hlinkshowjump?jump=lastslideviewed" highlightClick="1"/>
            <a:extLst>
              <a:ext uri="{FF2B5EF4-FFF2-40B4-BE49-F238E27FC236}">
                <a16:creationId xmlns:a16="http://schemas.microsoft.com/office/drawing/2014/main" id="{24199B43-EA2D-4DC5-DA0E-CFD2FDA064B3}"/>
              </a:ext>
            </a:extLst>
          </p:cNvPr>
          <p:cNvSpPr>
            <a:spLocks noChangeArrowheads="1"/>
          </p:cNvSpPr>
          <p:nvPr/>
        </p:nvSpPr>
        <p:spPr bwMode="auto">
          <a:xfrm>
            <a:off x="9120188" y="6453188"/>
            <a:ext cx="1547812" cy="404812"/>
          </a:xfrm>
          <a:prstGeom prst="actionButtonBlank">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defRPr sz="3200" b="1">
                <a:solidFill>
                  <a:schemeClr val="bg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b="1">
                <a:solidFill>
                  <a:schemeClr val="bg1"/>
                </a:solidFill>
                <a:latin typeface="Arial" panose="020B0604020202020204" pitchFamily="34" charset="0"/>
                <a:ea typeface="宋体" panose="02010600030101010101" pitchFamily="2" charset="-122"/>
              </a:defRPr>
            </a:lvl2pPr>
            <a:lvl3pPr marL="1143000" indent="-228600">
              <a:spcBef>
                <a:spcPct val="20000"/>
              </a:spcBef>
              <a:defRPr sz="2400" b="1">
                <a:solidFill>
                  <a:schemeClr val="bg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sz="2000" b="1">
                <a:solidFill>
                  <a:schemeClr val="bg1"/>
                </a:solidFill>
                <a:latin typeface="Arial" panose="020B0604020202020204" pitchFamily="34" charset="0"/>
                <a:ea typeface="宋体" panose="02010600030101010101" pitchFamily="2" charset="-122"/>
              </a:defRPr>
            </a:lvl4pPr>
            <a:lvl5pPr marL="2057400" indent="-228600">
              <a:spcBef>
                <a:spcPct val="20000"/>
              </a:spcBef>
              <a:defRPr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b="1">
                <a:solidFill>
                  <a:schemeClr val="bg1"/>
                </a:solidFill>
                <a:latin typeface="Arial" panose="020B0604020202020204" pitchFamily="34" charset="0"/>
                <a:ea typeface="宋体" panose="02010600030101010101" pitchFamily="2" charset="-122"/>
              </a:defRPr>
            </a:lvl9pPr>
          </a:lstStyle>
          <a:p>
            <a:pPr algn="ctr" fontAlgn="base">
              <a:spcBef>
                <a:spcPct val="0"/>
              </a:spcBef>
              <a:spcAft>
                <a:spcPct val="0"/>
              </a:spcAft>
            </a:pPr>
            <a:endParaRPr kumimoji="1" lang="zh-CN" altLang="en-US" sz="2400">
              <a:solidFill>
                <a:srgbClr val="FFFFFF"/>
              </a:solidFill>
              <a:latin typeface="Times New Roman" panose="02020603050405020304" pitchFamily="18" charset="0"/>
            </a:endParaRPr>
          </a:p>
        </p:txBody>
      </p:sp>
      <p:sp>
        <p:nvSpPr>
          <p:cNvPr id="201734" name="Title 1">
            <a:extLst>
              <a:ext uri="{FF2B5EF4-FFF2-40B4-BE49-F238E27FC236}">
                <a16:creationId xmlns:a16="http://schemas.microsoft.com/office/drawing/2014/main" id="{1C339670-026D-9B53-5632-5B986BF4C66A}"/>
              </a:ext>
            </a:extLst>
          </p:cNvPr>
          <p:cNvSpPr>
            <a:spLocks noGrp="1" noChangeArrowheads="1"/>
          </p:cNvSpPr>
          <p:nvPr>
            <p:ph type="title"/>
          </p:nvPr>
        </p:nvSpPr>
        <p:spPr/>
        <p:txBody>
          <a:bodyPr/>
          <a:lstStyle/>
          <a:p>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4">
            <a:extLst>
              <a:ext uri="{FF2B5EF4-FFF2-40B4-BE49-F238E27FC236}">
                <a16:creationId xmlns:a16="http://schemas.microsoft.com/office/drawing/2014/main" id="{753F2BCA-CA79-CB80-BF6E-1E90D01EEFF4}"/>
              </a:ext>
            </a:extLst>
          </p:cNvPr>
          <p:cNvSpPr>
            <a:spLocks noChangeArrowheads="1"/>
          </p:cNvSpPr>
          <p:nvPr/>
        </p:nvSpPr>
        <p:spPr bwMode="auto">
          <a:xfrm>
            <a:off x="2209800" y="685800"/>
            <a:ext cx="80772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fontAlgn="base">
              <a:spcAft>
                <a:spcPct val="0"/>
              </a:spcAft>
              <a:buClrTx/>
              <a:buSzTx/>
              <a:buNone/>
            </a:pPr>
            <a:r>
              <a:rPr lang="zh-CN" altLang="en-US" sz="3600" b="1">
                <a:solidFill>
                  <a:srgbClr val="FF0000"/>
                </a:solidFill>
              </a:rPr>
              <a:t>例： </a:t>
            </a:r>
            <a:r>
              <a:rPr lang="zh-CN" altLang="en-US" sz="3600" b="1">
                <a:solidFill>
                  <a:srgbClr val="000000"/>
                </a:solidFill>
              </a:rPr>
              <a:t>构造出正规式</a:t>
            </a:r>
            <a:r>
              <a:rPr lang="en-US" altLang="zh-CN" sz="3600" b="1">
                <a:solidFill>
                  <a:srgbClr val="000000"/>
                </a:solidFill>
              </a:rPr>
              <a:t>(a|b)</a:t>
            </a:r>
            <a:r>
              <a:rPr lang="en-US" altLang="zh-CN" sz="3600" baseline="30000">
                <a:solidFill>
                  <a:srgbClr val="000000"/>
                </a:solidFill>
                <a:latin typeface="Courier New" panose="02070309020205020404" pitchFamily="49" charset="0"/>
                <a:cs typeface="Courier New" panose="02070309020205020404" pitchFamily="49" charset="0"/>
                <a:sym typeface="Symbol" panose="05050102010706020507" pitchFamily="18" charset="2"/>
              </a:rPr>
              <a:t>* </a:t>
            </a:r>
            <a:r>
              <a:rPr lang="en-US" altLang="zh-CN" sz="3600" b="1">
                <a:solidFill>
                  <a:srgbClr val="000000"/>
                </a:solidFill>
              </a:rPr>
              <a:t>abb</a:t>
            </a:r>
            <a:r>
              <a:rPr lang="zh-CN" altLang="en-US" sz="3600" b="1">
                <a:solidFill>
                  <a:srgbClr val="000000"/>
                </a:solidFill>
              </a:rPr>
              <a:t>的自动机</a:t>
            </a:r>
          </a:p>
        </p:txBody>
      </p:sp>
      <p:sp>
        <p:nvSpPr>
          <p:cNvPr id="300037" name="Oval 5">
            <a:extLst>
              <a:ext uri="{FF2B5EF4-FFF2-40B4-BE49-F238E27FC236}">
                <a16:creationId xmlns:a16="http://schemas.microsoft.com/office/drawing/2014/main" id="{27373553-752B-C956-791C-1B68356D0C83}"/>
              </a:ext>
            </a:extLst>
          </p:cNvPr>
          <p:cNvSpPr>
            <a:spLocks noChangeArrowheads="1"/>
          </p:cNvSpPr>
          <p:nvPr/>
        </p:nvSpPr>
        <p:spPr bwMode="auto">
          <a:xfrm>
            <a:off x="3657600" y="14351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S</a:t>
            </a:r>
          </a:p>
        </p:txBody>
      </p:sp>
      <p:sp>
        <p:nvSpPr>
          <p:cNvPr id="300038" name="Oval 6">
            <a:extLst>
              <a:ext uri="{FF2B5EF4-FFF2-40B4-BE49-F238E27FC236}">
                <a16:creationId xmlns:a16="http://schemas.microsoft.com/office/drawing/2014/main" id="{58A6244A-07B4-7CAD-5B39-1244D4A9EBE8}"/>
              </a:ext>
            </a:extLst>
          </p:cNvPr>
          <p:cNvSpPr>
            <a:spLocks noChangeArrowheads="1"/>
          </p:cNvSpPr>
          <p:nvPr/>
        </p:nvSpPr>
        <p:spPr bwMode="auto">
          <a:xfrm>
            <a:off x="6172200" y="14478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Z</a:t>
            </a:r>
          </a:p>
        </p:txBody>
      </p:sp>
      <p:sp>
        <p:nvSpPr>
          <p:cNvPr id="300039" name="Line 7">
            <a:extLst>
              <a:ext uri="{FF2B5EF4-FFF2-40B4-BE49-F238E27FC236}">
                <a16:creationId xmlns:a16="http://schemas.microsoft.com/office/drawing/2014/main" id="{C148247F-5E03-9C56-3222-6215D28770E0}"/>
              </a:ext>
            </a:extLst>
          </p:cNvPr>
          <p:cNvSpPr>
            <a:spLocks noChangeShapeType="1"/>
          </p:cNvSpPr>
          <p:nvPr/>
        </p:nvSpPr>
        <p:spPr bwMode="auto">
          <a:xfrm>
            <a:off x="4114800" y="1676400"/>
            <a:ext cx="2133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40" name="Text Box 8">
            <a:extLst>
              <a:ext uri="{FF2B5EF4-FFF2-40B4-BE49-F238E27FC236}">
                <a16:creationId xmlns:a16="http://schemas.microsoft.com/office/drawing/2014/main" id="{02B63D74-1CF9-2689-35FA-BA243BD948D1}"/>
              </a:ext>
            </a:extLst>
          </p:cNvPr>
          <p:cNvSpPr txBox="1">
            <a:spLocks noChangeArrowheads="1"/>
          </p:cNvSpPr>
          <p:nvPr/>
        </p:nvSpPr>
        <p:spPr bwMode="auto">
          <a:xfrm>
            <a:off x="4114800" y="1219201"/>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rPr>
              <a:t>(a|b)</a:t>
            </a:r>
            <a:r>
              <a:rPr kumimoji="1" lang="en-US" altLang="zh-CN" sz="2800" b="1" baseline="30000">
                <a:solidFill>
                  <a:srgbClr val="000000"/>
                </a:solidFill>
                <a:latin typeface="Courier New" panose="02070309020205020404" pitchFamily="49" charset="0"/>
                <a:cs typeface="Courier New" panose="02070309020205020404" pitchFamily="49" charset="0"/>
                <a:sym typeface="Symbol" panose="05050102010706020507" pitchFamily="18" charset="2"/>
              </a:rPr>
              <a:t>* </a:t>
            </a:r>
            <a:r>
              <a:rPr kumimoji="1" lang="en-US" altLang="zh-CN" sz="2800">
                <a:solidFill>
                  <a:srgbClr val="000000"/>
                </a:solidFill>
                <a:latin typeface="Tahoma" panose="020B0604030504040204" pitchFamily="34" charset="0"/>
              </a:rPr>
              <a:t>abb</a:t>
            </a:r>
          </a:p>
        </p:txBody>
      </p:sp>
      <p:sp>
        <p:nvSpPr>
          <p:cNvPr id="300041" name="Oval 9">
            <a:extLst>
              <a:ext uri="{FF2B5EF4-FFF2-40B4-BE49-F238E27FC236}">
                <a16:creationId xmlns:a16="http://schemas.microsoft.com/office/drawing/2014/main" id="{7AD550C6-FE36-371C-C00A-608496F13257}"/>
              </a:ext>
            </a:extLst>
          </p:cNvPr>
          <p:cNvSpPr>
            <a:spLocks noChangeArrowheads="1"/>
          </p:cNvSpPr>
          <p:nvPr/>
        </p:nvSpPr>
        <p:spPr bwMode="auto">
          <a:xfrm>
            <a:off x="3657600" y="23622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S</a:t>
            </a:r>
          </a:p>
        </p:txBody>
      </p:sp>
      <p:sp>
        <p:nvSpPr>
          <p:cNvPr id="300042" name="Oval 10">
            <a:extLst>
              <a:ext uri="{FF2B5EF4-FFF2-40B4-BE49-F238E27FC236}">
                <a16:creationId xmlns:a16="http://schemas.microsoft.com/office/drawing/2014/main" id="{7FA7EE32-7FB1-C2D8-5571-48C4941FD72F}"/>
              </a:ext>
            </a:extLst>
          </p:cNvPr>
          <p:cNvSpPr>
            <a:spLocks noChangeArrowheads="1"/>
          </p:cNvSpPr>
          <p:nvPr/>
        </p:nvSpPr>
        <p:spPr bwMode="auto">
          <a:xfrm>
            <a:off x="5480050" y="23622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300043" name="Oval 11">
            <a:extLst>
              <a:ext uri="{FF2B5EF4-FFF2-40B4-BE49-F238E27FC236}">
                <a16:creationId xmlns:a16="http://schemas.microsoft.com/office/drawing/2014/main" id="{8722E68B-3C97-F5FF-51FE-2C8F9C15102E}"/>
              </a:ext>
            </a:extLst>
          </p:cNvPr>
          <p:cNvSpPr>
            <a:spLocks noChangeArrowheads="1"/>
          </p:cNvSpPr>
          <p:nvPr/>
        </p:nvSpPr>
        <p:spPr bwMode="auto">
          <a:xfrm>
            <a:off x="7156450" y="23622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Z</a:t>
            </a:r>
          </a:p>
        </p:txBody>
      </p:sp>
      <p:sp>
        <p:nvSpPr>
          <p:cNvPr id="300044" name="Line 12">
            <a:extLst>
              <a:ext uri="{FF2B5EF4-FFF2-40B4-BE49-F238E27FC236}">
                <a16:creationId xmlns:a16="http://schemas.microsoft.com/office/drawing/2014/main" id="{C3574FF7-FE44-C8B5-2723-74D1C44427E9}"/>
              </a:ext>
            </a:extLst>
          </p:cNvPr>
          <p:cNvSpPr>
            <a:spLocks noChangeShapeType="1"/>
          </p:cNvSpPr>
          <p:nvPr/>
        </p:nvSpPr>
        <p:spPr bwMode="auto">
          <a:xfrm>
            <a:off x="4090988" y="2578100"/>
            <a:ext cx="1389062" cy="127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45" name="Line 13">
            <a:extLst>
              <a:ext uri="{FF2B5EF4-FFF2-40B4-BE49-F238E27FC236}">
                <a16:creationId xmlns:a16="http://schemas.microsoft.com/office/drawing/2014/main" id="{98BCB0EB-9156-7ED5-ED8B-8279C3B813C7}"/>
              </a:ext>
            </a:extLst>
          </p:cNvPr>
          <p:cNvSpPr>
            <a:spLocks noChangeShapeType="1"/>
          </p:cNvSpPr>
          <p:nvPr/>
        </p:nvSpPr>
        <p:spPr bwMode="auto">
          <a:xfrm>
            <a:off x="5861050" y="2590800"/>
            <a:ext cx="1295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46" name="Text Box 14">
            <a:extLst>
              <a:ext uri="{FF2B5EF4-FFF2-40B4-BE49-F238E27FC236}">
                <a16:creationId xmlns:a16="http://schemas.microsoft.com/office/drawing/2014/main" id="{337EFFAF-839D-3ECA-C4D1-609D04431048}"/>
              </a:ext>
            </a:extLst>
          </p:cNvPr>
          <p:cNvSpPr txBox="1">
            <a:spLocks noChangeArrowheads="1"/>
          </p:cNvSpPr>
          <p:nvPr/>
        </p:nvSpPr>
        <p:spPr bwMode="auto">
          <a:xfrm>
            <a:off x="4184651" y="2133601"/>
            <a:ext cx="1160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rPr>
              <a:t>(a|b)</a:t>
            </a:r>
            <a:r>
              <a:rPr kumimoji="1" lang="en-US" altLang="zh-CN" sz="2800" b="1" baseline="30000">
                <a:solidFill>
                  <a:srgbClr val="000000"/>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300047" name="Text Box 15">
            <a:extLst>
              <a:ext uri="{FF2B5EF4-FFF2-40B4-BE49-F238E27FC236}">
                <a16:creationId xmlns:a16="http://schemas.microsoft.com/office/drawing/2014/main" id="{7159C121-7ED8-070F-D574-B3A832E33135}"/>
              </a:ext>
            </a:extLst>
          </p:cNvPr>
          <p:cNvSpPr txBox="1">
            <a:spLocks noChangeArrowheads="1"/>
          </p:cNvSpPr>
          <p:nvPr/>
        </p:nvSpPr>
        <p:spPr bwMode="auto">
          <a:xfrm>
            <a:off x="6089650" y="2133601"/>
            <a:ext cx="933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abb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sp>
        <p:nvSpPr>
          <p:cNvPr id="300048" name="Line 16">
            <a:extLst>
              <a:ext uri="{FF2B5EF4-FFF2-40B4-BE49-F238E27FC236}">
                <a16:creationId xmlns:a16="http://schemas.microsoft.com/office/drawing/2014/main" id="{033CF5B6-4A91-84EA-EA7D-0670956AC131}"/>
              </a:ext>
            </a:extLst>
          </p:cNvPr>
          <p:cNvSpPr>
            <a:spLocks noChangeShapeType="1"/>
          </p:cNvSpPr>
          <p:nvPr/>
        </p:nvSpPr>
        <p:spPr bwMode="auto">
          <a:xfrm>
            <a:off x="5943600" y="35052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nvGrpSpPr>
          <p:cNvPr id="2" name="Group 17">
            <a:extLst>
              <a:ext uri="{FF2B5EF4-FFF2-40B4-BE49-F238E27FC236}">
                <a16:creationId xmlns:a16="http://schemas.microsoft.com/office/drawing/2014/main" id="{8009D313-D9A3-F92C-8CD1-CA164DA3F221}"/>
              </a:ext>
            </a:extLst>
          </p:cNvPr>
          <p:cNvGrpSpPr>
            <a:grpSpLocks/>
          </p:cNvGrpSpPr>
          <p:nvPr/>
        </p:nvGrpSpPr>
        <p:grpSpPr bwMode="auto">
          <a:xfrm>
            <a:off x="3648075" y="3068639"/>
            <a:ext cx="6375400" cy="661987"/>
            <a:chOff x="1344" y="1920"/>
            <a:chExt cx="4016" cy="417"/>
          </a:xfrm>
        </p:grpSpPr>
        <p:sp>
          <p:nvSpPr>
            <p:cNvPr id="202823" name="Oval 18">
              <a:extLst>
                <a:ext uri="{FF2B5EF4-FFF2-40B4-BE49-F238E27FC236}">
                  <a16:creationId xmlns:a16="http://schemas.microsoft.com/office/drawing/2014/main" id="{AB350729-2A8E-4F76-3C91-EB440144D6DA}"/>
                </a:ext>
              </a:extLst>
            </p:cNvPr>
            <p:cNvSpPr>
              <a:spLocks noChangeArrowheads="1"/>
            </p:cNvSpPr>
            <p:nvPr/>
          </p:nvSpPr>
          <p:spPr bwMode="auto">
            <a:xfrm>
              <a:off x="1344" y="2064"/>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S</a:t>
              </a:r>
            </a:p>
          </p:txBody>
        </p:sp>
        <p:sp>
          <p:nvSpPr>
            <p:cNvPr id="202824" name="Oval 19">
              <a:extLst>
                <a:ext uri="{FF2B5EF4-FFF2-40B4-BE49-F238E27FC236}">
                  <a16:creationId xmlns:a16="http://schemas.microsoft.com/office/drawing/2014/main" id="{DF1FA24A-62F5-CD69-69A0-BBCF84539A11}"/>
                </a:ext>
              </a:extLst>
            </p:cNvPr>
            <p:cNvSpPr>
              <a:spLocks noChangeArrowheads="1"/>
            </p:cNvSpPr>
            <p:nvPr/>
          </p:nvSpPr>
          <p:spPr bwMode="auto">
            <a:xfrm>
              <a:off x="5088" y="2064"/>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Z</a:t>
              </a:r>
            </a:p>
          </p:txBody>
        </p:sp>
        <p:sp>
          <p:nvSpPr>
            <p:cNvPr id="202825" name="Line 20">
              <a:extLst>
                <a:ext uri="{FF2B5EF4-FFF2-40B4-BE49-F238E27FC236}">
                  <a16:creationId xmlns:a16="http://schemas.microsoft.com/office/drawing/2014/main" id="{45A610CF-B9A9-076D-8079-8FF07DB4201A}"/>
                </a:ext>
              </a:extLst>
            </p:cNvPr>
            <p:cNvSpPr>
              <a:spLocks noChangeShapeType="1"/>
            </p:cNvSpPr>
            <p:nvPr/>
          </p:nvSpPr>
          <p:spPr bwMode="auto">
            <a:xfrm>
              <a:off x="1617" y="2200"/>
              <a:ext cx="875" cy="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26" name="Oval 21">
              <a:extLst>
                <a:ext uri="{FF2B5EF4-FFF2-40B4-BE49-F238E27FC236}">
                  <a16:creationId xmlns:a16="http://schemas.microsoft.com/office/drawing/2014/main" id="{1EC40454-61C0-4CCF-3692-FEA53D94E775}"/>
                </a:ext>
              </a:extLst>
            </p:cNvPr>
            <p:cNvSpPr>
              <a:spLocks noChangeArrowheads="1"/>
            </p:cNvSpPr>
            <p:nvPr/>
          </p:nvSpPr>
          <p:spPr bwMode="auto">
            <a:xfrm>
              <a:off x="2492" y="2064"/>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27" name="Text Box 22">
              <a:extLst>
                <a:ext uri="{FF2B5EF4-FFF2-40B4-BE49-F238E27FC236}">
                  <a16:creationId xmlns:a16="http://schemas.microsoft.com/office/drawing/2014/main" id="{AC5FD262-22E9-1A3B-67E4-5DD02E8DA57E}"/>
                </a:ext>
              </a:extLst>
            </p:cNvPr>
            <p:cNvSpPr txBox="1">
              <a:spLocks noChangeArrowheads="1"/>
            </p:cNvSpPr>
            <p:nvPr/>
          </p:nvSpPr>
          <p:spPr bwMode="auto">
            <a:xfrm>
              <a:off x="1676" y="1920"/>
              <a:ext cx="7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rPr>
                <a:t>(a|b)</a:t>
              </a:r>
              <a:r>
                <a:rPr kumimoji="1" lang="en-US" altLang="zh-CN" sz="2800" b="1" baseline="30000">
                  <a:solidFill>
                    <a:srgbClr val="000000"/>
                  </a:solidFill>
                  <a:latin typeface="Courier New" panose="02070309020205020404" pitchFamily="49" charset="0"/>
                  <a:cs typeface="Courier New" panose="02070309020205020404" pitchFamily="49" charset="0"/>
                  <a:sym typeface="Symbol" panose="05050102010706020507" pitchFamily="18" charset="2"/>
                </a:rPr>
                <a:t>*</a:t>
              </a:r>
            </a:p>
          </p:txBody>
        </p:sp>
      </p:grpSp>
      <p:sp>
        <p:nvSpPr>
          <p:cNvPr id="300055" name="Text Box 23">
            <a:extLst>
              <a:ext uri="{FF2B5EF4-FFF2-40B4-BE49-F238E27FC236}">
                <a16:creationId xmlns:a16="http://schemas.microsoft.com/office/drawing/2014/main" id="{EABCDA11-55DD-C8C0-8AD4-123AB4E70B2A}"/>
              </a:ext>
            </a:extLst>
          </p:cNvPr>
          <p:cNvSpPr txBox="1">
            <a:spLocks noChangeArrowheads="1"/>
          </p:cNvSpPr>
          <p:nvPr/>
        </p:nvSpPr>
        <p:spPr bwMode="auto">
          <a:xfrm>
            <a:off x="6172200" y="3048001"/>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a</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sp>
        <p:nvSpPr>
          <p:cNvPr id="300056" name="Oval 24">
            <a:extLst>
              <a:ext uri="{FF2B5EF4-FFF2-40B4-BE49-F238E27FC236}">
                <a16:creationId xmlns:a16="http://schemas.microsoft.com/office/drawing/2014/main" id="{A82F8860-7559-5DE5-097A-CC0ABD0F8671}"/>
              </a:ext>
            </a:extLst>
          </p:cNvPr>
          <p:cNvSpPr>
            <a:spLocks noChangeArrowheads="1"/>
          </p:cNvSpPr>
          <p:nvPr/>
        </p:nvSpPr>
        <p:spPr bwMode="auto">
          <a:xfrm>
            <a:off x="6858000" y="32766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300057" name="Line 25">
            <a:extLst>
              <a:ext uri="{FF2B5EF4-FFF2-40B4-BE49-F238E27FC236}">
                <a16:creationId xmlns:a16="http://schemas.microsoft.com/office/drawing/2014/main" id="{576A121B-6A73-A8BA-F47D-A11C2F8BF3FD}"/>
              </a:ext>
            </a:extLst>
          </p:cNvPr>
          <p:cNvSpPr>
            <a:spLocks noChangeShapeType="1"/>
          </p:cNvSpPr>
          <p:nvPr/>
        </p:nvSpPr>
        <p:spPr bwMode="auto">
          <a:xfrm>
            <a:off x="7321550" y="35052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58" name="Oval 26">
            <a:extLst>
              <a:ext uri="{FF2B5EF4-FFF2-40B4-BE49-F238E27FC236}">
                <a16:creationId xmlns:a16="http://schemas.microsoft.com/office/drawing/2014/main" id="{FD6A3D1F-2B27-7C0C-3770-0264627E8DFC}"/>
              </a:ext>
            </a:extLst>
          </p:cNvPr>
          <p:cNvSpPr>
            <a:spLocks noChangeArrowheads="1"/>
          </p:cNvSpPr>
          <p:nvPr/>
        </p:nvSpPr>
        <p:spPr bwMode="auto">
          <a:xfrm>
            <a:off x="8229600" y="32766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300059" name="Line 27">
            <a:extLst>
              <a:ext uri="{FF2B5EF4-FFF2-40B4-BE49-F238E27FC236}">
                <a16:creationId xmlns:a16="http://schemas.microsoft.com/office/drawing/2014/main" id="{BDFEDE1A-7D4B-90A0-F93C-30BFA0730D49}"/>
              </a:ext>
            </a:extLst>
          </p:cNvPr>
          <p:cNvSpPr>
            <a:spLocks noChangeShapeType="1"/>
          </p:cNvSpPr>
          <p:nvPr/>
        </p:nvSpPr>
        <p:spPr bwMode="auto">
          <a:xfrm>
            <a:off x="8693150" y="35052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60" name="Text Box 28">
            <a:extLst>
              <a:ext uri="{FF2B5EF4-FFF2-40B4-BE49-F238E27FC236}">
                <a16:creationId xmlns:a16="http://schemas.microsoft.com/office/drawing/2014/main" id="{333478FE-7D49-340F-BE43-7AC82B21D814}"/>
              </a:ext>
            </a:extLst>
          </p:cNvPr>
          <p:cNvSpPr txBox="1">
            <a:spLocks noChangeArrowheads="1"/>
          </p:cNvSpPr>
          <p:nvPr/>
        </p:nvSpPr>
        <p:spPr bwMode="auto">
          <a:xfrm>
            <a:off x="7543800" y="3048001"/>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sp>
        <p:nvSpPr>
          <p:cNvPr id="300061" name="Text Box 29">
            <a:extLst>
              <a:ext uri="{FF2B5EF4-FFF2-40B4-BE49-F238E27FC236}">
                <a16:creationId xmlns:a16="http://schemas.microsoft.com/office/drawing/2014/main" id="{4A97B868-DFF2-CD53-0800-F559EBF66445}"/>
              </a:ext>
            </a:extLst>
          </p:cNvPr>
          <p:cNvSpPr txBox="1">
            <a:spLocks noChangeArrowheads="1"/>
          </p:cNvSpPr>
          <p:nvPr/>
        </p:nvSpPr>
        <p:spPr bwMode="auto">
          <a:xfrm>
            <a:off x="8915400" y="3062288"/>
            <a:ext cx="45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nvGrpSpPr>
          <p:cNvPr id="3" name="Group 30">
            <a:extLst>
              <a:ext uri="{FF2B5EF4-FFF2-40B4-BE49-F238E27FC236}">
                <a16:creationId xmlns:a16="http://schemas.microsoft.com/office/drawing/2014/main" id="{CEC66AB9-B51A-514B-E9E2-61BCDE5ECA1E}"/>
              </a:ext>
            </a:extLst>
          </p:cNvPr>
          <p:cNvGrpSpPr>
            <a:grpSpLocks/>
          </p:cNvGrpSpPr>
          <p:nvPr/>
        </p:nvGrpSpPr>
        <p:grpSpPr bwMode="auto">
          <a:xfrm>
            <a:off x="3733800" y="4114800"/>
            <a:ext cx="6527800" cy="661988"/>
            <a:chOff x="1392" y="2592"/>
            <a:chExt cx="4112" cy="417"/>
          </a:xfrm>
        </p:grpSpPr>
        <p:sp>
          <p:nvSpPr>
            <p:cNvPr id="202809" name="Oval 31">
              <a:extLst>
                <a:ext uri="{FF2B5EF4-FFF2-40B4-BE49-F238E27FC236}">
                  <a16:creationId xmlns:a16="http://schemas.microsoft.com/office/drawing/2014/main" id="{37B4AD71-3079-BE86-5080-14AB48FF6E03}"/>
                </a:ext>
              </a:extLst>
            </p:cNvPr>
            <p:cNvSpPr>
              <a:spLocks noChangeArrowheads="1"/>
            </p:cNvSpPr>
            <p:nvPr/>
          </p:nvSpPr>
          <p:spPr bwMode="auto">
            <a:xfrm>
              <a:off x="5232" y="273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Z</a:t>
              </a:r>
            </a:p>
          </p:txBody>
        </p:sp>
        <p:sp>
          <p:nvSpPr>
            <p:cNvPr id="202810" name="Oval 32">
              <a:extLst>
                <a:ext uri="{FF2B5EF4-FFF2-40B4-BE49-F238E27FC236}">
                  <a16:creationId xmlns:a16="http://schemas.microsoft.com/office/drawing/2014/main" id="{D5720612-55D2-FA67-D300-0CD67DA1E765}"/>
                </a:ext>
              </a:extLst>
            </p:cNvPr>
            <p:cNvSpPr>
              <a:spLocks noChangeArrowheads="1"/>
            </p:cNvSpPr>
            <p:nvPr/>
          </p:nvSpPr>
          <p:spPr bwMode="auto">
            <a:xfrm>
              <a:off x="1392" y="2728"/>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S</a:t>
              </a:r>
            </a:p>
          </p:txBody>
        </p:sp>
        <p:grpSp>
          <p:nvGrpSpPr>
            <p:cNvPr id="202811" name="Group 33">
              <a:extLst>
                <a:ext uri="{FF2B5EF4-FFF2-40B4-BE49-F238E27FC236}">
                  <a16:creationId xmlns:a16="http://schemas.microsoft.com/office/drawing/2014/main" id="{55D3E8B5-5223-C337-D002-6C4CC7FAF9AA}"/>
                </a:ext>
              </a:extLst>
            </p:cNvPr>
            <p:cNvGrpSpPr>
              <a:grpSpLocks/>
            </p:cNvGrpSpPr>
            <p:nvPr/>
          </p:nvGrpSpPr>
          <p:grpSpPr bwMode="auto">
            <a:xfrm>
              <a:off x="3264" y="2592"/>
              <a:ext cx="672" cy="417"/>
              <a:chOff x="3312" y="3072"/>
              <a:chExt cx="672" cy="417"/>
            </a:xfrm>
          </p:grpSpPr>
          <p:sp>
            <p:nvSpPr>
              <p:cNvPr id="202820" name="Oval 34">
                <a:extLst>
                  <a:ext uri="{FF2B5EF4-FFF2-40B4-BE49-F238E27FC236}">
                    <a16:creationId xmlns:a16="http://schemas.microsoft.com/office/drawing/2014/main" id="{F817E606-8E98-717C-436C-79AF975501F4}"/>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21" name="Line 35">
                <a:extLst>
                  <a:ext uri="{FF2B5EF4-FFF2-40B4-BE49-F238E27FC236}">
                    <a16:creationId xmlns:a16="http://schemas.microsoft.com/office/drawing/2014/main" id="{0353B17B-7BBB-54DA-F452-4C62A319FAD0}"/>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22" name="Text Box 36">
                <a:extLst>
                  <a:ext uri="{FF2B5EF4-FFF2-40B4-BE49-F238E27FC236}">
                    <a16:creationId xmlns:a16="http://schemas.microsoft.com/office/drawing/2014/main" id="{85CB3B00-86D6-6781-5F62-09A164105432}"/>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a</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grpSp>
          <p:nvGrpSpPr>
            <p:cNvPr id="202812" name="Group 37">
              <a:extLst>
                <a:ext uri="{FF2B5EF4-FFF2-40B4-BE49-F238E27FC236}">
                  <a16:creationId xmlns:a16="http://schemas.microsoft.com/office/drawing/2014/main" id="{AF8C308E-B71F-4D7E-DC5C-B7A363ECA0AC}"/>
                </a:ext>
              </a:extLst>
            </p:cNvPr>
            <p:cNvGrpSpPr>
              <a:grpSpLocks/>
            </p:cNvGrpSpPr>
            <p:nvPr/>
          </p:nvGrpSpPr>
          <p:grpSpPr bwMode="auto">
            <a:xfrm>
              <a:off x="3936" y="2592"/>
              <a:ext cx="672" cy="417"/>
              <a:chOff x="3312" y="3072"/>
              <a:chExt cx="672" cy="417"/>
            </a:xfrm>
          </p:grpSpPr>
          <p:sp>
            <p:nvSpPr>
              <p:cNvPr id="202817" name="Oval 38">
                <a:extLst>
                  <a:ext uri="{FF2B5EF4-FFF2-40B4-BE49-F238E27FC236}">
                    <a16:creationId xmlns:a16="http://schemas.microsoft.com/office/drawing/2014/main" id="{3CA80E38-184A-3A2D-26C4-6C724B9695CD}"/>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18" name="Line 39">
                <a:extLst>
                  <a:ext uri="{FF2B5EF4-FFF2-40B4-BE49-F238E27FC236}">
                    <a16:creationId xmlns:a16="http://schemas.microsoft.com/office/drawing/2014/main" id="{11BE07AC-2674-EF2E-046F-65A9197C222F}"/>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19" name="Text Box 40">
                <a:extLst>
                  <a:ext uri="{FF2B5EF4-FFF2-40B4-BE49-F238E27FC236}">
                    <a16:creationId xmlns:a16="http://schemas.microsoft.com/office/drawing/2014/main" id="{CE8B8EFB-F6E7-2CC1-0311-0CC5BA8DAD20}"/>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grpSp>
          <p:nvGrpSpPr>
            <p:cNvPr id="202813" name="Group 41">
              <a:extLst>
                <a:ext uri="{FF2B5EF4-FFF2-40B4-BE49-F238E27FC236}">
                  <a16:creationId xmlns:a16="http://schemas.microsoft.com/office/drawing/2014/main" id="{8538323B-BDEF-B6C8-0316-E09B46709BE9}"/>
                </a:ext>
              </a:extLst>
            </p:cNvPr>
            <p:cNvGrpSpPr>
              <a:grpSpLocks/>
            </p:cNvGrpSpPr>
            <p:nvPr/>
          </p:nvGrpSpPr>
          <p:grpSpPr bwMode="auto">
            <a:xfrm>
              <a:off x="4560" y="2592"/>
              <a:ext cx="672" cy="417"/>
              <a:chOff x="3312" y="3072"/>
              <a:chExt cx="672" cy="417"/>
            </a:xfrm>
          </p:grpSpPr>
          <p:sp>
            <p:nvSpPr>
              <p:cNvPr id="202814" name="Oval 42">
                <a:extLst>
                  <a:ext uri="{FF2B5EF4-FFF2-40B4-BE49-F238E27FC236}">
                    <a16:creationId xmlns:a16="http://schemas.microsoft.com/office/drawing/2014/main" id="{E58C9171-4B1D-A7B0-A6DE-D953952DFFBD}"/>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15" name="Line 43">
                <a:extLst>
                  <a:ext uri="{FF2B5EF4-FFF2-40B4-BE49-F238E27FC236}">
                    <a16:creationId xmlns:a16="http://schemas.microsoft.com/office/drawing/2014/main" id="{0857C862-524C-26E6-B464-D7E74D90649B}"/>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16" name="Text Box 44">
                <a:extLst>
                  <a:ext uri="{FF2B5EF4-FFF2-40B4-BE49-F238E27FC236}">
                    <a16:creationId xmlns:a16="http://schemas.microsoft.com/office/drawing/2014/main" id="{1F4E5C78-69B3-6C61-325F-0C036D58367B}"/>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grpSp>
      <p:sp>
        <p:nvSpPr>
          <p:cNvPr id="300080" name="Oval 48">
            <a:extLst>
              <a:ext uri="{FF2B5EF4-FFF2-40B4-BE49-F238E27FC236}">
                <a16:creationId xmlns:a16="http://schemas.microsoft.com/office/drawing/2014/main" id="{80223C2C-5F41-C789-7559-07605EC9D68E}"/>
              </a:ext>
            </a:extLst>
          </p:cNvPr>
          <p:cNvSpPr>
            <a:spLocks noChangeArrowheads="1"/>
          </p:cNvSpPr>
          <p:nvPr/>
        </p:nvSpPr>
        <p:spPr bwMode="auto">
          <a:xfrm>
            <a:off x="4706938" y="4343400"/>
            <a:ext cx="431800" cy="433388"/>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300081" name="Line 49">
            <a:extLst>
              <a:ext uri="{FF2B5EF4-FFF2-40B4-BE49-F238E27FC236}">
                <a16:creationId xmlns:a16="http://schemas.microsoft.com/office/drawing/2014/main" id="{2141F4FD-6351-3973-8A2A-14585E5575FC}"/>
              </a:ext>
            </a:extLst>
          </p:cNvPr>
          <p:cNvSpPr>
            <a:spLocks noChangeShapeType="1"/>
          </p:cNvSpPr>
          <p:nvPr/>
        </p:nvSpPr>
        <p:spPr bwMode="auto">
          <a:xfrm>
            <a:off x="4173538" y="4572000"/>
            <a:ext cx="533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83" name="Text Box 51">
            <a:extLst>
              <a:ext uri="{FF2B5EF4-FFF2-40B4-BE49-F238E27FC236}">
                <a16:creationId xmlns:a16="http://schemas.microsoft.com/office/drawing/2014/main" id="{033417F0-7946-66CA-9EBA-5E1FA8BD1433}"/>
              </a:ext>
            </a:extLst>
          </p:cNvPr>
          <p:cNvSpPr txBox="1">
            <a:spLocks noChangeArrowheads="1"/>
          </p:cNvSpPr>
          <p:nvPr/>
        </p:nvSpPr>
        <p:spPr bwMode="auto">
          <a:xfrm>
            <a:off x="4079875" y="40767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sym typeface="Symbol" panose="05050102010706020507" pitchFamily="18" charset="2"/>
              </a:rPr>
              <a:t></a:t>
            </a:r>
          </a:p>
        </p:txBody>
      </p:sp>
      <p:sp>
        <p:nvSpPr>
          <p:cNvPr id="202779" name="Text Box 52">
            <a:extLst>
              <a:ext uri="{FF2B5EF4-FFF2-40B4-BE49-F238E27FC236}">
                <a16:creationId xmlns:a16="http://schemas.microsoft.com/office/drawing/2014/main" id="{EA840F91-F559-4E2B-9F11-A709836AA61B}"/>
              </a:ext>
            </a:extLst>
          </p:cNvPr>
          <p:cNvSpPr txBox="1">
            <a:spLocks noChangeArrowheads="1"/>
          </p:cNvSpPr>
          <p:nvPr/>
        </p:nvSpPr>
        <p:spPr bwMode="auto">
          <a:xfrm>
            <a:off x="5608638" y="4114800"/>
            <a:ext cx="933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aseline="-25000">
              <a:solidFill>
                <a:srgbClr val="000000"/>
              </a:solidFill>
              <a:latin typeface="Tahoma" panose="020B0604030504040204" pitchFamily="34" charset="0"/>
              <a:sym typeface="Symbol" panose="05050102010706020507" pitchFamily="18" charset="2"/>
            </a:endParaRPr>
          </a:p>
        </p:txBody>
      </p:sp>
      <p:sp>
        <p:nvSpPr>
          <p:cNvPr id="300086" name="Line 54">
            <a:extLst>
              <a:ext uri="{FF2B5EF4-FFF2-40B4-BE49-F238E27FC236}">
                <a16:creationId xmlns:a16="http://schemas.microsoft.com/office/drawing/2014/main" id="{1B477CCC-FDDA-86A6-E3A6-1E811790E56F}"/>
              </a:ext>
            </a:extLst>
          </p:cNvPr>
          <p:cNvSpPr>
            <a:spLocks noChangeShapeType="1"/>
          </p:cNvSpPr>
          <p:nvPr/>
        </p:nvSpPr>
        <p:spPr bwMode="auto">
          <a:xfrm>
            <a:off x="5164139" y="4572001"/>
            <a:ext cx="1508125" cy="95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300087" name="Text Box 55">
            <a:extLst>
              <a:ext uri="{FF2B5EF4-FFF2-40B4-BE49-F238E27FC236}">
                <a16:creationId xmlns:a16="http://schemas.microsoft.com/office/drawing/2014/main" id="{3FED5739-D008-1050-64DA-58B1BE05865F}"/>
              </a:ext>
            </a:extLst>
          </p:cNvPr>
          <p:cNvSpPr txBox="1">
            <a:spLocks noChangeArrowheads="1"/>
          </p:cNvSpPr>
          <p:nvPr/>
        </p:nvSpPr>
        <p:spPr bwMode="auto">
          <a:xfrm>
            <a:off x="5943600" y="4114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sym typeface="Symbol" panose="05050102010706020507" pitchFamily="18" charset="2"/>
              </a:rPr>
              <a:t></a:t>
            </a:r>
          </a:p>
        </p:txBody>
      </p:sp>
      <p:cxnSp>
        <p:nvCxnSpPr>
          <p:cNvPr id="300088" name="AutoShape 56">
            <a:extLst>
              <a:ext uri="{FF2B5EF4-FFF2-40B4-BE49-F238E27FC236}">
                <a16:creationId xmlns:a16="http://schemas.microsoft.com/office/drawing/2014/main" id="{833197A0-2D78-00A7-8F05-62B3531AC2C4}"/>
              </a:ext>
            </a:extLst>
          </p:cNvPr>
          <p:cNvCxnSpPr>
            <a:cxnSpLocks noChangeShapeType="1"/>
            <a:stCxn id="300080" idx="7"/>
            <a:endCxn id="300080" idx="0"/>
          </p:cNvCxnSpPr>
          <p:nvPr/>
        </p:nvCxnSpPr>
        <p:spPr bwMode="auto">
          <a:xfrm rot="5400000" flipH="1">
            <a:off x="4967288" y="4298950"/>
            <a:ext cx="63500" cy="152400"/>
          </a:xfrm>
          <a:prstGeom prst="curvedConnector3">
            <a:avLst>
              <a:gd name="adj1" fmla="val 1195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00090" name="Text Box 58">
            <a:extLst>
              <a:ext uri="{FF2B5EF4-FFF2-40B4-BE49-F238E27FC236}">
                <a16:creationId xmlns:a16="http://schemas.microsoft.com/office/drawing/2014/main" id="{278878F2-3CC5-152A-D6A5-9D5213353289}"/>
              </a:ext>
            </a:extLst>
          </p:cNvPr>
          <p:cNvSpPr txBox="1">
            <a:spLocks noChangeArrowheads="1"/>
          </p:cNvSpPr>
          <p:nvPr/>
        </p:nvSpPr>
        <p:spPr bwMode="auto">
          <a:xfrm>
            <a:off x="5087938" y="378936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ahoma" panose="020B0604030504040204" pitchFamily="34" charset="0"/>
                <a:sym typeface="Symbol" panose="05050102010706020507" pitchFamily="18" charset="2"/>
              </a:rPr>
              <a:t>a|b</a:t>
            </a:r>
          </a:p>
        </p:txBody>
      </p:sp>
      <p:cxnSp>
        <p:nvCxnSpPr>
          <p:cNvPr id="300130" name="AutoShape 98">
            <a:extLst>
              <a:ext uri="{FF2B5EF4-FFF2-40B4-BE49-F238E27FC236}">
                <a16:creationId xmlns:a16="http://schemas.microsoft.com/office/drawing/2014/main" id="{40605862-CE52-EEE8-1A6F-B2D4EB47E1ED}"/>
              </a:ext>
            </a:extLst>
          </p:cNvPr>
          <p:cNvCxnSpPr>
            <a:cxnSpLocks noChangeShapeType="1"/>
            <a:stCxn id="202793" idx="7"/>
            <a:endCxn id="202793" idx="0"/>
          </p:cNvCxnSpPr>
          <p:nvPr/>
        </p:nvCxnSpPr>
        <p:spPr bwMode="auto">
          <a:xfrm rot="5400000" flipH="1">
            <a:off x="4926013" y="5492750"/>
            <a:ext cx="63500" cy="152400"/>
          </a:xfrm>
          <a:prstGeom prst="curvedConnector3">
            <a:avLst>
              <a:gd name="adj1" fmla="val 46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00131" name="Text Box 99">
            <a:extLst>
              <a:ext uri="{FF2B5EF4-FFF2-40B4-BE49-F238E27FC236}">
                <a16:creationId xmlns:a16="http://schemas.microsoft.com/office/drawing/2014/main" id="{532DDFF3-E2CD-D075-F46D-6A0AD4C0773D}"/>
              </a:ext>
            </a:extLst>
          </p:cNvPr>
          <p:cNvSpPr txBox="1">
            <a:spLocks noChangeArrowheads="1"/>
          </p:cNvSpPr>
          <p:nvPr/>
        </p:nvSpPr>
        <p:spPr bwMode="auto">
          <a:xfrm>
            <a:off x="4800600" y="5013325"/>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ahoma" panose="020B0604030504040204" pitchFamily="34" charset="0"/>
                <a:sym typeface="Symbol" panose="05050102010706020507" pitchFamily="18" charset="2"/>
              </a:rPr>
              <a:t>a</a:t>
            </a:r>
          </a:p>
        </p:txBody>
      </p:sp>
      <p:cxnSp>
        <p:nvCxnSpPr>
          <p:cNvPr id="300132" name="AutoShape 100">
            <a:extLst>
              <a:ext uri="{FF2B5EF4-FFF2-40B4-BE49-F238E27FC236}">
                <a16:creationId xmlns:a16="http://schemas.microsoft.com/office/drawing/2014/main" id="{17F5044B-939F-2A04-B8B2-3861A676FCE3}"/>
              </a:ext>
            </a:extLst>
          </p:cNvPr>
          <p:cNvCxnSpPr>
            <a:cxnSpLocks noChangeShapeType="1"/>
          </p:cNvCxnSpPr>
          <p:nvPr/>
        </p:nvCxnSpPr>
        <p:spPr bwMode="auto">
          <a:xfrm rot="5400000" flipH="1">
            <a:off x="4845050" y="5905500"/>
            <a:ext cx="63500" cy="152400"/>
          </a:xfrm>
          <a:prstGeom prst="curvedConnector3">
            <a:avLst>
              <a:gd name="adj1" fmla="val -123750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00133" name="Text Box 101">
            <a:extLst>
              <a:ext uri="{FF2B5EF4-FFF2-40B4-BE49-F238E27FC236}">
                <a16:creationId xmlns:a16="http://schemas.microsoft.com/office/drawing/2014/main" id="{1029749F-CBA7-836E-4004-683728C8C7DC}"/>
              </a:ext>
            </a:extLst>
          </p:cNvPr>
          <p:cNvSpPr txBox="1">
            <a:spLocks noChangeArrowheads="1"/>
          </p:cNvSpPr>
          <p:nvPr/>
        </p:nvSpPr>
        <p:spPr bwMode="auto">
          <a:xfrm>
            <a:off x="4656138" y="6092825"/>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a:solidFill>
                  <a:srgbClr val="000000"/>
                </a:solidFill>
                <a:latin typeface="Tahoma" panose="020B0604030504040204" pitchFamily="34" charset="0"/>
                <a:sym typeface="Symbol" panose="05050102010706020507" pitchFamily="18" charset="2"/>
              </a:rPr>
              <a:t>b</a:t>
            </a:r>
          </a:p>
        </p:txBody>
      </p:sp>
      <p:grpSp>
        <p:nvGrpSpPr>
          <p:cNvPr id="7" name="Group 103">
            <a:extLst>
              <a:ext uri="{FF2B5EF4-FFF2-40B4-BE49-F238E27FC236}">
                <a16:creationId xmlns:a16="http://schemas.microsoft.com/office/drawing/2014/main" id="{A8BCD38F-7B9E-8F4B-3567-92D07D81E96F}"/>
              </a:ext>
            </a:extLst>
          </p:cNvPr>
          <p:cNvGrpSpPr>
            <a:grpSpLocks/>
          </p:cNvGrpSpPr>
          <p:nvPr/>
        </p:nvGrpSpPr>
        <p:grpSpPr bwMode="auto">
          <a:xfrm>
            <a:off x="3719514" y="5308600"/>
            <a:ext cx="6542087" cy="687388"/>
            <a:chOff x="1383" y="3344"/>
            <a:chExt cx="4121" cy="433"/>
          </a:xfrm>
        </p:grpSpPr>
        <p:sp>
          <p:nvSpPr>
            <p:cNvPr id="202789" name="Oval 65">
              <a:extLst>
                <a:ext uri="{FF2B5EF4-FFF2-40B4-BE49-F238E27FC236}">
                  <a16:creationId xmlns:a16="http://schemas.microsoft.com/office/drawing/2014/main" id="{7079AC1D-8524-FFBF-183E-544807589C16}"/>
                </a:ext>
              </a:extLst>
            </p:cNvPr>
            <p:cNvSpPr>
              <a:spLocks noChangeArrowheads="1"/>
            </p:cNvSpPr>
            <p:nvPr/>
          </p:nvSpPr>
          <p:spPr bwMode="auto">
            <a:xfrm>
              <a:off x="5232" y="3504"/>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Z</a:t>
              </a:r>
            </a:p>
          </p:txBody>
        </p:sp>
        <p:grpSp>
          <p:nvGrpSpPr>
            <p:cNvPr id="202790" name="Group 74">
              <a:extLst>
                <a:ext uri="{FF2B5EF4-FFF2-40B4-BE49-F238E27FC236}">
                  <a16:creationId xmlns:a16="http://schemas.microsoft.com/office/drawing/2014/main" id="{7BC99229-B2CF-B5C3-9353-DAA0F5E616C3}"/>
                </a:ext>
              </a:extLst>
            </p:cNvPr>
            <p:cNvGrpSpPr>
              <a:grpSpLocks/>
            </p:cNvGrpSpPr>
            <p:nvPr/>
          </p:nvGrpSpPr>
          <p:grpSpPr bwMode="auto">
            <a:xfrm>
              <a:off x="3264" y="3360"/>
              <a:ext cx="672" cy="417"/>
              <a:chOff x="3312" y="3072"/>
              <a:chExt cx="672" cy="417"/>
            </a:xfrm>
          </p:grpSpPr>
          <p:sp>
            <p:nvSpPr>
              <p:cNvPr id="202806" name="Oval 75">
                <a:extLst>
                  <a:ext uri="{FF2B5EF4-FFF2-40B4-BE49-F238E27FC236}">
                    <a16:creationId xmlns:a16="http://schemas.microsoft.com/office/drawing/2014/main" id="{1B4693C7-6519-394A-16EF-F51749E622E7}"/>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07" name="Line 76">
                <a:extLst>
                  <a:ext uri="{FF2B5EF4-FFF2-40B4-BE49-F238E27FC236}">
                    <a16:creationId xmlns:a16="http://schemas.microsoft.com/office/drawing/2014/main" id="{6FD98AF2-6F4E-61CE-E4E3-5CF907D46690}"/>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08" name="Text Box 77">
                <a:extLst>
                  <a:ext uri="{FF2B5EF4-FFF2-40B4-BE49-F238E27FC236}">
                    <a16:creationId xmlns:a16="http://schemas.microsoft.com/office/drawing/2014/main" id="{85F13712-3F4F-213E-C9AC-722A9747A7FD}"/>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a</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grpSp>
          <p:nvGrpSpPr>
            <p:cNvPr id="202791" name="Group 78">
              <a:extLst>
                <a:ext uri="{FF2B5EF4-FFF2-40B4-BE49-F238E27FC236}">
                  <a16:creationId xmlns:a16="http://schemas.microsoft.com/office/drawing/2014/main" id="{2B5E2DC1-9377-4EB9-4EB1-0D35A405B34D}"/>
                </a:ext>
              </a:extLst>
            </p:cNvPr>
            <p:cNvGrpSpPr>
              <a:grpSpLocks/>
            </p:cNvGrpSpPr>
            <p:nvPr/>
          </p:nvGrpSpPr>
          <p:grpSpPr bwMode="auto">
            <a:xfrm>
              <a:off x="3936" y="3360"/>
              <a:ext cx="672" cy="417"/>
              <a:chOff x="3312" y="3072"/>
              <a:chExt cx="672" cy="417"/>
            </a:xfrm>
          </p:grpSpPr>
          <p:sp>
            <p:nvSpPr>
              <p:cNvPr id="202803" name="Oval 79">
                <a:extLst>
                  <a:ext uri="{FF2B5EF4-FFF2-40B4-BE49-F238E27FC236}">
                    <a16:creationId xmlns:a16="http://schemas.microsoft.com/office/drawing/2014/main" id="{884A9194-89B9-83A3-7CFB-297338D78D9B}"/>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04" name="Line 80">
                <a:extLst>
                  <a:ext uri="{FF2B5EF4-FFF2-40B4-BE49-F238E27FC236}">
                    <a16:creationId xmlns:a16="http://schemas.microsoft.com/office/drawing/2014/main" id="{4B93F1C8-C57F-DB42-E70D-B7F759623DE0}"/>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05" name="Text Box 81">
                <a:extLst>
                  <a:ext uri="{FF2B5EF4-FFF2-40B4-BE49-F238E27FC236}">
                    <a16:creationId xmlns:a16="http://schemas.microsoft.com/office/drawing/2014/main" id="{8357CB26-4FB4-CC46-6ACF-8C02E817AA4B}"/>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grpSp>
          <p:nvGrpSpPr>
            <p:cNvPr id="202792" name="Group 82">
              <a:extLst>
                <a:ext uri="{FF2B5EF4-FFF2-40B4-BE49-F238E27FC236}">
                  <a16:creationId xmlns:a16="http://schemas.microsoft.com/office/drawing/2014/main" id="{AAE47542-A8BD-8BB5-0C3F-18EA9378EC85}"/>
                </a:ext>
              </a:extLst>
            </p:cNvPr>
            <p:cNvGrpSpPr>
              <a:grpSpLocks/>
            </p:cNvGrpSpPr>
            <p:nvPr/>
          </p:nvGrpSpPr>
          <p:grpSpPr bwMode="auto">
            <a:xfrm>
              <a:off x="4560" y="3360"/>
              <a:ext cx="672" cy="417"/>
              <a:chOff x="3312" y="3072"/>
              <a:chExt cx="672" cy="417"/>
            </a:xfrm>
          </p:grpSpPr>
          <p:sp>
            <p:nvSpPr>
              <p:cNvPr id="202800" name="Oval 83">
                <a:extLst>
                  <a:ext uri="{FF2B5EF4-FFF2-40B4-BE49-F238E27FC236}">
                    <a16:creationId xmlns:a16="http://schemas.microsoft.com/office/drawing/2014/main" id="{781F978F-87C9-61C7-75BE-803219B829CB}"/>
                  </a:ext>
                </a:extLst>
              </p:cNvPr>
              <p:cNvSpPr>
                <a:spLocks noChangeArrowheads="1"/>
              </p:cNvSpPr>
              <p:nvPr/>
            </p:nvSpPr>
            <p:spPr bwMode="auto">
              <a:xfrm>
                <a:off x="3312" y="3216"/>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801" name="Line 84">
                <a:extLst>
                  <a:ext uri="{FF2B5EF4-FFF2-40B4-BE49-F238E27FC236}">
                    <a16:creationId xmlns:a16="http://schemas.microsoft.com/office/drawing/2014/main" id="{9AFF7D81-968A-6650-25E7-7196C205ED9D}"/>
                  </a:ext>
                </a:extLst>
              </p:cNvPr>
              <p:cNvSpPr>
                <a:spLocks noChangeShapeType="1"/>
              </p:cNvSpPr>
              <p:nvPr/>
            </p:nvSpPr>
            <p:spPr bwMode="auto">
              <a:xfrm>
                <a:off x="3604" y="3360"/>
                <a:ext cx="3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802" name="Text Box 85">
                <a:extLst>
                  <a:ext uri="{FF2B5EF4-FFF2-40B4-BE49-F238E27FC236}">
                    <a16:creationId xmlns:a16="http://schemas.microsoft.com/office/drawing/2014/main" id="{9F31A0AE-78BB-5A67-DA36-30D006F6A96B}"/>
                  </a:ext>
                </a:extLst>
              </p:cNvPr>
              <p:cNvSpPr txBox="1">
                <a:spLocks noChangeArrowheads="1"/>
              </p:cNvSpPr>
              <p:nvPr/>
            </p:nvSpPr>
            <p:spPr bwMode="auto">
              <a:xfrm>
                <a:off x="3600" y="307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800">
                    <a:solidFill>
                      <a:srgbClr val="000000"/>
                    </a:solidFill>
                    <a:latin typeface="Tahoma" panose="020B0604030504040204" pitchFamily="34" charset="0"/>
                    <a:sym typeface="Symbol" panose="05050102010706020507" pitchFamily="18" charset="2"/>
                  </a:rPr>
                  <a:t>b</a:t>
                </a:r>
                <a:endParaRPr kumimoji="1" lang="en-US" altLang="zh-CN" sz="2800" baseline="-25000">
                  <a:solidFill>
                    <a:srgbClr val="000000"/>
                  </a:solidFill>
                  <a:latin typeface="Tahoma" panose="020B0604030504040204" pitchFamily="34" charset="0"/>
                  <a:sym typeface="Symbol" panose="05050102010706020507" pitchFamily="18" charset="2"/>
                </a:endParaRPr>
              </a:p>
            </p:txBody>
          </p:sp>
        </p:grpSp>
        <p:sp>
          <p:nvSpPr>
            <p:cNvPr id="202793" name="Oval 92">
              <a:extLst>
                <a:ext uri="{FF2B5EF4-FFF2-40B4-BE49-F238E27FC236}">
                  <a16:creationId xmlns:a16="http://schemas.microsoft.com/office/drawing/2014/main" id="{97DBBFB7-7C35-1DCD-E530-D0C76FE196C5}"/>
                </a:ext>
              </a:extLst>
            </p:cNvPr>
            <p:cNvSpPr>
              <a:spLocks noChangeArrowheads="1"/>
            </p:cNvSpPr>
            <p:nvPr/>
          </p:nvSpPr>
          <p:spPr bwMode="auto">
            <a:xfrm>
              <a:off x="1979" y="3488"/>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1">
                <a:solidFill>
                  <a:srgbClr val="000000"/>
                </a:solidFill>
                <a:latin typeface="Tahoma" panose="020B0604030504040204" pitchFamily="34" charset="0"/>
              </a:endParaRPr>
            </a:p>
          </p:txBody>
        </p:sp>
        <p:sp>
          <p:nvSpPr>
            <p:cNvPr id="202794" name="Line 93">
              <a:extLst>
                <a:ext uri="{FF2B5EF4-FFF2-40B4-BE49-F238E27FC236}">
                  <a16:creationId xmlns:a16="http://schemas.microsoft.com/office/drawing/2014/main" id="{FB211345-4F73-C9BC-D5E3-13524D85952B}"/>
                </a:ext>
              </a:extLst>
            </p:cNvPr>
            <p:cNvSpPr>
              <a:spLocks noChangeShapeType="1"/>
            </p:cNvSpPr>
            <p:nvPr/>
          </p:nvSpPr>
          <p:spPr bwMode="auto">
            <a:xfrm>
              <a:off x="1643" y="3632"/>
              <a:ext cx="33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795" name="Text Box 94">
              <a:extLst>
                <a:ext uri="{FF2B5EF4-FFF2-40B4-BE49-F238E27FC236}">
                  <a16:creationId xmlns:a16="http://schemas.microsoft.com/office/drawing/2014/main" id="{0F5397F2-0E97-9BC4-02B3-2597A4696124}"/>
                </a:ext>
              </a:extLst>
            </p:cNvPr>
            <p:cNvSpPr txBox="1">
              <a:spLocks noChangeArrowheads="1"/>
            </p:cNvSpPr>
            <p:nvPr/>
          </p:nvSpPr>
          <p:spPr bwMode="auto">
            <a:xfrm>
              <a:off x="1595" y="33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sym typeface="Symbol" panose="05050102010706020507" pitchFamily="18" charset="2"/>
                </a:rPr>
                <a:t></a:t>
              </a:r>
            </a:p>
          </p:txBody>
        </p:sp>
        <p:sp>
          <p:nvSpPr>
            <p:cNvPr id="202796" name="Text Box 95">
              <a:extLst>
                <a:ext uri="{FF2B5EF4-FFF2-40B4-BE49-F238E27FC236}">
                  <a16:creationId xmlns:a16="http://schemas.microsoft.com/office/drawing/2014/main" id="{AE035AA8-D804-9F8D-C993-8451C9CE4331}"/>
                </a:ext>
              </a:extLst>
            </p:cNvPr>
            <p:cNvSpPr txBox="1">
              <a:spLocks noChangeArrowheads="1"/>
            </p:cNvSpPr>
            <p:nvPr/>
          </p:nvSpPr>
          <p:spPr bwMode="auto">
            <a:xfrm>
              <a:off x="2547" y="3344"/>
              <a:ext cx="5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kumimoji="1" lang="zh-CN" altLang="zh-CN" sz="2400" baseline="-25000">
                <a:solidFill>
                  <a:srgbClr val="000000"/>
                </a:solidFill>
                <a:latin typeface="Tahoma" panose="020B0604030504040204" pitchFamily="34" charset="0"/>
                <a:sym typeface="Symbol" panose="05050102010706020507" pitchFamily="18" charset="2"/>
              </a:endParaRPr>
            </a:p>
          </p:txBody>
        </p:sp>
        <p:sp>
          <p:nvSpPr>
            <p:cNvPr id="202797" name="Line 96">
              <a:extLst>
                <a:ext uri="{FF2B5EF4-FFF2-40B4-BE49-F238E27FC236}">
                  <a16:creationId xmlns:a16="http://schemas.microsoft.com/office/drawing/2014/main" id="{EB870425-5168-C16E-2184-040DDE7CE2E9}"/>
                </a:ext>
              </a:extLst>
            </p:cNvPr>
            <p:cNvSpPr>
              <a:spLocks noChangeShapeType="1"/>
            </p:cNvSpPr>
            <p:nvPr/>
          </p:nvSpPr>
          <p:spPr bwMode="auto">
            <a:xfrm>
              <a:off x="2267" y="3632"/>
              <a:ext cx="995" cy="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2798" name="Text Box 97">
              <a:extLst>
                <a:ext uri="{FF2B5EF4-FFF2-40B4-BE49-F238E27FC236}">
                  <a16:creationId xmlns:a16="http://schemas.microsoft.com/office/drawing/2014/main" id="{726E06DF-E305-1266-78E7-EB71E82F907B}"/>
                </a:ext>
              </a:extLst>
            </p:cNvPr>
            <p:cNvSpPr txBox="1">
              <a:spLocks noChangeArrowheads="1"/>
            </p:cNvSpPr>
            <p:nvPr/>
          </p:nvSpPr>
          <p:spPr bwMode="auto">
            <a:xfrm>
              <a:off x="2758" y="33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sym typeface="Symbol" panose="05050102010706020507" pitchFamily="18" charset="2"/>
                </a:rPr>
                <a:t></a:t>
              </a:r>
            </a:p>
          </p:txBody>
        </p:sp>
        <p:sp>
          <p:nvSpPr>
            <p:cNvPr id="202799" name="Oval 102">
              <a:extLst>
                <a:ext uri="{FF2B5EF4-FFF2-40B4-BE49-F238E27FC236}">
                  <a16:creationId xmlns:a16="http://schemas.microsoft.com/office/drawing/2014/main" id="{73282D1F-74B1-8253-0913-9BEE6BAC2B1E}"/>
                </a:ext>
              </a:extLst>
            </p:cNvPr>
            <p:cNvSpPr>
              <a:spLocks noChangeArrowheads="1"/>
            </p:cNvSpPr>
            <p:nvPr/>
          </p:nvSpPr>
          <p:spPr bwMode="auto">
            <a:xfrm>
              <a:off x="1383" y="3475"/>
              <a:ext cx="272" cy="273"/>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400" b="1">
                  <a:solidFill>
                    <a:srgbClr val="000000"/>
                  </a:solidFill>
                  <a:latin typeface="Tahoma" panose="020B0604030504040204" pitchFamily="34" charset="0"/>
                </a:rPr>
                <a:t>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000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00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0003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0004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0004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000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0004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0004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0004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0004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30004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30005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30005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30004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300055"/>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30005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30006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499"/>
                                          </p:stCondLst>
                                        </p:cTn>
                                        <p:tgtEl>
                                          <p:spTgt spid="300059"/>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30006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3"/>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30008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30008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00086"/>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30008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00083"/>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300088"/>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300090"/>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0"/>
                                          </p:stCondLst>
                                        </p:cTn>
                                        <p:tgtEl>
                                          <p:spTgt spid="300130"/>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300131"/>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300132"/>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00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7" grpId="0" animBg="1" autoUpdateAnimBg="0"/>
      <p:bldP spid="300038" grpId="0" animBg="1" autoUpdateAnimBg="0"/>
      <p:bldP spid="300040" grpId="0" autoUpdateAnimBg="0"/>
      <p:bldP spid="300041" grpId="0" animBg="1" autoUpdateAnimBg="0"/>
      <p:bldP spid="300042" grpId="0" animBg="1" autoUpdateAnimBg="0"/>
      <p:bldP spid="300043" grpId="0" animBg="1" autoUpdateAnimBg="0"/>
      <p:bldP spid="300046" grpId="0" autoUpdateAnimBg="0"/>
      <p:bldP spid="300047" grpId="0" autoUpdateAnimBg="0"/>
      <p:bldP spid="300055" grpId="0" autoUpdateAnimBg="0"/>
      <p:bldP spid="300056" grpId="0" animBg="1" autoUpdateAnimBg="0"/>
      <p:bldP spid="300058" grpId="0" animBg="1" autoUpdateAnimBg="0"/>
      <p:bldP spid="300060" grpId="0" autoUpdateAnimBg="0"/>
      <p:bldP spid="300061" grpId="0" autoUpdateAnimBg="0"/>
      <p:bldP spid="300080" grpId="0" animBg="1"/>
      <p:bldP spid="300083" grpId="0"/>
      <p:bldP spid="300087" grpId="0"/>
      <p:bldP spid="300090" grpId="0"/>
      <p:bldP spid="300131" grpId="0"/>
      <p:bldP spid="30013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77E98693-A384-0088-536D-87D518A28FC0}"/>
              </a:ext>
            </a:extLst>
          </p:cNvPr>
          <p:cNvGrpSpPr>
            <a:grpSpLocks/>
          </p:cNvGrpSpPr>
          <p:nvPr/>
        </p:nvGrpSpPr>
        <p:grpSpPr bwMode="auto">
          <a:xfrm>
            <a:off x="2279650" y="692151"/>
            <a:ext cx="7704138" cy="1008063"/>
            <a:chOff x="249" y="1162"/>
            <a:chExt cx="5353" cy="2903"/>
          </a:xfrm>
        </p:grpSpPr>
        <p:grpSp>
          <p:nvGrpSpPr>
            <p:cNvPr id="203823" name="Group 4">
              <a:extLst>
                <a:ext uri="{FF2B5EF4-FFF2-40B4-BE49-F238E27FC236}">
                  <a16:creationId xmlns:a16="http://schemas.microsoft.com/office/drawing/2014/main" id="{ED88998D-0985-D1F8-A069-0D994663517B}"/>
                </a:ext>
              </a:extLst>
            </p:cNvPr>
            <p:cNvGrpSpPr>
              <a:grpSpLocks/>
            </p:cNvGrpSpPr>
            <p:nvPr/>
          </p:nvGrpSpPr>
          <p:grpSpPr bwMode="auto">
            <a:xfrm>
              <a:off x="249" y="1162"/>
              <a:ext cx="5353" cy="2903"/>
              <a:chOff x="720" y="480"/>
              <a:chExt cx="4224" cy="1390"/>
            </a:xfrm>
          </p:grpSpPr>
          <p:graphicFrame>
            <p:nvGraphicFramePr>
              <p:cNvPr id="203825" name="Object 5">
                <a:extLst>
                  <a:ext uri="{FF2B5EF4-FFF2-40B4-BE49-F238E27FC236}">
                    <a16:creationId xmlns:a16="http://schemas.microsoft.com/office/drawing/2014/main" id="{F0CE92F8-1BB9-5C4C-8321-62FBD881BBE4}"/>
                  </a:ext>
                </a:extLst>
              </p:cNvPr>
              <p:cNvGraphicFramePr>
                <a:graphicFrameLocks noChangeAspect="1"/>
              </p:cNvGraphicFramePr>
              <p:nvPr/>
            </p:nvGraphicFramePr>
            <p:xfrm>
              <a:off x="720" y="480"/>
              <a:ext cx="4224" cy="1390"/>
            </p:xfrm>
            <a:graphic>
              <a:graphicData uri="http://schemas.openxmlformats.org/presentationml/2006/ole">
                <mc:AlternateContent xmlns:mc="http://schemas.openxmlformats.org/markup-compatibility/2006">
                  <mc:Choice xmlns:v="urn:schemas-microsoft-com:vml" Requires="v">
                    <p:oleObj name="Image" r:id="rId2" imgW="7580952" imgH="2768254" progId="">
                      <p:embed/>
                    </p:oleObj>
                  </mc:Choice>
                  <mc:Fallback>
                    <p:oleObj name="Image" r:id="rId2" imgW="7580952" imgH="2768254" progId="">
                      <p:embed/>
                      <p:pic>
                        <p:nvPicPr>
                          <p:cNvPr id="203825" name="Object 5">
                            <a:extLst>
                              <a:ext uri="{FF2B5EF4-FFF2-40B4-BE49-F238E27FC236}">
                                <a16:creationId xmlns:a16="http://schemas.microsoft.com/office/drawing/2014/main" id="{F0CE92F8-1BB9-5C4C-8321-62FBD881B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4224"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3826" name="Object 6">
                <a:extLst>
                  <a:ext uri="{FF2B5EF4-FFF2-40B4-BE49-F238E27FC236}">
                    <a16:creationId xmlns:a16="http://schemas.microsoft.com/office/drawing/2014/main" id="{87B104C3-7E42-930F-301D-456D3A8FD08B}"/>
                  </a:ext>
                </a:extLst>
              </p:cNvPr>
              <p:cNvGraphicFramePr>
                <a:graphicFrameLocks noChangeAspect="1"/>
              </p:cNvGraphicFramePr>
              <p:nvPr/>
            </p:nvGraphicFramePr>
            <p:xfrm>
              <a:off x="2873" y="1028"/>
              <a:ext cx="157" cy="296"/>
            </p:xfrm>
            <a:graphic>
              <a:graphicData uri="http://schemas.openxmlformats.org/presentationml/2006/ole">
                <mc:AlternateContent xmlns:mc="http://schemas.openxmlformats.org/markup-compatibility/2006">
                  <mc:Choice xmlns:v="urn:schemas-microsoft-com:vml" Requires="v">
                    <p:oleObj name="Microsoft 公式 3.0" r:id="rId4" imgW="114151" imgH="215619" progId="Equation.3">
                      <p:embed/>
                    </p:oleObj>
                  </mc:Choice>
                  <mc:Fallback>
                    <p:oleObj name="Microsoft 公式 3.0" r:id="rId4" imgW="114151" imgH="215619" progId="Equation.3">
                      <p:embed/>
                      <p:pic>
                        <p:nvPicPr>
                          <p:cNvPr id="203826" name="Object 6">
                            <a:extLst>
                              <a:ext uri="{FF2B5EF4-FFF2-40B4-BE49-F238E27FC236}">
                                <a16:creationId xmlns:a16="http://schemas.microsoft.com/office/drawing/2014/main" id="{87B104C3-7E42-930F-301D-456D3A8FD0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 y="1028"/>
                            <a:ext cx="15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3824" name="Text Box 7">
              <a:extLst>
                <a:ext uri="{FF2B5EF4-FFF2-40B4-BE49-F238E27FC236}">
                  <a16:creationId xmlns:a16="http://schemas.microsoft.com/office/drawing/2014/main" id="{E4C50140-813C-5EA1-2030-AA737604EBAB}"/>
                </a:ext>
              </a:extLst>
            </p:cNvPr>
            <p:cNvSpPr txBox="1">
              <a:spLocks noChangeArrowheads="1"/>
            </p:cNvSpPr>
            <p:nvPr/>
          </p:nvSpPr>
          <p:spPr bwMode="auto">
            <a:xfrm>
              <a:off x="341" y="1368"/>
              <a:ext cx="5170" cy="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517650" indent="-151765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zh-CN" altLang="en-US" sz="2400" b="1">
                  <a:solidFill>
                    <a:srgbClr val="003399"/>
                  </a:solidFill>
                  <a:latin typeface="宋体" panose="02010600030101010101" pitchFamily="2" charset="-122"/>
                </a:rPr>
                <a:t>自动机</a:t>
              </a:r>
              <a:r>
                <a:rPr lang="en-US" altLang="zh-CN" sz="2400" b="1">
                  <a:solidFill>
                    <a:srgbClr val="003399"/>
                  </a:solidFill>
                  <a:latin typeface="宋体" panose="02010600030101010101" pitchFamily="2" charset="-122"/>
                </a:rPr>
                <a:t>-----</a:t>
              </a:r>
              <a:r>
                <a:rPr lang="zh-CN" altLang="en-US" sz="2400" b="1">
                  <a:solidFill>
                    <a:srgbClr val="003399"/>
                  </a:solidFill>
                  <a:latin typeface="宋体" panose="02010600030101010101" pitchFamily="2" charset="-122"/>
                </a:rPr>
                <a:t>正规式</a:t>
              </a:r>
            </a:p>
          </p:txBody>
        </p:sp>
      </p:grpSp>
      <p:grpSp>
        <p:nvGrpSpPr>
          <p:cNvPr id="4" name="Group 56">
            <a:extLst>
              <a:ext uri="{FF2B5EF4-FFF2-40B4-BE49-F238E27FC236}">
                <a16:creationId xmlns:a16="http://schemas.microsoft.com/office/drawing/2014/main" id="{11FA3B15-60DC-CE63-28BF-7039041A7E93}"/>
              </a:ext>
            </a:extLst>
          </p:cNvPr>
          <p:cNvGrpSpPr>
            <a:grpSpLocks/>
          </p:cNvGrpSpPr>
          <p:nvPr/>
        </p:nvGrpSpPr>
        <p:grpSpPr bwMode="auto">
          <a:xfrm>
            <a:off x="2208214" y="2095503"/>
            <a:ext cx="7488237" cy="690563"/>
            <a:chOff x="431" y="1320"/>
            <a:chExt cx="4717" cy="435"/>
          </a:xfrm>
        </p:grpSpPr>
        <p:sp>
          <p:nvSpPr>
            <p:cNvPr id="203811" name="AutoShape 22">
              <a:extLst>
                <a:ext uri="{FF2B5EF4-FFF2-40B4-BE49-F238E27FC236}">
                  <a16:creationId xmlns:a16="http://schemas.microsoft.com/office/drawing/2014/main" id="{B0ED7144-5211-36EC-425B-9560569CC726}"/>
                </a:ext>
              </a:extLst>
            </p:cNvPr>
            <p:cNvSpPr>
              <a:spLocks noChangeArrowheads="1"/>
            </p:cNvSpPr>
            <p:nvPr/>
          </p:nvSpPr>
          <p:spPr bwMode="auto">
            <a:xfrm>
              <a:off x="2018" y="1386"/>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203812" name="AutoShape 23">
              <a:extLst>
                <a:ext uri="{FF2B5EF4-FFF2-40B4-BE49-F238E27FC236}">
                  <a16:creationId xmlns:a16="http://schemas.microsoft.com/office/drawing/2014/main" id="{2424C6B8-4474-38FD-8ED4-F215C89D97F2}"/>
                </a:ext>
              </a:extLst>
            </p:cNvPr>
            <p:cNvSpPr>
              <a:spLocks noChangeArrowheads="1"/>
            </p:cNvSpPr>
            <p:nvPr/>
          </p:nvSpPr>
          <p:spPr bwMode="auto">
            <a:xfrm>
              <a:off x="1247" y="1386"/>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203813" name="AutoShape 24">
              <a:extLst>
                <a:ext uri="{FF2B5EF4-FFF2-40B4-BE49-F238E27FC236}">
                  <a16:creationId xmlns:a16="http://schemas.microsoft.com/office/drawing/2014/main" id="{90BD3D93-A17F-DA10-36ED-C3F730C29CC6}"/>
                </a:ext>
              </a:extLst>
            </p:cNvPr>
            <p:cNvSpPr>
              <a:spLocks noChangeArrowheads="1"/>
            </p:cNvSpPr>
            <p:nvPr/>
          </p:nvSpPr>
          <p:spPr bwMode="auto">
            <a:xfrm>
              <a:off x="431" y="1401"/>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814" name="Line 25">
              <a:extLst>
                <a:ext uri="{FF2B5EF4-FFF2-40B4-BE49-F238E27FC236}">
                  <a16:creationId xmlns:a16="http://schemas.microsoft.com/office/drawing/2014/main" id="{EAEEB7FF-1324-70F9-409B-6E7B1DA5D603}"/>
                </a:ext>
              </a:extLst>
            </p:cNvPr>
            <p:cNvSpPr>
              <a:spLocks noChangeShapeType="1"/>
            </p:cNvSpPr>
            <p:nvPr/>
          </p:nvSpPr>
          <p:spPr bwMode="auto">
            <a:xfrm>
              <a:off x="793" y="1570"/>
              <a:ext cx="454"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15" name="Line 26">
              <a:extLst>
                <a:ext uri="{FF2B5EF4-FFF2-40B4-BE49-F238E27FC236}">
                  <a16:creationId xmlns:a16="http://schemas.microsoft.com/office/drawing/2014/main" id="{3E4122B2-F40E-2A80-9382-091E10618651}"/>
                </a:ext>
              </a:extLst>
            </p:cNvPr>
            <p:cNvSpPr>
              <a:spLocks noChangeShapeType="1"/>
            </p:cNvSpPr>
            <p:nvPr/>
          </p:nvSpPr>
          <p:spPr bwMode="auto">
            <a:xfrm>
              <a:off x="1610" y="1570"/>
              <a:ext cx="408"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16" name="Text Box 27">
              <a:extLst>
                <a:ext uri="{FF2B5EF4-FFF2-40B4-BE49-F238E27FC236}">
                  <a16:creationId xmlns:a16="http://schemas.microsoft.com/office/drawing/2014/main" id="{244EB159-FA4F-5377-D3F3-293D250926AA}"/>
                </a:ext>
              </a:extLst>
            </p:cNvPr>
            <p:cNvSpPr txBox="1">
              <a:spLocks noChangeArrowheads="1"/>
            </p:cNvSpPr>
            <p:nvPr/>
          </p:nvSpPr>
          <p:spPr bwMode="auto">
            <a:xfrm>
              <a:off x="839" y="1320"/>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a:t>
              </a:r>
            </a:p>
          </p:txBody>
        </p:sp>
        <p:sp>
          <p:nvSpPr>
            <p:cNvPr id="203817" name="Text Box 28">
              <a:extLst>
                <a:ext uri="{FF2B5EF4-FFF2-40B4-BE49-F238E27FC236}">
                  <a16:creationId xmlns:a16="http://schemas.microsoft.com/office/drawing/2014/main" id="{3C0A06D0-3B71-4169-DEDE-40BAC24DB532}"/>
                </a:ext>
              </a:extLst>
            </p:cNvPr>
            <p:cNvSpPr txBox="1">
              <a:spLocks noChangeArrowheads="1"/>
            </p:cNvSpPr>
            <p:nvPr/>
          </p:nvSpPr>
          <p:spPr bwMode="auto">
            <a:xfrm>
              <a:off x="1701" y="1320"/>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2</a:t>
              </a:r>
            </a:p>
          </p:txBody>
        </p:sp>
        <p:sp>
          <p:nvSpPr>
            <p:cNvPr id="203818" name="AutoShape 29">
              <a:extLst>
                <a:ext uri="{FF2B5EF4-FFF2-40B4-BE49-F238E27FC236}">
                  <a16:creationId xmlns:a16="http://schemas.microsoft.com/office/drawing/2014/main" id="{DDB6AA15-B726-0EBF-B4EA-10C5EA645688}"/>
                </a:ext>
              </a:extLst>
            </p:cNvPr>
            <p:cNvSpPr>
              <a:spLocks noChangeArrowheads="1"/>
            </p:cNvSpPr>
            <p:nvPr/>
          </p:nvSpPr>
          <p:spPr bwMode="auto">
            <a:xfrm>
              <a:off x="4789" y="1364"/>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203819" name="AutoShape 30">
              <a:extLst>
                <a:ext uri="{FF2B5EF4-FFF2-40B4-BE49-F238E27FC236}">
                  <a16:creationId xmlns:a16="http://schemas.microsoft.com/office/drawing/2014/main" id="{15BE84DD-CAA3-04CA-2F57-72C506ED5B56}"/>
                </a:ext>
              </a:extLst>
            </p:cNvPr>
            <p:cNvSpPr>
              <a:spLocks noChangeArrowheads="1"/>
            </p:cNvSpPr>
            <p:nvPr/>
          </p:nvSpPr>
          <p:spPr bwMode="auto">
            <a:xfrm>
              <a:off x="3697" y="1379"/>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820" name="Text Box 32">
              <a:extLst>
                <a:ext uri="{FF2B5EF4-FFF2-40B4-BE49-F238E27FC236}">
                  <a16:creationId xmlns:a16="http://schemas.microsoft.com/office/drawing/2014/main" id="{C6969C77-2EE9-83CE-A514-9854DC781F75}"/>
                </a:ext>
              </a:extLst>
            </p:cNvPr>
            <p:cNvSpPr txBox="1">
              <a:spLocks noChangeArrowheads="1"/>
            </p:cNvSpPr>
            <p:nvPr/>
          </p:nvSpPr>
          <p:spPr bwMode="auto">
            <a:xfrm>
              <a:off x="4196" y="1320"/>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 </a:t>
              </a:r>
              <a:r>
                <a:rPr lang="en-US" altLang="zh-CN" sz="1800" b="1">
                  <a:solidFill>
                    <a:srgbClr val="003399"/>
                  </a:solidFill>
                </a:rPr>
                <a:t>V</a:t>
              </a:r>
              <a:r>
                <a:rPr lang="en-US" altLang="zh-CN" sz="1800" b="1" baseline="-25000">
                  <a:solidFill>
                    <a:srgbClr val="003399"/>
                  </a:solidFill>
                </a:rPr>
                <a:t>2</a:t>
              </a:r>
            </a:p>
          </p:txBody>
        </p:sp>
        <p:sp>
          <p:nvSpPr>
            <p:cNvPr id="203821" name="Line 33">
              <a:extLst>
                <a:ext uri="{FF2B5EF4-FFF2-40B4-BE49-F238E27FC236}">
                  <a16:creationId xmlns:a16="http://schemas.microsoft.com/office/drawing/2014/main" id="{D0E6EB29-0876-9D49-0D8A-E9D173FEF397}"/>
                </a:ext>
              </a:extLst>
            </p:cNvPr>
            <p:cNvSpPr>
              <a:spLocks noChangeShapeType="1"/>
            </p:cNvSpPr>
            <p:nvPr/>
          </p:nvSpPr>
          <p:spPr bwMode="auto">
            <a:xfrm>
              <a:off x="4059" y="1570"/>
              <a:ext cx="726"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22" name="Text Box 34">
              <a:extLst>
                <a:ext uri="{FF2B5EF4-FFF2-40B4-BE49-F238E27FC236}">
                  <a16:creationId xmlns:a16="http://schemas.microsoft.com/office/drawing/2014/main" id="{B3ABE8CE-9A95-6955-9537-07686A441AEE}"/>
                </a:ext>
              </a:extLst>
            </p:cNvPr>
            <p:cNvSpPr txBox="1">
              <a:spLocks noChangeArrowheads="1"/>
            </p:cNvSpPr>
            <p:nvPr/>
          </p:nvSpPr>
          <p:spPr bwMode="auto">
            <a:xfrm>
              <a:off x="2472" y="1434"/>
              <a:ext cx="11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rPr>
                <a:t>代之以</a:t>
              </a:r>
            </a:p>
          </p:txBody>
        </p:sp>
      </p:grpSp>
      <p:grpSp>
        <p:nvGrpSpPr>
          <p:cNvPr id="5" name="Group 57">
            <a:extLst>
              <a:ext uri="{FF2B5EF4-FFF2-40B4-BE49-F238E27FC236}">
                <a16:creationId xmlns:a16="http://schemas.microsoft.com/office/drawing/2014/main" id="{A8906B7E-466A-6A39-A61E-9A604CA031E4}"/>
              </a:ext>
            </a:extLst>
          </p:cNvPr>
          <p:cNvGrpSpPr>
            <a:grpSpLocks/>
          </p:cNvGrpSpPr>
          <p:nvPr/>
        </p:nvGrpSpPr>
        <p:grpSpPr bwMode="auto">
          <a:xfrm>
            <a:off x="2640014" y="3500438"/>
            <a:ext cx="7127875" cy="901700"/>
            <a:chOff x="703" y="2205"/>
            <a:chExt cx="4490" cy="568"/>
          </a:xfrm>
        </p:grpSpPr>
        <p:sp>
          <p:nvSpPr>
            <p:cNvPr id="203799" name="AutoShape 9">
              <a:extLst>
                <a:ext uri="{FF2B5EF4-FFF2-40B4-BE49-F238E27FC236}">
                  <a16:creationId xmlns:a16="http://schemas.microsoft.com/office/drawing/2014/main" id="{38BE65C6-6CA7-B874-333D-2DD12C5008A7}"/>
                </a:ext>
              </a:extLst>
            </p:cNvPr>
            <p:cNvSpPr>
              <a:spLocks noChangeArrowheads="1"/>
            </p:cNvSpPr>
            <p:nvPr/>
          </p:nvSpPr>
          <p:spPr bwMode="auto">
            <a:xfrm>
              <a:off x="1742" y="2322"/>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203800" name="Arc 10">
              <a:extLst>
                <a:ext uri="{FF2B5EF4-FFF2-40B4-BE49-F238E27FC236}">
                  <a16:creationId xmlns:a16="http://schemas.microsoft.com/office/drawing/2014/main" id="{490126FC-DD82-0764-C23D-054076443AB7}"/>
                </a:ext>
              </a:extLst>
            </p:cNvPr>
            <p:cNvSpPr>
              <a:spLocks/>
            </p:cNvSpPr>
            <p:nvPr/>
          </p:nvSpPr>
          <p:spPr bwMode="auto">
            <a:xfrm>
              <a:off x="1016" y="2323"/>
              <a:ext cx="671" cy="252"/>
            </a:xfrm>
            <a:custGeom>
              <a:avLst/>
              <a:gdLst>
                <a:gd name="T0" fmla="*/ 0 w 23706"/>
                <a:gd name="T1" fmla="*/ 0 h 21600"/>
                <a:gd name="T2" fmla="*/ 0 w 23706"/>
                <a:gd name="T3" fmla="*/ 0 h 21600"/>
                <a:gd name="T4" fmla="*/ 0 w 23706"/>
                <a:gd name="T5" fmla="*/ 0 h 21600"/>
                <a:gd name="T6" fmla="*/ 0 60000 65536"/>
                <a:gd name="T7" fmla="*/ 0 60000 65536"/>
                <a:gd name="T8" fmla="*/ 0 60000 65536"/>
                <a:gd name="T9" fmla="*/ 0 w 23706"/>
                <a:gd name="T10" fmla="*/ 0 h 21600"/>
                <a:gd name="T11" fmla="*/ 23706 w 23706"/>
                <a:gd name="T12" fmla="*/ 21600 h 21600"/>
              </a:gdLst>
              <a:ahLst/>
              <a:cxnLst>
                <a:cxn ang="T6">
                  <a:pos x="T0" y="T1"/>
                </a:cxn>
                <a:cxn ang="T7">
                  <a:pos x="T2" y="T3"/>
                </a:cxn>
                <a:cxn ang="T8">
                  <a:pos x="T4" y="T5"/>
                </a:cxn>
              </a:cxnLst>
              <a:rect l="T9" t="T10" r="T11" b="T12"/>
              <a:pathLst>
                <a:path w="23706" h="21600" fill="none" extrusionOk="0">
                  <a:moveTo>
                    <a:pt x="0" y="5650"/>
                  </a:moveTo>
                  <a:cubicBezTo>
                    <a:pt x="3980" y="2015"/>
                    <a:pt x="9175" y="-1"/>
                    <a:pt x="14566" y="0"/>
                  </a:cubicBezTo>
                  <a:cubicBezTo>
                    <a:pt x="17724" y="0"/>
                    <a:pt x="20844" y="692"/>
                    <a:pt x="23705" y="2029"/>
                  </a:cubicBezTo>
                </a:path>
                <a:path w="23706" h="21600" stroke="0" extrusionOk="0">
                  <a:moveTo>
                    <a:pt x="0" y="5650"/>
                  </a:moveTo>
                  <a:cubicBezTo>
                    <a:pt x="3980" y="2015"/>
                    <a:pt x="9175" y="-1"/>
                    <a:pt x="14566" y="0"/>
                  </a:cubicBezTo>
                  <a:cubicBezTo>
                    <a:pt x="17724" y="0"/>
                    <a:pt x="20844" y="692"/>
                    <a:pt x="23705" y="2029"/>
                  </a:cubicBezTo>
                  <a:lnTo>
                    <a:pt x="14566" y="21600"/>
                  </a:lnTo>
                  <a:lnTo>
                    <a:pt x="0" y="565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01" name="Arc 11">
              <a:extLst>
                <a:ext uri="{FF2B5EF4-FFF2-40B4-BE49-F238E27FC236}">
                  <a16:creationId xmlns:a16="http://schemas.microsoft.com/office/drawing/2014/main" id="{01EF772B-F445-D521-3558-084E1187FC41}"/>
                </a:ext>
              </a:extLst>
            </p:cNvPr>
            <p:cNvSpPr>
              <a:spLocks/>
            </p:cNvSpPr>
            <p:nvPr/>
          </p:nvSpPr>
          <p:spPr bwMode="auto">
            <a:xfrm rot="11036297">
              <a:off x="1034" y="2414"/>
              <a:ext cx="671" cy="252"/>
            </a:xfrm>
            <a:custGeom>
              <a:avLst/>
              <a:gdLst>
                <a:gd name="T0" fmla="*/ 0 w 23706"/>
                <a:gd name="T1" fmla="*/ 0 h 21600"/>
                <a:gd name="T2" fmla="*/ 0 w 23706"/>
                <a:gd name="T3" fmla="*/ 0 h 21600"/>
                <a:gd name="T4" fmla="*/ 0 w 23706"/>
                <a:gd name="T5" fmla="*/ 0 h 21600"/>
                <a:gd name="T6" fmla="*/ 0 60000 65536"/>
                <a:gd name="T7" fmla="*/ 0 60000 65536"/>
                <a:gd name="T8" fmla="*/ 0 60000 65536"/>
                <a:gd name="T9" fmla="*/ 0 w 23706"/>
                <a:gd name="T10" fmla="*/ 0 h 21600"/>
                <a:gd name="T11" fmla="*/ 23706 w 23706"/>
                <a:gd name="T12" fmla="*/ 21600 h 21600"/>
              </a:gdLst>
              <a:ahLst/>
              <a:cxnLst>
                <a:cxn ang="T6">
                  <a:pos x="T0" y="T1"/>
                </a:cxn>
                <a:cxn ang="T7">
                  <a:pos x="T2" y="T3"/>
                </a:cxn>
                <a:cxn ang="T8">
                  <a:pos x="T4" y="T5"/>
                </a:cxn>
              </a:cxnLst>
              <a:rect l="T9" t="T10" r="T11" b="T12"/>
              <a:pathLst>
                <a:path w="23706" h="21600" fill="none" extrusionOk="0">
                  <a:moveTo>
                    <a:pt x="0" y="5650"/>
                  </a:moveTo>
                  <a:cubicBezTo>
                    <a:pt x="3980" y="2015"/>
                    <a:pt x="9175" y="-1"/>
                    <a:pt x="14566" y="0"/>
                  </a:cubicBezTo>
                  <a:cubicBezTo>
                    <a:pt x="17724" y="0"/>
                    <a:pt x="20844" y="692"/>
                    <a:pt x="23705" y="2029"/>
                  </a:cubicBezTo>
                </a:path>
                <a:path w="23706" h="21600" stroke="0" extrusionOk="0">
                  <a:moveTo>
                    <a:pt x="0" y="5650"/>
                  </a:moveTo>
                  <a:cubicBezTo>
                    <a:pt x="3980" y="2015"/>
                    <a:pt x="9175" y="-1"/>
                    <a:pt x="14566" y="0"/>
                  </a:cubicBezTo>
                  <a:cubicBezTo>
                    <a:pt x="17724" y="0"/>
                    <a:pt x="20844" y="692"/>
                    <a:pt x="23705" y="2029"/>
                  </a:cubicBezTo>
                  <a:lnTo>
                    <a:pt x="14566" y="21600"/>
                  </a:lnTo>
                  <a:lnTo>
                    <a:pt x="0" y="565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02" name="Line 12">
              <a:extLst>
                <a:ext uri="{FF2B5EF4-FFF2-40B4-BE49-F238E27FC236}">
                  <a16:creationId xmlns:a16="http://schemas.microsoft.com/office/drawing/2014/main" id="{1EED9085-DBB6-10A6-A153-21EE227FACD6}"/>
                </a:ext>
              </a:extLst>
            </p:cNvPr>
            <p:cNvSpPr>
              <a:spLocks noChangeShapeType="1"/>
            </p:cNvSpPr>
            <p:nvPr/>
          </p:nvSpPr>
          <p:spPr bwMode="auto">
            <a:xfrm>
              <a:off x="1696" y="2286"/>
              <a:ext cx="136" cy="9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03" name="AutoShape 35">
              <a:extLst>
                <a:ext uri="{FF2B5EF4-FFF2-40B4-BE49-F238E27FC236}">
                  <a16:creationId xmlns:a16="http://schemas.microsoft.com/office/drawing/2014/main" id="{45E571EA-B020-60AE-BE31-3659919BA51A}"/>
                </a:ext>
              </a:extLst>
            </p:cNvPr>
            <p:cNvSpPr>
              <a:spLocks noChangeArrowheads="1"/>
            </p:cNvSpPr>
            <p:nvPr/>
          </p:nvSpPr>
          <p:spPr bwMode="auto">
            <a:xfrm>
              <a:off x="703" y="2337"/>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804" name="Text Box 36">
              <a:extLst>
                <a:ext uri="{FF2B5EF4-FFF2-40B4-BE49-F238E27FC236}">
                  <a16:creationId xmlns:a16="http://schemas.microsoft.com/office/drawing/2014/main" id="{3ABA3A84-9BDD-0F51-E9DD-75946DA1A6A2}"/>
                </a:ext>
              </a:extLst>
            </p:cNvPr>
            <p:cNvSpPr txBox="1">
              <a:spLocks noChangeArrowheads="1"/>
            </p:cNvSpPr>
            <p:nvPr/>
          </p:nvSpPr>
          <p:spPr bwMode="auto">
            <a:xfrm>
              <a:off x="1338" y="2205"/>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a:t>
              </a:r>
            </a:p>
          </p:txBody>
        </p:sp>
        <p:sp>
          <p:nvSpPr>
            <p:cNvPr id="203805" name="Text Box 37">
              <a:extLst>
                <a:ext uri="{FF2B5EF4-FFF2-40B4-BE49-F238E27FC236}">
                  <a16:creationId xmlns:a16="http://schemas.microsoft.com/office/drawing/2014/main" id="{1515D660-EE91-DCE5-C274-DEDFF60F7E3E}"/>
                </a:ext>
              </a:extLst>
            </p:cNvPr>
            <p:cNvSpPr txBox="1">
              <a:spLocks noChangeArrowheads="1"/>
            </p:cNvSpPr>
            <p:nvPr/>
          </p:nvSpPr>
          <p:spPr bwMode="auto">
            <a:xfrm>
              <a:off x="1338" y="2523"/>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2</a:t>
              </a:r>
            </a:p>
          </p:txBody>
        </p:sp>
        <p:sp>
          <p:nvSpPr>
            <p:cNvPr id="203806" name="AutoShape 38">
              <a:extLst>
                <a:ext uri="{FF2B5EF4-FFF2-40B4-BE49-F238E27FC236}">
                  <a16:creationId xmlns:a16="http://schemas.microsoft.com/office/drawing/2014/main" id="{697BA904-9992-60FA-7A45-C302C16F7E95}"/>
                </a:ext>
              </a:extLst>
            </p:cNvPr>
            <p:cNvSpPr>
              <a:spLocks noChangeArrowheads="1"/>
            </p:cNvSpPr>
            <p:nvPr/>
          </p:nvSpPr>
          <p:spPr bwMode="auto">
            <a:xfrm>
              <a:off x="4834" y="2338"/>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203807" name="AutoShape 39">
              <a:extLst>
                <a:ext uri="{FF2B5EF4-FFF2-40B4-BE49-F238E27FC236}">
                  <a16:creationId xmlns:a16="http://schemas.microsoft.com/office/drawing/2014/main" id="{68E76B95-F47A-CBC7-729E-9AC21B14D4E0}"/>
                </a:ext>
              </a:extLst>
            </p:cNvPr>
            <p:cNvSpPr>
              <a:spLocks noChangeArrowheads="1"/>
            </p:cNvSpPr>
            <p:nvPr/>
          </p:nvSpPr>
          <p:spPr bwMode="auto">
            <a:xfrm>
              <a:off x="3742" y="2353"/>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808" name="Text Box 40">
              <a:extLst>
                <a:ext uri="{FF2B5EF4-FFF2-40B4-BE49-F238E27FC236}">
                  <a16:creationId xmlns:a16="http://schemas.microsoft.com/office/drawing/2014/main" id="{2000D8FC-1BA7-E0FD-6E12-9ABCDD0CCB86}"/>
                </a:ext>
              </a:extLst>
            </p:cNvPr>
            <p:cNvSpPr txBox="1">
              <a:spLocks noChangeArrowheads="1"/>
            </p:cNvSpPr>
            <p:nvPr/>
          </p:nvSpPr>
          <p:spPr bwMode="auto">
            <a:xfrm>
              <a:off x="4241" y="2294"/>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 </a:t>
              </a:r>
              <a:r>
                <a:rPr lang="en-US" altLang="zh-CN" sz="2000" b="1">
                  <a:solidFill>
                    <a:srgbClr val="003399"/>
                  </a:solidFill>
                  <a:cs typeface="Arial" panose="020B0604020202020204" pitchFamily="34" charset="0"/>
                </a:rPr>
                <a:t>| </a:t>
              </a:r>
              <a:r>
                <a:rPr lang="en-US" altLang="zh-CN" sz="1800" b="1">
                  <a:solidFill>
                    <a:srgbClr val="003399"/>
                  </a:solidFill>
                </a:rPr>
                <a:t>V</a:t>
              </a:r>
              <a:r>
                <a:rPr lang="en-US" altLang="zh-CN" sz="1800" b="1" baseline="-25000">
                  <a:solidFill>
                    <a:srgbClr val="003399"/>
                  </a:solidFill>
                </a:rPr>
                <a:t>2</a:t>
              </a:r>
            </a:p>
          </p:txBody>
        </p:sp>
        <p:sp>
          <p:nvSpPr>
            <p:cNvPr id="203809" name="Line 41">
              <a:extLst>
                <a:ext uri="{FF2B5EF4-FFF2-40B4-BE49-F238E27FC236}">
                  <a16:creationId xmlns:a16="http://schemas.microsoft.com/office/drawing/2014/main" id="{F718386A-E92A-8CAA-1336-5B06D1792F13}"/>
                </a:ext>
              </a:extLst>
            </p:cNvPr>
            <p:cNvSpPr>
              <a:spLocks noChangeShapeType="1"/>
            </p:cNvSpPr>
            <p:nvPr/>
          </p:nvSpPr>
          <p:spPr bwMode="auto">
            <a:xfrm>
              <a:off x="4104" y="2544"/>
              <a:ext cx="726"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810" name="Text Box 42">
              <a:extLst>
                <a:ext uri="{FF2B5EF4-FFF2-40B4-BE49-F238E27FC236}">
                  <a16:creationId xmlns:a16="http://schemas.microsoft.com/office/drawing/2014/main" id="{FA2ADC51-00FE-E2B8-0CA8-42DFC4F7C55D}"/>
                </a:ext>
              </a:extLst>
            </p:cNvPr>
            <p:cNvSpPr txBox="1">
              <a:spLocks noChangeArrowheads="1"/>
            </p:cNvSpPr>
            <p:nvPr/>
          </p:nvSpPr>
          <p:spPr bwMode="auto">
            <a:xfrm>
              <a:off x="2517" y="2408"/>
              <a:ext cx="11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rPr>
                <a:t>代之以</a:t>
              </a:r>
            </a:p>
          </p:txBody>
        </p:sp>
      </p:grpSp>
      <p:grpSp>
        <p:nvGrpSpPr>
          <p:cNvPr id="6" name="Group 58">
            <a:extLst>
              <a:ext uri="{FF2B5EF4-FFF2-40B4-BE49-F238E27FC236}">
                <a16:creationId xmlns:a16="http://schemas.microsoft.com/office/drawing/2014/main" id="{2070506B-B175-22D5-8FE4-8F657FC6E901}"/>
              </a:ext>
            </a:extLst>
          </p:cNvPr>
          <p:cNvGrpSpPr>
            <a:grpSpLocks/>
          </p:cNvGrpSpPr>
          <p:nvPr/>
        </p:nvGrpSpPr>
        <p:grpSpPr bwMode="auto">
          <a:xfrm>
            <a:off x="2279651" y="4797427"/>
            <a:ext cx="7559675" cy="1157288"/>
            <a:chOff x="476" y="3022"/>
            <a:chExt cx="4762" cy="729"/>
          </a:xfrm>
        </p:grpSpPr>
        <p:grpSp>
          <p:nvGrpSpPr>
            <p:cNvPr id="203783" name="Group 17">
              <a:extLst>
                <a:ext uri="{FF2B5EF4-FFF2-40B4-BE49-F238E27FC236}">
                  <a16:creationId xmlns:a16="http://schemas.microsoft.com/office/drawing/2014/main" id="{E22EE794-2DA3-7625-7687-290717C51FEE}"/>
                </a:ext>
              </a:extLst>
            </p:cNvPr>
            <p:cNvGrpSpPr>
              <a:grpSpLocks/>
            </p:cNvGrpSpPr>
            <p:nvPr/>
          </p:nvGrpSpPr>
          <p:grpSpPr bwMode="auto">
            <a:xfrm rot="21497205" flipH="1">
              <a:off x="1288" y="3208"/>
              <a:ext cx="339" cy="252"/>
              <a:chOff x="1295" y="1822"/>
              <a:chExt cx="318" cy="418"/>
            </a:xfrm>
          </p:grpSpPr>
          <p:sp>
            <p:nvSpPr>
              <p:cNvPr id="203797" name="Arc 18">
                <a:extLst>
                  <a:ext uri="{FF2B5EF4-FFF2-40B4-BE49-F238E27FC236}">
                    <a16:creationId xmlns:a16="http://schemas.microsoft.com/office/drawing/2014/main" id="{46D2D4AA-C1F7-3AF2-17E3-76FFCC3F31EE}"/>
                  </a:ext>
                </a:extLst>
              </p:cNvPr>
              <p:cNvSpPr>
                <a:spLocks/>
              </p:cNvSpPr>
              <p:nvPr/>
            </p:nvSpPr>
            <p:spPr bwMode="auto">
              <a:xfrm>
                <a:off x="1295" y="1822"/>
                <a:ext cx="318" cy="418"/>
              </a:xfrm>
              <a:custGeom>
                <a:avLst/>
                <a:gdLst>
                  <a:gd name="T0" fmla="*/ 0 w 43200"/>
                  <a:gd name="T1" fmla="*/ 0 h 32751"/>
                  <a:gd name="T2" fmla="*/ 0 w 43200"/>
                  <a:gd name="T3" fmla="*/ 0 h 32751"/>
                  <a:gd name="T4" fmla="*/ 0 w 43200"/>
                  <a:gd name="T5" fmla="*/ 0 h 32751"/>
                  <a:gd name="T6" fmla="*/ 0 60000 65536"/>
                  <a:gd name="T7" fmla="*/ 0 60000 65536"/>
                  <a:gd name="T8" fmla="*/ 0 60000 65536"/>
                  <a:gd name="T9" fmla="*/ 0 w 43200"/>
                  <a:gd name="T10" fmla="*/ 0 h 32751"/>
                  <a:gd name="T11" fmla="*/ 43200 w 43200"/>
                  <a:gd name="T12" fmla="*/ 32751 h 32751"/>
                </a:gdLst>
                <a:ahLst/>
                <a:cxnLst>
                  <a:cxn ang="T6">
                    <a:pos x="T0" y="T1"/>
                  </a:cxn>
                  <a:cxn ang="T7">
                    <a:pos x="T2" y="T3"/>
                  </a:cxn>
                  <a:cxn ang="T8">
                    <a:pos x="T4" y="T5"/>
                  </a:cxn>
                </a:cxnLst>
                <a:rect l="T9" t="T10" r="T11" b="T12"/>
                <a:pathLst>
                  <a:path w="43200" h="32751" fill="none"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path>
                  <a:path w="43200" h="32751" stroke="0" extrusionOk="0">
                    <a:moveTo>
                      <a:pt x="3100" y="32751"/>
                    </a:moveTo>
                    <a:cubicBezTo>
                      <a:pt x="1072" y="29385"/>
                      <a:pt x="0" y="25529"/>
                      <a:pt x="0" y="21600"/>
                    </a:cubicBezTo>
                    <a:cubicBezTo>
                      <a:pt x="0" y="9670"/>
                      <a:pt x="9670" y="0"/>
                      <a:pt x="21600" y="0"/>
                    </a:cubicBezTo>
                    <a:cubicBezTo>
                      <a:pt x="33529" y="0"/>
                      <a:pt x="43200" y="9670"/>
                      <a:pt x="43200" y="21600"/>
                    </a:cubicBezTo>
                    <a:cubicBezTo>
                      <a:pt x="43200" y="21880"/>
                      <a:pt x="43194" y="22160"/>
                      <a:pt x="43183" y="22440"/>
                    </a:cubicBezTo>
                    <a:lnTo>
                      <a:pt x="21600" y="21600"/>
                    </a:lnTo>
                    <a:lnTo>
                      <a:pt x="3100" y="32751"/>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798" name="Line 19">
                <a:extLst>
                  <a:ext uri="{FF2B5EF4-FFF2-40B4-BE49-F238E27FC236}">
                    <a16:creationId xmlns:a16="http://schemas.microsoft.com/office/drawing/2014/main" id="{4EC40C45-15F3-5340-347E-56DB37FA9FCB}"/>
                  </a:ext>
                </a:extLst>
              </p:cNvPr>
              <p:cNvSpPr>
                <a:spLocks noChangeShapeType="1"/>
              </p:cNvSpPr>
              <p:nvPr/>
            </p:nvSpPr>
            <p:spPr bwMode="auto">
              <a:xfrm flipH="1">
                <a:off x="1565" y="2069"/>
                <a:ext cx="45" cy="13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grpSp>
        <p:sp>
          <p:nvSpPr>
            <p:cNvPr id="203784" name="AutoShape 43">
              <a:extLst>
                <a:ext uri="{FF2B5EF4-FFF2-40B4-BE49-F238E27FC236}">
                  <a16:creationId xmlns:a16="http://schemas.microsoft.com/office/drawing/2014/main" id="{EC04FE44-A1AF-AD11-411C-682966CF713E}"/>
                </a:ext>
              </a:extLst>
            </p:cNvPr>
            <p:cNvSpPr>
              <a:spLocks noChangeArrowheads="1"/>
            </p:cNvSpPr>
            <p:nvPr/>
          </p:nvSpPr>
          <p:spPr bwMode="auto">
            <a:xfrm>
              <a:off x="2063" y="3382"/>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203785" name="AutoShape 44">
              <a:extLst>
                <a:ext uri="{FF2B5EF4-FFF2-40B4-BE49-F238E27FC236}">
                  <a16:creationId xmlns:a16="http://schemas.microsoft.com/office/drawing/2014/main" id="{26F3D6C3-A69A-FFB1-6D3E-7EF40BA66464}"/>
                </a:ext>
              </a:extLst>
            </p:cNvPr>
            <p:cNvSpPr>
              <a:spLocks noChangeArrowheads="1"/>
            </p:cNvSpPr>
            <p:nvPr/>
          </p:nvSpPr>
          <p:spPr bwMode="auto">
            <a:xfrm>
              <a:off x="1292" y="3382"/>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2</a:t>
              </a:r>
            </a:p>
          </p:txBody>
        </p:sp>
        <p:sp>
          <p:nvSpPr>
            <p:cNvPr id="203786" name="AutoShape 45">
              <a:extLst>
                <a:ext uri="{FF2B5EF4-FFF2-40B4-BE49-F238E27FC236}">
                  <a16:creationId xmlns:a16="http://schemas.microsoft.com/office/drawing/2014/main" id="{4C93F0EE-2C19-7733-76BA-E5D958597558}"/>
                </a:ext>
              </a:extLst>
            </p:cNvPr>
            <p:cNvSpPr>
              <a:spLocks noChangeArrowheads="1"/>
            </p:cNvSpPr>
            <p:nvPr/>
          </p:nvSpPr>
          <p:spPr bwMode="auto">
            <a:xfrm>
              <a:off x="476" y="3397"/>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787" name="Line 46">
              <a:extLst>
                <a:ext uri="{FF2B5EF4-FFF2-40B4-BE49-F238E27FC236}">
                  <a16:creationId xmlns:a16="http://schemas.microsoft.com/office/drawing/2014/main" id="{6FA8DE22-EA7B-3360-96C4-A0B5945EF439}"/>
                </a:ext>
              </a:extLst>
            </p:cNvPr>
            <p:cNvSpPr>
              <a:spLocks noChangeShapeType="1"/>
            </p:cNvSpPr>
            <p:nvPr/>
          </p:nvSpPr>
          <p:spPr bwMode="auto">
            <a:xfrm>
              <a:off x="838" y="3566"/>
              <a:ext cx="454"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788" name="Line 47">
              <a:extLst>
                <a:ext uri="{FF2B5EF4-FFF2-40B4-BE49-F238E27FC236}">
                  <a16:creationId xmlns:a16="http://schemas.microsoft.com/office/drawing/2014/main" id="{F004E18D-968C-E8FF-F1B1-2B8DDA5B4630}"/>
                </a:ext>
              </a:extLst>
            </p:cNvPr>
            <p:cNvSpPr>
              <a:spLocks noChangeShapeType="1"/>
            </p:cNvSpPr>
            <p:nvPr/>
          </p:nvSpPr>
          <p:spPr bwMode="auto">
            <a:xfrm>
              <a:off x="1655" y="3566"/>
              <a:ext cx="408"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789" name="Text Box 48">
              <a:extLst>
                <a:ext uri="{FF2B5EF4-FFF2-40B4-BE49-F238E27FC236}">
                  <a16:creationId xmlns:a16="http://schemas.microsoft.com/office/drawing/2014/main" id="{65462F42-4B21-E560-7B25-A0F61165E99D}"/>
                </a:ext>
              </a:extLst>
            </p:cNvPr>
            <p:cNvSpPr txBox="1">
              <a:spLocks noChangeArrowheads="1"/>
            </p:cNvSpPr>
            <p:nvPr/>
          </p:nvSpPr>
          <p:spPr bwMode="auto">
            <a:xfrm>
              <a:off x="884" y="331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a:t>
              </a:r>
            </a:p>
          </p:txBody>
        </p:sp>
        <p:sp>
          <p:nvSpPr>
            <p:cNvPr id="203790" name="Text Box 49">
              <a:extLst>
                <a:ext uri="{FF2B5EF4-FFF2-40B4-BE49-F238E27FC236}">
                  <a16:creationId xmlns:a16="http://schemas.microsoft.com/office/drawing/2014/main" id="{53FED63B-9337-04C4-EB70-68A06541036B}"/>
                </a:ext>
              </a:extLst>
            </p:cNvPr>
            <p:cNvSpPr txBox="1">
              <a:spLocks noChangeArrowheads="1"/>
            </p:cNvSpPr>
            <p:nvPr/>
          </p:nvSpPr>
          <p:spPr bwMode="auto">
            <a:xfrm>
              <a:off x="1746" y="331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3</a:t>
              </a:r>
            </a:p>
          </p:txBody>
        </p:sp>
        <p:sp>
          <p:nvSpPr>
            <p:cNvPr id="203791" name="Text Box 50">
              <a:extLst>
                <a:ext uri="{FF2B5EF4-FFF2-40B4-BE49-F238E27FC236}">
                  <a16:creationId xmlns:a16="http://schemas.microsoft.com/office/drawing/2014/main" id="{3D711FCA-AF71-9B25-92C2-1944474EC83B}"/>
                </a:ext>
              </a:extLst>
            </p:cNvPr>
            <p:cNvSpPr txBox="1">
              <a:spLocks noChangeArrowheads="1"/>
            </p:cNvSpPr>
            <p:nvPr/>
          </p:nvSpPr>
          <p:spPr bwMode="auto">
            <a:xfrm>
              <a:off x="1338" y="3022"/>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2</a:t>
              </a:r>
            </a:p>
          </p:txBody>
        </p:sp>
        <p:sp>
          <p:nvSpPr>
            <p:cNvPr id="203792" name="AutoShape 51">
              <a:extLst>
                <a:ext uri="{FF2B5EF4-FFF2-40B4-BE49-F238E27FC236}">
                  <a16:creationId xmlns:a16="http://schemas.microsoft.com/office/drawing/2014/main" id="{8E0726A2-CA53-ADB4-A5E1-942EC6ED2054}"/>
                </a:ext>
              </a:extLst>
            </p:cNvPr>
            <p:cNvSpPr>
              <a:spLocks noChangeArrowheads="1"/>
            </p:cNvSpPr>
            <p:nvPr/>
          </p:nvSpPr>
          <p:spPr bwMode="auto">
            <a:xfrm>
              <a:off x="4879" y="3336"/>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3</a:t>
              </a:r>
            </a:p>
          </p:txBody>
        </p:sp>
        <p:sp>
          <p:nvSpPr>
            <p:cNvPr id="203793" name="AutoShape 52">
              <a:extLst>
                <a:ext uri="{FF2B5EF4-FFF2-40B4-BE49-F238E27FC236}">
                  <a16:creationId xmlns:a16="http://schemas.microsoft.com/office/drawing/2014/main" id="{1F1D0DBD-30D1-BFAC-4CE3-12B748F02AA9}"/>
                </a:ext>
              </a:extLst>
            </p:cNvPr>
            <p:cNvSpPr>
              <a:spLocks noChangeArrowheads="1"/>
            </p:cNvSpPr>
            <p:nvPr/>
          </p:nvSpPr>
          <p:spPr bwMode="auto">
            <a:xfrm>
              <a:off x="3787" y="3351"/>
              <a:ext cx="359" cy="354"/>
            </a:xfrm>
            <a:prstGeom prst="flowChartConnector">
              <a:avLst/>
            </a:prstGeom>
            <a:solidFill>
              <a:schemeClr val="bg1">
                <a:alpha val="0"/>
              </a:schemeClr>
            </a:solidFill>
            <a:ln w="28575" algn="ctr">
              <a:solidFill>
                <a:srgbClr val="000000"/>
              </a:solidFill>
              <a:round/>
              <a:headEnd/>
              <a:tailEnd/>
            </a:ln>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en-US" altLang="zh-CN" sz="2000" b="1">
                  <a:solidFill>
                    <a:srgbClr val="003399"/>
                  </a:solidFill>
                  <a:latin typeface="宋体" panose="02010600030101010101" pitchFamily="2" charset="-122"/>
                </a:rPr>
                <a:t>1</a:t>
              </a:r>
            </a:p>
          </p:txBody>
        </p:sp>
        <p:sp>
          <p:nvSpPr>
            <p:cNvPr id="203794" name="Text Box 53">
              <a:extLst>
                <a:ext uri="{FF2B5EF4-FFF2-40B4-BE49-F238E27FC236}">
                  <a16:creationId xmlns:a16="http://schemas.microsoft.com/office/drawing/2014/main" id="{DC141969-E074-14D2-C5FF-2DA70DD7E8F9}"/>
                </a:ext>
              </a:extLst>
            </p:cNvPr>
            <p:cNvSpPr txBox="1">
              <a:spLocks noChangeArrowheads="1"/>
            </p:cNvSpPr>
            <p:nvPr/>
          </p:nvSpPr>
          <p:spPr bwMode="auto">
            <a:xfrm>
              <a:off x="4151" y="3271"/>
              <a:ext cx="8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lang="en-US" altLang="zh-CN" sz="2000" b="1">
                  <a:solidFill>
                    <a:srgbClr val="003399"/>
                  </a:solidFill>
                </a:rPr>
                <a:t>V</a:t>
              </a:r>
              <a:r>
                <a:rPr lang="en-US" altLang="zh-CN" sz="2000" b="1" baseline="-25000">
                  <a:solidFill>
                    <a:srgbClr val="003399"/>
                  </a:solidFill>
                </a:rPr>
                <a:t>1 </a:t>
              </a:r>
              <a:r>
                <a:rPr lang="en-US" altLang="zh-CN" sz="1800" b="1">
                  <a:solidFill>
                    <a:srgbClr val="003399"/>
                  </a:solidFill>
                </a:rPr>
                <a:t>V</a:t>
              </a:r>
              <a:r>
                <a:rPr lang="en-US" altLang="zh-CN" sz="1800" b="1" baseline="-25000">
                  <a:solidFill>
                    <a:srgbClr val="003399"/>
                  </a:solidFill>
                </a:rPr>
                <a:t>2</a:t>
              </a:r>
              <a:r>
                <a:rPr lang="en-US" altLang="zh-CN" sz="2400" b="1" baseline="30000">
                  <a:solidFill>
                    <a:srgbClr val="003399"/>
                  </a:solidFill>
                  <a:latin typeface="宋体" panose="02010600030101010101" pitchFamily="2" charset="-122"/>
                </a:rPr>
                <a:t>* </a:t>
              </a:r>
              <a:r>
                <a:rPr lang="en-US" altLang="zh-CN" sz="1800" b="1">
                  <a:solidFill>
                    <a:srgbClr val="003399"/>
                  </a:solidFill>
                </a:rPr>
                <a:t>V</a:t>
              </a:r>
              <a:r>
                <a:rPr lang="en-US" altLang="zh-CN" sz="1800" b="1" baseline="-25000">
                  <a:solidFill>
                    <a:srgbClr val="003399"/>
                  </a:solidFill>
                </a:rPr>
                <a:t>3</a:t>
              </a:r>
            </a:p>
          </p:txBody>
        </p:sp>
        <p:sp>
          <p:nvSpPr>
            <p:cNvPr id="203795" name="Line 54">
              <a:extLst>
                <a:ext uri="{FF2B5EF4-FFF2-40B4-BE49-F238E27FC236}">
                  <a16:creationId xmlns:a16="http://schemas.microsoft.com/office/drawing/2014/main" id="{2BAD983D-77CF-9F6C-E0B6-7D87FCF85DB1}"/>
                </a:ext>
              </a:extLst>
            </p:cNvPr>
            <p:cNvSpPr>
              <a:spLocks noChangeShapeType="1"/>
            </p:cNvSpPr>
            <p:nvPr/>
          </p:nvSpPr>
          <p:spPr bwMode="auto">
            <a:xfrm>
              <a:off x="4149" y="3542"/>
              <a:ext cx="726"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
          <p:nvSpPr>
            <p:cNvPr id="203796" name="Text Box 55">
              <a:extLst>
                <a:ext uri="{FF2B5EF4-FFF2-40B4-BE49-F238E27FC236}">
                  <a16:creationId xmlns:a16="http://schemas.microsoft.com/office/drawing/2014/main" id="{DA5D3C78-D4EB-2C81-C6CF-6539FC65CC60}"/>
                </a:ext>
              </a:extLst>
            </p:cNvPr>
            <p:cNvSpPr txBox="1">
              <a:spLocks noChangeArrowheads="1"/>
            </p:cNvSpPr>
            <p:nvPr/>
          </p:nvSpPr>
          <p:spPr bwMode="auto">
            <a:xfrm>
              <a:off x="2562" y="3406"/>
              <a:ext cx="11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a:solidFill>
                    <a:srgbClr val="003399"/>
                  </a:solidFill>
                </a:rPr>
                <a:t>代之以</a:t>
              </a:r>
            </a:p>
          </p:txBody>
        </p:sp>
      </p:grpSp>
      <p:sp>
        <p:nvSpPr>
          <p:cNvPr id="203782" name="Line 12">
            <a:extLst>
              <a:ext uri="{FF2B5EF4-FFF2-40B4-BE49-F238E27FC236}">
                <a16:creationId xmlns:a16="http://schemas.microsoft.com/office/drawing/2014/main" id="{8134F0D4-A79D-7A19-0F25-44D87AD74482}"/>
              </a:ext>
            </a:extLst>
          </p:cNvPr>
          <p:cNvSpPr>
            <a:spLocks noChangeShapeType="1"/>
          </p:cNvSpPr>
          <p:nvPr/>
        </p:nvSpPr>
        <p:spPr bwMode="auto">
          <a:xfrm flipV="1">
            <a:off x="4202113" y="4203700"/>
            <a:ext cx="273050" cy="396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2000" b="1">
              <a:solidFill>
                <a:srgbClr val="003399"/>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par>
                          <p:cTn id="12" fill="hold" nodeType="afterGroup">
                            <p:stCondLst>
                              <p:cond delay="4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childTnLst>
                          </p:cTn>
                        </p:par>
                        <p:par>
                          <p:cTn id="16" fill="hold" nodeType="afterGroup">
                            <p:stCondLst>
                              <p:cond delay="60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04802" name="Rectangle 3">
            <a:extLst>
              <a:ext uri="{FF2B5EF4-FFF2-40B4-BE49-F238E27FC236}">
                <a16:creationId xmlns:a16="http://schemas.microsoft.com/office/drawing/2014/main" id="{89366464-1E34-9C79-0096-2149D5EFD52B}"/>
              </a:ext>
            </a:extLst>
          </p:cNvPr>
          <p:cNvSpPr>
            <a:spLocks noGrp="1" noChangeArrowheads="1"/>
          </p:cNvSpPr>
          <p:nvPr>
            <p:ph idx="1"/>
          </p:nvPr>
        </p:nvSpPr>
        <p:spPr/>
        <p:txBody>
          <a:bodyPr/>
          <a:lstStyle/>
          <a:p>
            <a:pPr algn="ctr" eaLnBrk="1" hangingPunct="1"/>
            <a:r>
              <a:rPr lang="zh-CN" altLang="en-US" sz="4000">
                <a:solidFill>
                  <a:schemeClr val="tx1"/>
                </a:solidFill>
              </a:rPr>
              <a:t>各个工具之间的转换</a:t>
            </a:r>
          </a:p>
          <a:p>
            <a:pPr algn="ctr" eaLnBrk="1" hangingPunct="1"/>
            <a:endParaRPr lang="zh-CN" altLang="en-US" sz="4000">
              <a:solidFill>
                <a:schemeClr val="tx1"/>
              </a:solidFill>
            </a:endParaRPr>
          </a:p>
          <a:p>
            <a:pPr algn="ctr" eaLnBrk="1" hangingPunct="1"/>
            <a:r>
              <a:rPr lang="zh-CN" altLang="en-US" sz="4000">
                <a:solidFill>
                  <a:srgbClr val="FF0000"/>
                </a:solidFill>
              </a:rPr>
              <a:t>正规式</a:t>
            </a:r>
          </a:p>
          <a:p>
            <a:pPr algn="ctr" eaLnBrk="1" hangingPunct="1"/>
            <a:r>
              <a:rPr lang="zh-CN" altLang="en-US" sz="4000">
                <a:solidFill>
                  <a:srgbClr val="FF0000"/>
                </a:solidFill>
              </a:rPr>
              <a:t>确定有限自动机</a:t>
            </a:r>
          </a:p>
          <a:p>
            <a:pPr algn="ctr" eaLnBrk="1" hangingPunct="1"/>
            <a:r>
              <a:rPr lang="zh-CN" altLang="en-US" sz="4000">
                <a:solidFill>
                  <a:srgbClr val="FF0000"/>
                </a:solidFill>
              </a:rPr>
              <a:t>非确定有限自动机</a:t>
            </a:r>
          </a:p>
          <a:p>
            <a:pPr algn="ctr" eaLnBrk="1" hangingPunct="1"/>
            <a:r>
              <a:rPr lang="zh-CN" altLang="en-US" sz="4000">
                <a:solidFill>
                  <a:schemeClr val="tx1"/>
                </a:solidFill>
              </a:rPr>
              <a:t>上面这些工具在接受语言方面是等价的</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05826" name="标题 1">
            <a:extLst>
              <a:ext uri="{FF2B5EF4-FFF2-40B4-BE49-F238E27FC236}">
                <a16:creationId xmlns:a16="http://schemas.microsoft.com/office/drawing/2014/main" id="{086381EB-8060-4C73-43E5-647D2AF0C040}"/>
              </a:ext>
            </a:extLst>
          </p:cNvPr>
          <p:cNvSpPr>
            <a:spLocks noGrp="1"/>
          </p:cNvSpPr>
          <p:nvPr>
            <p:ph type="title"/>
          </p:nvPr>
        </p:nvSpPr>
        <p:spPr/>
        <p:txBody>
          <a:bodyPr/>
          <a:lstStyle/>
          <a:p>
            <a:pPr eaLnBrk="1" hangingPunct="1"/>
            <a:r>
              <a:rPr lang="zh-CN" altLang="en-US"/>
              <a:t>第三章 词法分析重点</a:t>
            </a:r>
          </a:p>
        </p:txBody>
      </p:sp>
      <p:sp>
        <p:nvSpPr>
          <p:cNvPr id="205827" name="内容占位符 2">
            <a:extLst>
              <a:ext uri="{FF2B5EF4-FFF2-40B4-BE49-F238E27FC236}">
                <a16:creationId xmlns:a16="http://schemas.microsoft.com/office/drawing/2014/main" id="{8565ED72-80B5-9852-206F-E2FC0E0E5F00}"/>
              </a:ext>
            </a:extLst>
          </p:cNvPr>
          <p:cNvSpPr>
            <a:spLocks noGrp="1"/>
          </p:cNvSpPr>
          <p:nvPr>
            <p:ph idx="1"/>
          </p:nvPr>
        </p:nvSpPr>
        <p:spPr>
          <a:xfrm>
            <a:off x="2024063" y="1428750"/>
            <a:ext cx="8229600" cy="4686300"/>
          </a:xfrm>
        </p:spPr>
        <p:txBody>
          <a:bodyPr/>
          <a:lstStyle/>
          <a:p>
            <a:pPr eaLnBrk="1" hangingPunct="1"/>
            <a:r>
              <a:rPr lang="zh-CN" altLang="en-US" dirty="0"/>
              <a:t>状态转换图及词法分析器的构造</a:t>
            </a:r>
            <a:endParaRPr lang="en-US" altLang="zh-CN" dirty="0"/>
          </a:p>
          <a:p>
            <a:pPr eaLnBrk="1" hangingPunct="1"/>
            <a:r>
              <a:rPr lang="en-US" altLang="zh-CN" dirty="0"/>
              <a:t>NFA</a:t>
            </a:r>
            <a:r>
              <a:rPr lang="zh-CN" altLang="en-US" dirty="0"/>
              <a:t>确定化为</a:t>
            </a:r>
            <a:r>
              <a:rPr lang="en-US" altLang="zh-CN" dirty="0"/>
              <a:t>DFA</a:t>
            </a:r>
            <a:r>
              <a:rPr lang="zh-CN" altLang="en-US" dirty="0"/>
              <a:t>（子集算法）</a:t>
            </a:r>
            <a:endParaRPr lang="en-US" altLang="zh-CN" dirty="0"/>
          </a:p>
          <a:p>
            <a:pPr eaLnBrk="1" hangingPunct="1"/>
            <a:r>
              <a:rPr lang="en-US" altLang="zh-CN" dirty="0"/>
              <a:t>DFA</a:t>
            </a:r>
            <a:r>
              <a:rPr lang="zh-CN" altLang="en-US" dirty="0"/>
              <a:t>的最小化算法</a:t>
            </a:r>
            <a:endParaRPr lang="en-US" altLang="zh-CN" dirty="0"/>
          </a:p>
          <a:p>
            <a:pPr eaLnBrk="1" hangingPunct="1"/>
            <a:r>
              <a:rPr lang="zh-CN" altLang="en-US" dirty="0"/>
              <a:t>正规式及其对应的正规集</a:t>
            </a:r>
            <a:endParaRPr lang="en-US" altLang="zh-CN" dirty="0"/>
          </a:p>
          <a:p>
            <a:pPr eaLnBrk="1" hangingPunct="1"/>
            <a:r>
              <a:rPr lang="zh-CN" altLang="en-US" dirty="0"/>
              <a:t>与正规式等价的自动机</a:t>
            </a:r>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2" name="Picture 2">
            <a:extLst>
              <a:ext uri="{FF2B5EF4-FFF2-40B4-BE49-F238E27FC236}">
                <a16:creationId xmlns:a16="http://schemas.microsoft.com/office/drawing/2014/main" id="{F556EFE2-CD1A-CB1A-75E4-5AD462A6B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314" y="2052796"/>
            <a:ext cx="10606651" cy="275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07874" name="标题 1">
            <a:extLst>
              <a:ext uri="{FF2B5EF4-FFF2-40B4-BE49-F238E27FC236}">
                <a16:creationId xmlns:a16="http://schemas.microsoft.com/office/drawing/2014/main" id="{63CB953E-8607-B284-44DB-A37F3453C46B}"/>
              </a:ext>
            </a:extLst>
          </p:cNvPr>
          <p:cNvSpPr>
            <a:spLocks noGrp="1"/>
          </p:cNvSpPr>
          <p:nvPr>
            <p:ph type="title"/>
          </p:nvPr>
        </p:nvSpPr>
        <p:spPr/>
        <p:txBody>
          <a:bodyPr/>
          <a:lstStyle/>
          <a:p>
            <a:pPr eaLnBrk="1" hangingPunct="1"/>
            <a:r>
              <a:rPr lang="en-US" altLang="zh-CN"/>
              <a:t>3.4</a:t>
            </a:r>
            <a:r>
              <a:rPr lang="zh-CN" altLang="en-US"/>
              <a:t> 词法分析器的自动生成</a:t>
            </a:r>
          </a:p>
        </p:txBody>
      </p:sp>
      <p:sp>
        <p:nvSpPr>
          <p:cNvPr id="207875" name="内容占位符 2">
            <a:extLst>
              <a:ext uri="{FF2B5EF4-FFF2-40B4-BE49-F238E27FC236}">
                <a16:creationId xmlns:a16="http://schemas.microsoft.com/office/drawing/2014/main" id="{C9B1E1D8-1350-FEA6-AF0F-FAA0FF8AEF93}"/>
              </a:ext>
            </a:extLst>
          </p:cNvPr>
          <p:cNvSpPr>
            <a:spLocks noGrp="1"/>
          </p:cNvSpPr>
          <p:nvPr>
            <p:ph idx="1"/>
          </p:nvPr>
        </p:nvSpPr>
        <p:spPr>
          <a:xfrm>
            <a:off x="2024063" y="1428750"/>
            <a:ext cx="8229600" cy="4686300"/>
          </a:xfrm>
        </p:spPr>
        <p:txBody>
          <a:bodyPr/>
          <a:lstStyle/>
          <a:p>
            <a:pPr eaLnBrk="1" hangingPunct="1"/>
            <a:r>
              <a:rPr lang="zh-CN" altLang="en-US"/>
              <a:t>由于程序设计语言中的单词基本上都可用一组正规式来描述</a:t>
            </a:r>
            <a:endParaRPr lang="en-US" altLang="zh-CN"/>
          </a:p>
          <a:p>
            <a:pPr eaLnBrk="1" hangingPunct="1"/>
            <a:r>
              <a:rPr lang="zh-CN" altLang="en-US"/>
              <a:t>因此，我们希望有这样的生成系统，它根据一组正规式（</a:t>
            </a:r>
            <a:r>
              <a:rPr lang="zh-CN" altLang="en-US">
                <a:solidFill>
                  <a:srgbClr val="FF0000"/>
                </a:solidFill>
              </a:rPr>
              <a:t>描述各类单词词法结构</a:t>
            </a:r>
            <a:r>
              <a:rPr lang="zh-CN" altLang="en-US"/>
              <a:t>）</a:t>
            </a:r>
            <a:endParaRPr lang="en-US" altLang="zh-CN"/>
          </a:p>
          <a:p>
            <a:pPr eaLnBrk="1" hangingPunct="1"/>
            <a:r>
              <a:rPr lang="zh-CN" altLang="en-US"/>
              <a:t>以及所指出的识别各类单词时词法分析程序应采取的语义动作 </a:t>
            </a:r>
            <a:r>
              <a:rPr lang="en-US" altLang="zh-CN"/>
              <a:t>(</a:t>
            </a:r>
            <a:r>
              <a:rPr lang="zh-CN" altLang="en-US"/>
              <a:t>如回送单词的内部表示，进行常数的数制转换等等</a:t>
            </a:r>
            <a:r>
              <a:rPr lang="en-US" altLang="zh-CN"/>
              <a:t>)</a:t>
            </a:r>
            <a:r>
              <a:rPr lang="zh-CN" altLang="en-US"/>
              <a:t>便能自动地构造出相应的词法分析程序。</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80EBA8C-BCB2-6701-D1E0-9FAAE16D3964}"/>
              </a:ext>
            </a:extLst>
          </p:cNvPr>
          <p:cNvGrpSpPr>
            <a:grpSpLocks/>
          </p:cNvGrpSpPr>
          <p:nvPr/>
        </p:nvGrpSpPr>
        <p:grpSpPr bwMode="auto">
          <a:xfrm>
            <a:off x="2362200" y="3125788"/>
            <a:ext cx="6172200" cy="762000"/>
            <a:chOff x="528" y="1632"/>
            <a:chExt cx="3888" cy="480"/>
          </a:xfrm>
        </p:grpSpPr>
        <p:sp>
          <p:nvSpPr>
            <p:cNvPr id="208914" name="Rectangle 3">
              <a:extLst>
                <a:ext uri="{FF2B5EF4-FFF2-40B4-BE49-F238E27FC236}">
                  <a16:creationId xmlns:a16="http://schemas.microsoft.com/office/drawing/2014/main" id="{6D4488D2-D830-C622-F083-87CA2B207A23}"/>
                </a:ext>
              </a:extLst>
            </p:cNvPr>
            <p:cNvSpPr>
              <a:spLocks noChangeArrowheads="1"/>
            </p:cNvSpPr>
            <p:nvPr/>
          </p:nvSpPr>
          <p:spPr bwMode="auto">
            <a:xfrm>
              <a:off x="528" y="1728"/>
              <a:ext cx="1008" cy="24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A2AA6"/>
                  </a:solidFill>
                  <a:latin typeface="Times New Roman" panose="02020603050405020304" pitchFamily="18" charset="0"/>
                  <a:ea typeface="楷体_GB2312"/>
                  <a:cs typeface="楷体_GB2312"/>
                </a:rPr>
                <a:t>LEX</a:t>
              </a:r>
              <a:r>
                <a:rPr kumimoji="1" lang="zh-CN" altLang="en-US" sz="2400" b="1">
                  <a:solidFill>
                    <a:srgbClr val="2A2AA6"/>
                  </a:solidFill>
                  <a:latin typeface="Times New Roman" panose="02020603050405020304" pitchFamily="18" charset="0"/>
                  <a:ea typeface="楷体_GB2312"/>
                  <a:cs typeface="楷体_GB2312"/>
                </a:rPr>
                <a:t>源程序</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721924" name="Rectangle 4">
              <a:extLst>
                <a:ext uri="{FF2B5EF4-FFF2-40B4-BE49-F238E27FC236}">
                  <a16:creationId xmlns:a16="http://schemas.microsoft.com/office/drawing/2014/main" id="{89788DBC-529B-C73F-3858-1FA8E442F5A3}"/>
                </a:ext>
              </a:extLst>
            </p:cNvPr>
            <p:cNvSpPr>
              <a:spLocks noChangeArrowheads="1"/>
            </p:cNvSpPr>
            <p:nvPr/>
          </p:nvSpPr>
          <p:spPr bwMode="auto">
            <a:xfrm>
              <a:off x="1968" y="1632"/>
              <a:ext cx="624" cy="480"/>
            </a:xfrm>
            <a:prstGeom prst="rect">
              <a:avLst/>
            </a:prstGeom>
            <a:solidFill>
              <a:schemeClr val="bg2">
                <a:lumMod val="50000"/>
              </a:schemeClr>
            </a:solidFill>
            <a:ln w="9525">
              <a:noFill/>
              <a:miter lim="800000"/>
              <a:headEnd/>
              <a:tailEnd/>
            </a:ln>
            <a:effectLst>
              <a:prstShdw prst="shdw17" dist="17961" dir="2700000">
                <a:schemeClr val="accent1">
                  <a:gamma/>
                  <a:shade val="60000"/>
                  <a:invGamma/>
                </a:schemeClr>
              </a:prstShdw>
            </a:effectLst>
          </p:spPr>
          <p:txBody>
            <a:bodyPr wrap="none" anchor="ctr"/>
            <a:lstStyle/>
            <a:p>
              <a:pPr algn="ctr" fontAlgn="base">
                <a:spcBef>
                  <a:spcPct val="0"/>
                </a:spcBef>
                <a:spcAft>
                  <a:spcPct val="0"/>
                </a:spcAft>
                <a:defRPr/>
              </a:pPr>
              <a:r>
                <a:rPr kumimoji="1" lang="en-US" altLang="zh-CN" sz="2400" b="1" dirty="0">
                  <a:solidFill>
                    <a:srgbClr val="7A0077"/>
                  </a:solidFill>
                  <a:latin typeface="Times New Roman" pitchFamily="18" charset="0"/>
                  <a:ea typeface="楷体_GB2312" pitchFamily="49" charset="-122"/>
                </a:rPr>
                <a:t>LEX</a:t>
              </a:r>
            </a:p>
            <a:p>
              <a:pPr algn="ctr" fontAlgn="base">
                <a:spcBef>
                  <a:spcPct val="0"/>
                </a:spcBef>
                <a:spcAft>
                  <a:spcPct val="0"/>
                </a:spcAft>
                <a:defRPr/>
              </a:pPr>
              <a:r>
                <a:rPr kumimoji="1" lang="zh-CN" altLang="en-US" sz="2400" b="1" dirty="0">
                  <a:solidFill>
                    <a:srgbClr val="7A0077"/>
                  </a:solidFill>
                  <a:latin typeface="Times New Roman" pitchFamily="18" charset="0"/>
                  <a:ea typeface="楷体_GB2312" pitchFamily="49" charset="-122"/>
                </a:rPr>
                <a:t>编译器</a:t>
              </a:r>
            </a:p>
          </p:txBody>
        </p:sp>
        <p:sp>
          <p:nvSpPr>
            <p:cNvPr id="208916" name="Rectangle 5">
              <a:extLst>
                <a:ext uri="{FF2B5EF4-FFF2-40B4-BE49-F238E27FC236}">
                  <a16:creationId xmlns:a16="http://schemas.microsoft.com/office/drawing/2014/main" id="{A599429C-4F5D-7A46-70B5-9D18C7A9D661}"/>
                </a:ext>
              </a:extLst>
            </p:cNvPr>
            <p:cNvSpPr>
              <a:spLocks noChangeArrowheads="1"/>
            </p:cNvSpPr>
            <p:nvPr/>
          </p:nvSpPr>
          <p:spPr bwMode="auto">
            <a:xfrm>
              <a:off x="3072" y="1728"/>
              <a:ext cx="1344" cy="240"/>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FFD5"/>
                  </a:solidFill>
                  <a:latin typeface="Times New Roman" panose="02020603050405020304" pitchFamily="18" charset="0"/>
                  <a:ea typeface="楷体_GB2312"/>
                  <a:cs typeface="楷体_GB2312"/>
                </a:rPr>
                <a:t>C</a:t>
              </a:r>
              <a:r>
                <a:rPr kumimoji="1" lang="zh-CN" altLang="en-US" sz="2400" b="1">
                  <a:solidFill>
                    <a:srgbClr val="FFFFD5"/>
                  </a:solidFill>
                  <a:latin typeface="Times New Roman" panose="02020603050405020304" pitchFamily="18" charset="0"/>
                  <a:ea typeface="楷体_GB2312"/>
                  <a:cs typeface="楷体_GB2312"/>
                </a:rPr>
                <a:t>程序</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208917" name="Line 6">
              <a:extLst>
                <a:ext uri="{FF2B5EF4-FFF2-40B4-BE49-F238E27FC236}">
                  <a16:creationId xmlns:a16="http://schemas.microsoft.com/office/drawing/2014/main" id="{DBACE456-8CA1-9ECB-4136-0DF94DC56628}"/>
                </a:ext>
              </a:extLst>
            </p:cNvPr>
            <p:cNvSpPr>
              <a:spLocks noChangeShapeType="1"/>
            </p:cNvSpPr>
            <p:nvPr/>
          </p:nvSpPr>
          <p:spPr bwMode="auto">
            <a:xfrm>
              <a:off x="1536" y="1872"/>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08918" name="Line 7">
              <a:extLst>
                <a:ext uri="{FF2B5EF4-FFF2-40B4-BE49-F238E27FC236}">
                  <a16:creationId xmlns:a16="http://schemas.microsoft.com/office/drawing/2014/main" id="{DFFD677D-6CA5-22A6-B47B-AB112CA3D2E2}"/>
                </a:ext>
              </a:extLst>
            </p:cNvPr>
            <p:cNvSpPr>
              <a:spLocks noChangeShapeType="1"/>
            </p:cNvSpPr>
            <p:nvPr/>
          </p:nvSpPr>
          <p:spPr bwMode="auto">
            <a:xfrm>
              <a:off x="2592" y="187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208899" name="Rectangle 8">
            <a:extLst>
              <a:ext uri="{FF2B5EF4-FFF2-40B4-BE49-F238E27FC236}">
                <a16:creationId xmlns:a16="http://schemas.microsoft.com/office/drawing/2014/main" id="{9B583F4B-8BD3-3B5C-4EBE-968D4F40C44C}"/>
              </a:ext>
            </a:extLst>
          </p:cNvPr>
          <p:cNvSpPr>
            <a:spLocks noChangeArrowheads="1"/>
          </p:cNvSpPr>
          <p:nvPr/>
        </p:nvSpPr>
        <p:spPr bwMode="auto">
          <a:xfrm>
            <a:off x="1763714" y="503238"/>
            <a:ext cx="699928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eaLnBrk="0" fontAlgn="base" hangingPunct="0">
              <a:spcBef>
                <a:spcPct val="0"/>
              </a:spcBef>
              <a:spcAft>
                <a:spcPct val="0"/>
              </a:spcAft>
              <a:buClrTx/>
              <a:buSzTx/>
              <a:buNone/>
            </a:pPr>
            <a:r>
              <a:rPr kumimoji="1" lang="zh-CN" altLang="en-US" sz="2800" b="1">
                <a:solidFill>
                  <a:srgbClr val="CC00CC"/>
                </a:solidFill>
                <a:latin typeface="楷体_GB2312"/>
                <a:ea typeface="楷体_GB2312"/>
                <a:cs typeface="楷体_GB2312"/>
              </a:rPr>
              <a:t>词法分析程序的自动生成工具</a:t>
            </a:r>
            <a:r>
              <a:rPr kumimoji="1" lang="en-US" altLang="zh-CN" sz="2800" b="1">
                <a:solidFill>
                  <a:srgbClr val="CC00CC"/>
                </a:solidFill>
                <a:latin typeface="Times New Roman" panose="02020603050405020304" pitchFamily="18" charset="0"/>
                <a:ea typeface="楷体_GB2312"/>
                <a:cs typeface="楷体_GB2312"/>
              </a:rPr>
              <a:t>—</a:t>
            </a:r>
            <a:r>
              <a:rPr kumimoji="1" lang="en-US" altLang="zh-CN" sz="2800" b="1">
                <a:solidFill>
                  <a:srgbClr val="CC00CC"/>
                </a:solidFill>
                <a:latin typeface="楷体_GB2312"/>
                <a:ea typeface="楷体_GB2312"/>
                <a:cs typeface="楷体_GB2312"/>
              </a:rPr>
              <a:t>LEX</a:t>
            </a:r>
          </a:p>
        </p:txBody>
      </p:sp>
      <p:sp>
        <p:nvSpPr>
          <p:cNvPr id="208900" name="Line 9">
            <a:extLst>
              <a:ext uri="{FF2B5EF4-FFF2-40B4-BE49-F238E27FC236}">
                <a16:creationId xmlns:a16="http://schemas.microsoft.com/office/drawing/2014/main" id="{164A8B1E-180C-9362-5D7C-EE193FEC7B5E}"/>
              </a:ext>
            </a:extLst>
          </p:cNvPr>
          <p:cNvSpPr>
            <a:spLocks noChangeShapeType="1"/>
          </p:cNvSpPr>
          <p:nvPr/>
        </p:nvSpPr>
        <p:spPr bwMode="auto">
          <a:xfrm>
            <a:off x="1524000" y="1341438"/>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nvGrpSpPr>
          <p:cNvPr id="3" name="Group 11">
            <a:extLst>
              <a:ext uri="{FF2B5EF4-FFF2-40B4-BE49-F238E27FC236}">
                <a16:creationId xmlns:a16="http://schemas.microsoft.com/office/drawing/2014/main" id="{82090723-D390-A315-E52B-598E975D518D}"/>
              </a:ext>
            </a:extLst>
          </p:cNvPr>
          <p:cNvGrpSpPr>
            <a:grpSpLocks/>
          </p:cNvGrpSpPr>
          <p:nvPr/>
        </p:nvGrpSpPr>
        <p:grpSpPr bwMode="auto">
          <a:xfrm>
            <a:off x="2362200" y="4116388"/>
            <a:ext cx="6172200" cy="762000"/>
            <a:chOff x="528" y="1632"/>
            <a:chExt cx="3888" cy="480"/>
          </a:xfrm>
        </p:grpSpPr>
        <p:sp>
          <p:nvSpPr>
            <p:cNvPr id="208909" name="Rectangle 12">
              <a:extLst>
                <a:ext uri="{FF2B5EF4-FFF2-40B4-BE49-F238E27FC236}">
                  <a16:creationId xmlns:a16="http://schemas.microsoft.com/office/drawing/2014/main" id="{88A3F1F3-B555-1192-FE49-F6833F0C0D6B}"/>
                </a:ext>
              </a:extLst>
            </p:cNvPr>
            <p:cNvSpPr>
              <a:spLocks noChangeArrowheads="1"/>
            </p:cNvSpPr>
            <p:nvPr/>
          </p:nvSpPr>
          <p:spPr bwMode="auto">
            <a:xfrm>
              <a:off x="528" y="1728"/>
              <a:ext cx="1008" cy="24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A2AA6"/>
                  </a:solidFill>
                  <a:latin typeface="Times New Roman" panose="02020603050405020304" pitchFamily="18" charset="0"/>
                  <a:ea typeface="楷体_GB2312"/>
                  <a:cs typeface="楷体_GB2312"/>
                </a:rPr>
                <a:t>C</a:t>
              </a:r>
              <a:r>
                <a:rPr kumimoji="1" lang="zh-CN" altLang="en-US" sz="2400" b="1">
                  <a:solidFill>
                    <a:srgbClr val="2A2AA6"/>
                  </a:solidFill>
                  <a:latin typeface="Times New Roman" panose="02020603050405020304" pitchFamily="18" charset="0"/>
                  <a:ea typeface="楷体_GB2312"/>
                  <a:cs typeface="楷体_GB2312"/>
                </a:rPr>
                <a:t>程序</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721933" name="Rectangle 13">
              <a:extLst>
                <a:ext uri="{FF2B5EF4-FFF2-40B4-BE49-F238E27FC236}">
                  <a16:creationId xmlns:a16="http://schemas.microsoft.com/office/drawing/2014/main" id="{90E0F029-8E2D-05AD-DD1A-9249A1E32C87}"/>
                </a:ext>
              </a:extLst>
            </p:cNvPr>
            <p:cNvSpPr>
              <a:spLocks noChangeArrowheads="1"/>
            </p:cNvSpPr>
            <p:nvPr/>
          </p:nvSpPr>
          <p:spPr bwMode="auto">
            <a:xfrm>
              <a:off x="1968" y="1632"/>
              <a:ext cx="624" cy="480"/>
            </a:xfrm>
            <a:prstGeom prst="rect">
              <a:avLst/>
            </a:prstGeom>
            <a:solidFill>
              <a:schemeClr val="bg2">
                <a:lumMod val="50000"/>
              </a:schemeClr>
            </a:solidFill>
            <a:ln w="9525">
              <a:noFill/>
              <a:miter lim="800000"/>
              <a:headEnd/>
              <a:tailEnd/>
            </a:ln>
            <a:effectLst>
              <a:prstShdw prst="shdw17" dist="17961" dir="2700000">
                <a:schemeClr val="accent1">
                  <a:gamma/>
                  <a:shade val="60000"/>
                  <a:invGamma/>
                </a:schemeClr>
              </a:prstShdw>
            </a:effectLst>
          </p:spPr>
          <p:txBody>
            <a:bodyPr wrap="none" anchor="ctr"/>
            <a:lstStyle>
              <a:lvl1pPr eaLnBrk="0" hangingPunct="0">
                <a:defRPr sz="2000" b="1">
                  <a:solidFill>
                    <a:schemeClr val="tx2"/>
                  </a:solidFill>
                  <a:latin typeface="宋体" panose="02010600030101010101" pitchFamily="2" charset="-122"/>
                  <a:ea typeface="宋体" panose="02010600030101010101" pitchFamily="2" charset="-122"/>
                </a:defRPr>
              </a:lvl1pPr>
              <a:lvl2pPr marL="742950" indent="-285750" eaLnBrk="0" hangingPunct="0">
                <a:defRPr sz="2000" b="1">
                  <a:solidFill>
                    <a:schemeClr val="tx2"/>
                  </a:solidFill>
                  <a:latin typeface="宋体" panose="02010600030101010101" pitchFamily="2" charset="-122"/>
                  <a:ea typeface="宋体" panose="02010600030101010101" pitchFamily="2" charset="-122"/>
                </a:defRPr>
              </a:lvl2pPr>
              <a:lvl3pPr marL="1143000" indent="-228600" eaLnBrk="0" hangingPunct="0">
                <a:defRPr sz="2000" b="1">
                  <a:solidFill>
                    <a:schemeClr val="tx2"/>
                  </a:solidFill>
                  <a:latin typeface="宋体" panose="02010600030101010101" pitchFamily="2" charset="-122"/>
                  <a:ea typeface="宋体" panose="02010600030101010101" pitchFamily="2" charset="-122"/>
                </a:defRPr>
              </a:lvl3pPr>
              <a:lvl4pPr marL="1600200" indent="-228600" eaLnBrk="0" hangingPunct="0">
                <a:defRPr sz="2000" b="1">
                  <a:solidFill>
                    <a:schemeClr val="tx2"/>
                  </a:solidFill>
                  <a:latin typeface="宋体" panose="02010600030101010101" pitchFamily="2" charset="-122"/>
                  <a:ea typeface="宋体" panose="02010600030101010101" pitchFamily="2" charset="-122"/>
                </a:defRPr>
              </a:lvl4pPr>
              <a:lvl5pPr marL="2057400" indent="-228600" eaLnBrk="0" hangingPunct="0">
                <a:defRPr sz="20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2"/>
                  </a:solidFill>
                  <a:latin typeface="宋体" panose="02010600030101010101" pitchFamily="2" charset="-122"/>
                  <a:ea typeface="宋体" panose="02010600030101010101" pitchFamily="2" charset="-122"/>
                </a:defRPr>
              </a:lvl9pPr>
            </a:lstStyle>
            <a:p>
              <a:pPr algn="ctr" eaLnBrk="1" fontAlgn="base" hangingPunct="1">
                <a:spcBef>
                  <a:spcPct val="0"/>
                </a:spcBef>
                <a:spcAft>
                  <a:spcPct val="0"/>
                </a:spcAft>
                <a:defRPr/>
              </a:pPr>
              <a:r>
                <a:rPr kumimoji="1" lang="en-US" altLang="zh-CN" sz="2400">
                  <a:solidFill>
                    <a:srgbClr val="2A2AA6"/>
                  </a:solidFill>
                  <a:latin typeface="Times New Roman" panose="02020603050405020304" pitchFamily="18" charset="0"/>
                  <a:ea typeface="楷体_GB2312"/>
                  <a:cs typeface="楷体_GB2312"/>
                </a:rPr>
                <a:t>C</a:t>
              </a:r>
            </a:p>
            <a:p>
              <a:pPr algn="ctr" eaLnBrk="1" fontAlgn="base" hangingPunct="1">
                <a:spcBef>
                  <a:spcPct val="0"/>
                </a:spcBef>
                <a:spcAft>
                  <a:spcPct val="0"/>
                </a:spcAft>
                <a:defRPr/>
              </a:pPr>
              <a:r>
                <a:rPr kumimoji="1" lang="zh-CN" altLang="en-US" sz="2400">
                  <a:solidFill>
                    <a:srgbClr val="2A2AA6"/>
                  </a:solidFill>
                  <a:latin typeface="Times New Roman" panose="02020603050405020304" pitchFamily="18" charset="0"/>
                  <a:ea typeface="楷体_GB2312"/>
                  <a:cs typeface="楷体_GB2312"/>
                </a:rPr>
                <a:t>编译器</a:t>
              </a:r>
              <a:endParaRPr kumimoji="1" lang="zh-CN" altLang="en-US" sz="2400">
                <a:solidFill>
                  <a:srgbClr val="2F2F2F"/>
                </a:solidFill>
                <a:latin typeface="Times New Roman" panose="02020603050405020304" pitchFamily="18" charset="0"/>
                <a:ea typeface="楷体_GB2312"/>
                <a:cs typeface="楷体_GB2312"/>
              </a:endParaRPr>
            </a:p>
          </p:txBody>
        </p:sp>
        <p:sp>
          <p:nvSpPr>
            <p:cNvPr id="208911" name="Rectangle 14">
              <a:extLst>
                <a:ext uri="{FF2B5EF4-FFF2-40B4-BE49-F238E27FC236}">
                  <a16:creationId xmlns:a16="http://schemas.microsoft.com/office/drawing/2014/main" id="{8CC2B076-E4B5-DC03-51E9-013DF6CF40C1}"/>
                </a:ext>
              </a:extLst>
            </p:cNvPr>
            <p:cNvSpPr>
              <a:spLocks noChangeArrowheads="1"/>
            </p:cNvSpPr>
            <p:nvPr/>
          </p:nvSpPr>
          <p:spPr bwMode="auto">
            <a:xfrm>
              <a:off x="3072" y="1728"/>
              <a:ext cx="1344" cy="240"/>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FFD5"/>
                  </a:solidFill>
                  <a:latin typeface="Times New Roman" panose="02020603050405020304" pitchFamily="18" charset="0"/>
                  <a:ea typeface="楷体_GB2312"/>
                  <a:cs typeface="楷体_GB2312"/>
                </a:rPr>
                <a:t>词法分析程序</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208912" name="Line 15">
              <a:extLst>
                <a:ext uri="{FF2B5EF4-FFF2-40B4-BE49-F238E27FC236}">
                  <a16:creationId xmlns:a16="http://schemas.microsoft.com/office/drawing/2014/main" id="{2B0BF5C3-2B70-35F6-A129-DA379CBAEA03}"/>
                </a:ext>
              </a:extLst>
            </p:cNvPr>
            <p:cNvSpPr>
              <a:spLocks noChangeShapeType="1"/>
            </p:cNvSpPr>
            <p:nvPr/>
          </p:nvSpPr>
          <p:spPr bwMode="auto">
            <a:xfrm>
              <a:off x="1536" y="1872"/>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08913" name="Line 16">
              <a:extLst>
                <a:ext uri="{FF2B5EF4-FFF2-40B4-BE49-F238E27FC236}">
                  <a16:creationId xmlns:a16="http://schemas.microsoft.com/office/drawing/2014/main" id="{4D3364AE-B90B-C1BC-753C-EC7EEAB1B7D3}"/>
                </a:ext>
              </a:extLst>
            </p:cNvPr>
            <p:cNvSpPr>
              <a:spLocks noChangeShapeType="1"/>
            </p:cNvSpPr>
            <p:nvPr/>
          </p:nvSpPr>
          <p:spPr bwMode="auto">
            <a:xfrm>
              <a:off x="2592" y="187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4" name="Group 17">
            <a:extLst>
              <a:ext uri="{FF2B5EF4-FFF2-40B4-BE49-F238E27FC236}">
                <a16:creationId xmlns:a16="http://schemas.microsoft.com/office/drawing/2014/main" id="{D52BA273-C2BA-E4F1-D0F7-823DFBC071F6}"/>
              </a:ext>
            </a:extLst>
          </p:cNvPr>
          <p:cNvGrpSpPr>
            <a:grpSpLocks/>
          </p:cNvGrpSpPr>
          <p:nvPr/>
        </p:nvGrpSpPr>
        <p:grpSpPr bwMode="auto">
          <a:xfrm>
            <a:off x="2362200" y="5106988"/>
            <a:ext cx="6172200" cy="914400"/>
            <a:chOff x="528" y="1632"/>
            <a:chExt cx="3888" cy="480"/>
          </a:xfrm>
        </p:grpSpPr>
        <p:sp>
          <p:nvSpPr>
            <p:cNvPr id="208904" name="Rectangle 18">
              <a:extLst>
                <a:ext uri="{FF2B5EF4-FFF2-40B4-BE49-F238E27FC236}">
                  <a16:creationId xmlns:a16="http://schemas.microsoft.com/office/drawing/2014/main" id="{8A1C8602-3FFF-D233-2B10-94E7D71E5BC9}"/>
                </a:ext>
              </a:extLst>
            </p:cNvPr>
            <p:cNvSpPr>
              <a:spLocks noChangeArrowheads="1"/>
            </p:cNvSpPr>
            <p:nvPr/>
          </p:nvSpPr>
          <p:spPr bwMode="auto">
            <a:xfrm>
              <a:off x="528" y="1728"/>
              <a:ext cx="1008" cy="24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A2AA6"/>
                  </a:solidFill>
                  <a:latin typeface="Times New Roman" panose="02020603050405020304" pitchFamily="18" charset="0"/>
                  <a:ea typeface="楷体_GB2312"/>
                  <a:cs typeface="楷体_GB2312"/>
                </a:rPr>
                <a:t>输入流</a:t>
              </a:r>
            </a:p>
          </p:txBody>
        </p:sp>
        <p:sp>
          <p:nvSpPr>
            <p:cNvPr id="721939" name="Rectangle 19">
              <a:extLst>
                <a:ext uri="{FF2B5EF4-FFF2-40B4-BE49-F238E27FC236}">
                  <a16:creationId xmlns:a16="http://schemas.microsoft.com/office/drawing/2014/main" id="{84B0CA69-D3A3-1BCA-07EF-B3C21E5F9F57}"/>
                </a:ext>
              </a:extLst>
            </p:cNvPr>
            <p:cNvSpPr>
              <a:spLocks noChangeArrowheads="1"/>
            </p:cNvSpPr>
            <p:nvPr/>
          </p:nvSpPr>
          <p:spPr bwMode="auto">
            <a:xfrm>
              <a:off x="1968" y="1632"/>
              <a:ext cx="624" cy="480"/>
            </a:xfrm>
            <a:prstGeom prst="rect">
              <a:avLst/>
            </a:prstGeom>
            <a:solidFill>
              <a:schemeClr val="bg2">
                <a:lumMod val="50000"/>
              </a:schemeClr>
            </a:solidFill>
            <a:ln w="9525">
              <a:noFill/>
              <a:miter lim="800000"/>
              <a:headEnd/>
              <a:tailEnd/>
            </a:ln>
            <a:effectLst>
              <a:prstShdw prst="shdw17" dist="17961" dir="2700000">
                <a:schemeClr val="accent1">
                  <a:gamma/>
                  <a:shade val="60000"/>
                  <a:invGamma/>
                </a:schemeClr>
              </a:prstShdw>
            </a:effectLst>
          </p:spPr>
          <p:txBody>
            <a:bodyPr wrap="none" anchor="ctr"/>
            <a:lstStyle/>
            <a:p>
              <a:pPr algn="ctr" fontAlgn="base">
                <a:spcBef>
                  <a:spcPct val="0"/>
                </a:spcBef>
                <a:spcAft>
                  <a:spcPct val="0"/>
                </a:spcAft>
                <a:defRPr/>
              </a:pPr>
              <a:endParaRPr kumimoji="1" lang="en-US" altLang="zh-CN" sz="2400" b="1" dirty="0">
                <a:solidFill>
                  <a:srgbClr val="2A2AA6"/>
                </a:solidFill>
                <a:latin typeface="Times New Roman" pitchFamily="18" charset="0"/>
                <a:ea typeface="楷体_GB2312" pitchFamily="49" charset="-122"/>
              </a:endParaRPr>
            </a:p>
            <a:p>
              <a:pPr algn="ctr" fontAlgn="base">
                <a:spcBef>
                  <a:spcPct val="0"/>
                </a:spcBef>
                <a:spcAft>
                  <a:spcPct val="0"/>
                </a:spcAft>
                <a:defRPr/>
              </a:pPr>
              <a:r>
                <a:rPr kumimoji="1" lang="zh-CN" altLang="en-US" sz="2400" b="1" dirty="0">
                  <a:solidFill>
                    <a:srgbClr val="2A2AA6"/>
                  </a:solidFill>
                  <a:latin typeface="Times New Roman" pitchFamily="18" charset="0"/>
                  <a:ea typeface="楷体_GB2312" pitchFamily="49" charset="-122"/>
                </a:rPr>
                <a:t>词法分</a:t>
              </a:r>
            </a:p>
            <a:p>
              <a:pPr algn="ctr" fontAlgn="base">
                <a:spcBef>
                  <a:spcPct val="0"/>
                </a:spcBef>
                <a:spcAft>
                  <a:spcPct val="0"/>
                </a:spcAft>
                <a:defRPr/>
              </a:pPr>
              <a:r>
                <a:rPr kumimoji="1" lang="zh-CN" altLang="en-US" sz="2400" b="1" dirty="0">
                  <a:solidFill>
                    <a:srgbClr val="2A2AA6"/>
                  </a:solidFill>
                  <a:latin typeface="Times New Roman" pitchFamily="18" charset="0"/>
                  <a:ea typeface="楷体_GB2312" pitchFamily="49" charset="-122"/>
                </a:rPr>
                <a:t>析程序</a:t>
              </a:r>
            </a:p>
            <a:p>
              <a:pPr algn="ctr" fontAlgn="base">
                <a:spcBef>
                  <a:spcPct val="0"/>
                </a:spcBef>
                <a:spcAft>
                  <a:spcPct val="0"/>
                </a:spcAft>
                <a:defRPr/>
              </a:pPr>
              <a:endParaRPr kumimoji="1" lang="zh-CN" altLang="en-US" sz="2400" b="1" dirty="0">
                <a:solidFill>
                  <a:srgbClr val="2F2F2F"/>
                </a:solidFill>
                <a:latin typeface="Times New Roman" pitchFamily="18" charset="0"/>
                <a:ea typeface="楷体_GB2312" pitchFamily="49" charset="-122"/>
              </a:endParaRPr>
            </a:p>
          </p:txBody>
        </p:sp>
        <p:sp>
          <p:nvSpPr>
            <p:cNvPr id="208906" name="Rectangle 20">
              <a:extLst>
                <a:ext uri="{FF2B5EF4-FFF2-40B4-BE49-F238E27FC236}">
                  <a16:creationId xmlns:a16="http://schemas.microsoft.com/office/drawing/2014/main" id="{D3C1B8AA-3AA5-A7E4-A309-20B46398E8B6}"/>
                </a:ext>
              </a:extLst>
            </p:cNvPr>
            <p:cNvSpPr>
              <a:spLocks noChangeArrowheads="1"/>
            </p:cNvSpPr>
            <p:nvPr/>
          </p:nvSpPr>
          <p:spPr bwMode="auto">
            <a:xfrm>
              <a:off x="3072" y="1728"/>
              <a:ext cx="1344" cy="240"/>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FFD5"/>
                  </a:solidFill>
                  <a:latin typeface="Times New Roman" panose="02020603050405020304" pitchFamily="18" charset="0"/>
                  <a:ea typeface="楷体_GB2312"/>
                  <a:cs typeface="楷体_GB2312"/>
                </a:rPr>
                <a:t>单词序列</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208907" name="Line 21">
              <a:extLst>
                <a:ext uri="{FF2B5EF4-FFF2-40B4-BE49-F238E27FC236}">
                  <a16:creationId xmlns:a16="http://schemas.microsoft.com/office/drawing/2014/main" id="{18A37D09-B214-C869-EF54-2E172B4E4833}"/>
                </a:ext>
              </a:extLst>
            </p:cNvPr>
            <p:cNvSpPr>
              <a:spLocks noChangeShapeType="1"/>
            </p:cNvSpPr>
            <p:nvPr/>
          </p:nvSpPr>
          <p:spPr bwMode="auto">
            <a:xfrm>
              <a:off x="1536" y="1872"/>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08908" name="Line 22">
              <a:extLst>
                <a:ext uri="{FF2B5EF4-FFF2-40B4-BE49-F238E27FC236}">
                  <a16:creationId xmlns:a16="http://schemas.microsoft.com/office/drawing/2014/main" id="{C0F2F4E5-E02E-234C-D3D1-9C2D0E03308A}"/>
                </a:ext>
              </a:extLst>
            </p:cNvPr>
            <p:cNvSpPr>
              <a:spLocks noChangeShapeType="1"/>
            </p:cNvSpPr>
            <p:nvPr/>
          </p:nvSpPr>
          <p:spPr bwMode="auto">
            <a:xfrm>
              <a:off x="2592" y="187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208903" name="TextBox 21">
            <a:extLst>
              <a:ext uri="{FF2B5EF4-FFF2-40B4-BE49-F238E27FC236}">
                <a16:creationId xmlns:a16="http://schemas.microsoft.com/office/drawing/2014/main" id="{D257B5A4-6E7A-106B-0DD1-F91E71114B41}"/>
              </a:ext>
            </a:extLst>
          </p:cNvPr>
          <p:cNvSpPr txBox="1">
            <a:spLocks noChangeArrowheads="1"/>
          </p:cNvSpPr>
          <p:nvPr/>
        </p:nvSpPr>
        <p:spPr bwMode="auto">
          <a:xfrm>
            <a:off x="2135189" y="1897064"/>
            <a:ext cx="6624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800" b="1">
                <a:solidFill>
                  <a:srgbClr val="7A0077"/>
                </a:solidFill>
                <a:latin typeface="Times New Roman" panose="02020603050405020304" pitchFamily="18" charset="0"/>
                <a:ea typeface="楷体_GB2312"/>
                <a:cs typeface="楷体_GB2312"/>
              </a:rPr>
              <a:t>LEX </a:t>
            </a:r>
            <a:r>
              <a:rPr kumimoji="1" lang="zh-CN" altLang="en-US" sz="2800" b="1">
                <a:solidFill>
                  <a:srgbClr val="7A0077"/>
                </a:solidFill>
                <a:latin typeface="Times New Roman" panose="02020603050405020304" pitchFamily="18" charset="0"/>
                <a:ea typeface="楷体_GB2312"/>
                <a:cs typeface="楷体_GB2312"/>
              </a:rPr>
              <a:t>编译器： 如  </a:t>
            </a:r>
            <a:r>
              <a:rPr kumimoji="1" lang="en-US" altLang="zh-CN" sz="2800" b="1">
                <a:solidFill>
                  <a:srgbClr val="2F2F2F"/>
                </a:solidFill>
                <a:latin typeface="Times New Roman" panose="02020603050405020304" pitchFamily="18" charset="0"/>
                <a:ea typeface="楷体_GB2312"/>
                <a:cs typeface="楷体_GB2312"/>
              </a:rPr>
              <a:t>Parser Generator</a:t>
            </a:r>
            <a:endParaRPr lang="zh-CN" altLang="en-US" sz="2800" b="1">
              <a:solidFill>
                <a:srgbClr val="2F2F2F"/>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723970" name="AutoShape 2">
            <a:extLst>
              <a:ext uri="{FF2B5EF4-FFF2-40B4-BE49-F238E27FC236}">
                <a16:creationId xmlns:a16="http://schemas.microsoft.com/office/drawing/2014/main" id="{20C6836E-E6FB-F3B4-44B4-F1C76B42A3E4}"/>
              </a:ext>
            </a:extLst>
          </p:cNvPr>
          <p:cNvSpPr>
            <a:spLocks noChangeArrowheads="1"/>
          </p:cNvSpPr>
          <p:nvPr/>
        </p:nvSpPr>
        <p:spPr bwMode="auto">
          <a:xfrm>
            <a:off x="2057400" y="838200"/>
            <a:ext cx="4114800" cy="533400"/>
          </a:xfrm>
          <a:prstGeom prst="roundRect">
            <a:avLst>
              <a:gd name="adj" fmla="val 16667"/>
            </a:avLst>
          </a:prstGeom>
          <a:solidFill>
            <a:schemeClr val="bg2">
              <a:lumMod val="75000"/>
            </a:schemeClr>
          </a:solidFill>
          <a:ln w="9525">
            <a:noFill/>
            <a:round/>
            <a:headEnd/>
            <a:tailEnd/>
          </a:ln>
          <a:effectLst>
            <a:prstShdw prst="shdw17" dist="17961" dir="2700000">
              <a:schemeClr val="accent1">
                <a:gamma/>
                <a:shade val="60000"/>
                <a:invGamma/>
              </a:schemeClr>
            </a:prstShdw>
          </a:effectLst>
        </p:spPr>
        <p:txBody>
          <a:bodyPr wrap="none" anchor="ctr"/>
          <a:lstStyle/>
          <a:p>
            <a:pPr fontAlgn="base">
              <a:spcBef>
                <a:spcPct val="0"/>
              </a:spcBef>
              <a:spcAft>
                <a:spcPct val="0"/>
              </a:spcAft>
              <a:defRPr/>
            </a:pPr>
            <a:r>
              <a:rPr kumimoji="1" lang="en-US" altLang="zh-CN" sz="3600" b="1" dirty="0">
                <a:solidFill>
                  <a:srgbClr val="7A0077"/>
                </a:solidFill>
                <a:latin typeface="Times New Roman" pitchFamily="18" charset="0"/>
                <a:ea typeface="楷体_GB2312" pitchFamily="49" charset="-122"/>
              </a:rPr>
              <a:t>LEX</a:t>
            </a:r>
            <a:r>
              <a:rPr kumimoji="1" lang="zh-CN" altLang="zh-CN" sz="3600" b="1" dirty="0">
                <a:solidFill>
                  <a:srgbClr val="7A0077"/>
                </a:solidFill>
                <a:latin typeface="Times New Roman" pitchFamily="18" charset="0"/>
                <a:ea typeface="楷体_GB2312" pitchFamily="49" charset="-122"/>
              </a:rPr>
              <a:t>的源程序</a:t>
            </a:r>
            <a:endParaRPr kumimoji="1" lang="zh-CN" altLang="en-US" sz="3600" b="1" dirty="0">
              <a:solidFill>
                <a:srgbClr val="7A0077"/>
              </a:solidFill>
              <a:latin typeface="Times New Roman" pitchFamily="18" charset="0"/>
              <a:ea typeface="楷体_GB2312" pitchFamily="49" charset="-122"/>
            </a:endParaRPr>
          </a:p>
        </p:txBody>
      </p:sp>
      <p:sp>
        <p:nvSpPr>
          <p:cNvPr id="210947" name="Rectangle 3">
            <a:extLst>
              <a:ext uri="{FF2B5EF4-FFF2-40B4-BE49-F238E27FC236}">
                <a16:creationId xmlns:a16="http://schemas.microsoft.com/office/drawing/2014/main" id="{AD2865E0-8AFF-A75A-4CA0-1DC5A1430319}"/>
              </a:ext>
            </a:extLst>
          </p:cNvPr>
          <p:cNvSpPr>
            <a:spLocks noChangeArrowheads="1"/>
          </p:cNvSpPr>
          <p:nvPr/>
        </p:nvSpPr>
        <p:spPr bwMode="auto">
          <a:xfrm>
            <a:off x="2819400" y="1981200"/>
            <a:ext cx="6400800" cy="35052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lnSpc>
                <a:spcPct val="125000"/>
              </a:lnSpc>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一个</a:t>
            </a: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源程序主要由三个部分组成</a:t>
            </a:r>
          </a:p>
          <a:p>
            <a:pPr fontAlgn="base">
              <a:lnSpc>
                <a:spcPct val="125000"/>
              </a:lnSpc>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     说明部分     </a:t>
            </a:r>
            <a:r>
              <a:rPr kumimoji="1" lang="zh-CN" altLang="en-US" sz="2400" b="1">
                <a:solidFill>
                  <a:srgbClr val="2F2F2F"/>
                </a:solidFill>
                <a:latin typeface="Times New Roman" panose="02020603050405020304" pitchFamily="18" charset="0"/>
                <a:ea typeface="楷体_GB2312"/>
                <a:cs typeface="楷体_GB2312"/>
              </a:rPr>
              <a:t>－－可选</a:t>
            </a:r>
          </a:p>
          <a:p>
            <a:pPr lvl="1" fontAlgn="base">
              <a:lnSpc>
                <a:spcPct val="125000"/>
              </a:lnSpc>
              <a:spcBef>
                <a:spcPct val="0"/>
              </a:spcBef>
              <a:spcAft>
                <a:spcPct val="0"/>
              </a:spcAft>
              <a:buClrTx/>
              <a:buSzTx/>
              <a:buNone/>
            </a:pPr>
            <a:r>
              <a:rPr kumimoji="1" lang="en-US" altLang="zh-CN" sz="2400" b="1">
                <a:solidFill>
                  <a:srgbClr val="0000FF"/>
                </a:solidFill>
                <a:latin typeface="Times New Roman" panose="02020603050405020304" pitchFamily="18" charset="0"/>
                <a:ea typeface="楷体_GB2312"/>
                <a:cs typeface="楷体_GB2312"/>
              </a:rPr>
              <a:t>%%</a:t>
            </a:r>
            <a:r>
              <a:rPr kumimoji="1" lang="en-US" altLang="zh-CN" sz="2400" b="1">
                <a:solidFill>
                  <a:srgbClr val="FF0000"/>
                </a:solidFill>
                <a:latin typeface="Times New Roman" panose="02020603050405020304" pitchFamily="18" charset="0"/>
                <a:ea typeface="楷体_GB2312"/>
                <a:cs typeface="楷体_GB2312"/>
              </a:rPr>
              <a:t>             </a:t>
            </a:r>
            <a:r>
              <a:rPr kumimoji="1" lang="zh-CN" altLang="en-US" sz="2400" b="1">
                <a:solidFill>
                  <a:srgbClr val="2F2F2F"/>
                </a:solidFill>
                <a:latin typeface="Times New Roman" panose="02020603050405020304" pitchFamily="18" charset="0"/>
                <a:ea typeface="楷体_GB2312"/>
                <a:cs typeface="楷体_GB2312"/>
              </a:rPr>
              <a:t>－－必须有</a:t>
            </a:r>
            <a:endParaRPr kumimoji="1" lang="zh-CN" altLang="en-US" sz="2400" b="1">
              <a:solidFill>
                <a:srgbClr val="FF0000"/>
              </a:solidFill>
              <a:latin typeface="Times New Roman" panose="02020603050405020304" pitchFamily="18" charset="0"/>
              <a:ea typeface="楷体_GB2312"/>
              <a:cs typeface="楷体_GB2312"/>
            </a:endParaRPr>
          </a:p>
          <a:p>
            <a:pPr lvl="1" fontAlgn="base">
              <a:lnSpc>
                <a:spcPct val="125000"/>
              </a:lnSpc>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识别规则     </a:t>
            </a:r>
            <a:r>
              <a:rPr kumimoji="1" lang="zh-CN" altLang="en-US" sz="2400" b="1">
                <a:solidFill>
                  <a:srgbClr val="2F2F2F"/>
                </a:solidFill>
                <a:latin typeface="Times New Roman" panose="02020603050405020304" pitchFamily="18" charset="0"/>
                <a:ea typeface="楷体_GB2312"/>
                <a:cs typeface="楷体_GB2312"/>
              </a:rPr>
              <a:t>－－必须有（</a:t>
            </a: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的核心）</a:t>
            </a:r>
          </a:p>
          <a:p>
            <a:pPr lvl="1" fontAlgn="base">
              <a:lnSpc>
                <a:spcPct val="125000"/>
              </a:lnSpc>
              <a:spcBef>
                <a:spcPct val="0"/>
              </a:spcBef>
              <a:spcAft>
                <a:spcPct val="0"/>
              </a:spcAft>
              <a:buClrTx/>
              <a:buSzTx/>
              <a:buNone/>
            </a:pPr>
            <a:r>
              <a:rPr kumimoji="1" lang="en-US" altLang="zh-CN" sz="2400" b="1">
                <a:solidFill>
                  <a:srgbClr val="0000FF"/>
                </a:solidFill>
                <a:latin typeface="Times New Roman" panose="02020603050405020304" pitchFamily="18" charset="0"/>
                <a:ea typeface="楷体_GB2312"/>
                <a:cs typeface="楷体_GB2312"/>
              </a:rPr>
              <a:t>%%</a:t>
            </a:r>
            <a:r>
              <a:rPr kumimoji="1" lang="en-US" altLang="zh-CN" sz="2400" b="1">
                <a:solidFill>
                  <a:srgbClr val="FF0000"/>
                </a:solidFill>
                <a:latin typeface="Times New Roman" panose="02020603050405020304" pitchFamily="18" charset="0"/>
                <a:ea typeface="楷体_GB2312"/>
                <a:cs typeface="楷体_GB2312"/>
              </a:rPr>
              <a:t>             </a:t>
            </a:r>
            <a:r>
              <a:rPr kumimoji="1" lang="zh-CN" altLang="en-US" sz="2400" b="1">
                <a:solidFill>
                  <a:srgbClr val="2F2F2F"/>
                </a:solidFill>
                <a:latin typeface="Times New Roman" panose="02020603050405020304" pitchFamily="18" charset="0"/>
                <a:ea typeface="楷体_GB2312"/>
                <a:cs typeface="楷体_GB2312"/>
              </a:rPr>
              <a:t>－－可选</a:t>
            </a:r>
            <a:endParaRPr kumimoji="1" lang="zh-CN" altLang="en-US" sz="2400" b="1">
              <a:solidFill>
                <a:srgbClr val="FF0000"/>
              </a:solidFill>
              <a:latin typeface="Times New Roman" panose="02020603050405020304" pitchFamily="18" charset="0"/>
              <a:ea typeface="楷体_GB2312"/>
              <a:cs typeface="楷体_GB2312"/>
            </a:endParaRPr>
          </a:p>
          <a:p>
            <a:pPr lvl="1" fontAlgn="base">
              <a:lnSpc>
                <a:spcPct val="125000"/>
              </a:lnSpc>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辅助过程      </a:t>
            </a:r>
            <a:r>
              <a:rPr kumimoji="1" lang="zh-CN" altLang="en-US" sz="2400" b="1">
                <a:solidFill>
                  <a:srgbClr val="2F2F2F"/>
                </a:solidFill>
                <a:latin typeface="Times New Roman" panose="02020603050405020304" pitchFamily="18" charset="0"/>
                <a:ea typeface="楷体_GB2312"/>
                <a:cs typeface="楷体_GB2312"/>
              </a:rPr>
              <a:t>－－可选</a:t>
            </a:r>
            <a:endParaRPr kumimoji="1" lang="zh-CN" altLang="en-US" sz="2400" b="1">
              <a:solidFill>
                <a:srgbClr val="FF0000"/>
              </a:solidFill>
              <a:latin typeface="Times New Roman" panose="02020603050405020304" pitchFamily="18" charset="0"/>
              <a:ea typeface="楷体_GB2312"/>
              <a:cs typeface="楷体_GB2312"/>
            </a:endParaRPr>
          </a:p>
          <a:p>
            <a:pPr lvl="1" fontAlgn="base">
              <a:lnSpc>
                <a:spcPct val="125000"/>
              </a:lnSpc>
              <a:spcBef>
                <a:spcPct val="0"/>
              </a:spcBef>
              <a:spcAft>
                <a:spcPct val="0"/>
              </a:spcAft>
              <a:buClrTx/>
              <a:buSzTx/>
              <a:buNone/>
            </a:pPr>
            <a:endParaRPr kumimoji="1" lang="zh-CN" altLang="en-US" sz="2400" b="1">
              <a:solidFill>
                <a:srgbClr val="FF0000"/>
              </a:solidFill>
              <a:latin typeface="Times New Roman" panose="02020603050405020304" pitchFamily="18" charset="0"/>
              <a:ea typeface="楷体_GB2312"/>
              <a:cs typeface="楷体_GB2312"/>
            </a:endParaRPr>
          </a:p>
          <a:p>
            <a:pPr fontAlgn="base">
              <a:spcBef>
                <a:spcPct val="0"/>
              </a:spcBef>
              <a:spcAft>
                <a:spcPct val="0"/>
              </a:spcAft>
              <a:buClrTx/>
              <a:buSzTx/>
              <a:buNone/>
            </a:pPr>
            <a:endParaRPr kumimoji="1" lang="zh-CN" altLang="en-US" sz="2400" b="1">
              <a:solidFill>
                <a:srgbClr val="FF0000"/>
              </a:solidFill>
              <a:latin typeface="Times New Roman" panose="02020603050405020304" pitchFamily="18" charset="0"/>
              <a:ea typeface="楷体_GB2312"/>
              <a:cs typeface="楷体_GB231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15DFD91D-3897-24F1-916C-7CB3CD0FF59E}"/>
              </a:ext>
            </a:extLst>
          </p:cNvPr>
          <p:cNvSpPr>
            <a:spLocks noChangeArrowheads="1"/>
          </p:cNvSpPr>
          <p:nvPr/>
        </p:nvSpPr>
        <p:spPr bwMode="auto">
          <a:xfrm>
            <a:off x="1828800" y="762000"/>
            <a:ext cx="7162800" cy="76200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1</a:t>
            </a:r>
            <a:r>
              <a:rPr kumimoji="1" lang="zh-CN" altLang="en-US" sz="2400" b="1">
                <a:solidFill>
                  <a:srgbClr val="FF0000"/>
                </a:solidFill>
                <a:latin typeface="Times New Roman" panose="02020603050405020304" pitchFamily="18" charset="0"/>
                <a:ea typeface="楷体_GB2312"/>
                <a:cs typeface="楷体_GB2312"/>
              </a:rPr>
              <a:t>、说明部分</a:t>
            </a: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变量、常量说明和正规式定义</a:t>
            </a:r>
          </a:p>
        </p:txBody>
      </p:sp>
      <p:sp>
        <p:nvSpPr>
          <p:cNvPr id="212995" name="Rectangle 3">
            <a:extLst>
              <a:ext uri="{FF2B5EF4-FFF2-40B4-BE49-F238E27FC236}">
                <a16:creationId xmlns:a16="http://schemas.microsoft.com/office/drawing/2014/main" id="{353AFD0E-56A0-58C7-539A-22E2D7FC5CEC}"/>
              </a:ext>
            </a:extLst>
          </p:cNvPr>
          <p:cNvSpPr>
            <a:spLocks noChangeArrowheads="1"/>
          </p:cNvSpPr>
          <p:nvPr/>
        </p:nvSpPr>
        <p:spPr bwMode="auto">
          <a:xfrm>
            <a:off x="2590800" y="1752600"/>
            <a:ext cx="42672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正规式定义格式如下：</a:t>
            </a:r>
            <a:endParaRPr kumimoji="1" lang="zh-CN" altLang="en-US" sz="2400" b="1">
              <a:solidFill>
                <a:srgbClr val="2F2F2F"/>
              </a:solidFill>
              <a:latin typeface="Times New Roman" panose="02020603050405020304" pitchFamily="18" charset="0"/>
              <a:ea typeface="楷体_GB2312"/>
              <a:cs typeface="楷体_GB2312"/>
            </a:endParaRPr>
          </a:p>
          <a:p>
            <a:pPr lvl="1"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1</a:t>
            </a:r>
            <a:r>
              <a:rPr kumimoji="1" lang="en-US" altLang="zh-CN" sz="2400" b="1">
                <a:solidFill>
                  <a:srgbClr val="2F2F2F"/>
                </a:solidFill>
                <a:latin typeface="Times New Roman" panose="02020603050405020304" pitchFamily="18" charset="0"/>
                <a:ea typeface="楷体_GB2312"/>
                <a:cs typeface="楷体_GB2312"/>
              </a:rPr>
              <a:t>        R</a:t>
            </a:r>
            <a:r>
              <a:rPr kumimoji="1" lang="en-US" altLang="zh-CN" sz="1200" b="1">
                <a:solidFill>
                  <a:srgbClr val="2F2F2F"/>
                </a:solidFill>
                <a:latin typeface="Times New Roman" panose="02020603050405020304" pitchFamily="18" charset="0"/>
                <a:ea typeface="楷体_GB2312"/>
                <a:cs typeface="楷体_GB2312"/>
              </a:rPr>
              <a:t>1</a:t>
            </a:r>
            <a:r>
              <a:rPr kumimoji="1" lang="en-US" altLang="zh-CN" sz="2400" b="1">
                <a:solidFill>
                  <a:srgbClr val="2F2F2F"/>
                </a:solidFill>
                <a:latin typeface="Times New Roman" panose="02020603050405020304" pitchFamily="18" charset="0"/>
                <a:ea typeface="楷体_GB2312"/>
                <a:cs typeface="楷体_GB2312"/>
              </a:rPr>
              <a:t> </a:t>
            </a:r>
          </a:p>
          <a:p>
            <a:pPr lvl="1"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2</a:t>
            </a:r>
            <a:r>
              <a:rPr kumimoji="1" lang="en-US" altLang="zh-CN" sz="2400" b="1">
                <a:solidFill>
                  <a:srgbClr val="2F2F2F"/>
                </a:solidFill>
                <a:latin typeface="Times New Roman" panose="02020603050405020304" pitchFamily="18" charset="0"/>
                <a:ea typeface="楷体_GB2312"/>
                <a:cs typeface="楷体_GB2312"/>
              </a:rPr>
              <a:t>        R</a:t>
            </a:r>
            <a:r>
              <a:rPr kumimoji="1" lang="en-US" altLang="zh-CN" sz="1200" b="1">
                <a:solidFill>
                  <a:srgbClr val="2F2F2F"/>
                </a:solidFill>
                <a:latin typeface="Times New Roman" panose="02020603050405020304" pitchFamily="18" charset="0"/>
                <a:ea typeface="楷体_GB2312"/>
                <a:cs typeface="楷体_GB2312"/>
              </a:rPr>
              <a:t>2</a:t>
            </a:r>
            <a:endParaRPr kumimoji="1" lang="en-US" altLang="zh-CN" sz="2400" b="1">
              <a:solidFill>
                <a:srgbClr val="2F2F2F"/>
              </a:solidFill>
              <a:latin typeface="Times New Roman" panose="02020603050405020304" pitchFamily="18" charset="0"/>
              <a:ea typeface="楷体_GB2312"/>
              <a:cs typeface="楷体_GB2312"/>
            </a:endParaRPr>
          </a:p>
          <a:p>
            <a:pPr lvl="1"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a:t>
            </a:r>
          </a:p>
          <a:p>
            <a:pPr lvl="1"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a:t>
            </a:r>
          </a:p>
          <a:p>
            <a:pPr lvl="1"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n</a:t>
            </a:r>
            <a:r>
              <a:rPr kumimoji="1" lang="en-US" altLang="zh-CN" sz="2400" b="1">
                <a:solidFill>
                  <a:srgbClr val="2F2F2F"/>
                </a:solidFill>
                <a:latin typeface="Times New Roman" panose="02020603050405020304" pitchFamily="18" charset="0"/>
                <a:ea typeface="楷体_GB2312"/>
                <a:cs typeface="楷体_GB2312"/>
              </a:rPr>
              <a:t>        R</a:t>
            </a:r>
            <a:r>
              <a:rPr kumimoji="1" lang="en-US" altLang="zh-CN" sz="1200" b="1">
                <a:solidFill>
                  <a:srgbClr val="2F2F2F"/>
                </a:solidFill>
                <a:latin typeface="Times New Roman" panose="02020603050405020304" pitchFamily="18" charset="0"/>
                <a:ea typeface="楷体_GB2312"/>
                <a:cs typeface="楷体_GB2312"/>
              </a:rPr>
              <a:t>n</a:t>
            </a:r>
            <a:r>
              <a:rPr kumimoji="1" lang="en-US" altLang="zh-CN" sz="2400" b="1">
                <a:solidFill>
                  <a:srgbClr val="2F2F2F"/>
                </a:solidFill>
                <a:latin typeface="Times New Roman" panose="02020603050405020304" pitchFamily="18" charset="0"/>
                <a:ea typeface="楷体_GB2312"/>
                <a:cs typeface="楷体_GB2312"/>
              </a:rPr>
              <a:t>   </a:t>
            </a:r>
          </a:p>
        </p:txBody>
      </p:sp>
      <p:sp>
        <p:nvSpPr>
          <p:cNvPr id="726020" name="Rectangle 4">
            <a:extLst>
              <a:ext uri="{FF2B5EF4-FFF2-40B4-BE49-F238E27FC236}">
                <a16:creationId xmlns:a16="http://schemas.microsoft.com/office/drawing/2014/main" id="{6243A22C-AF30-34D1-A2DB-70D42C9838F5}"/>
              </a:ext>
            </a:extLst>
          </p:cNvPr>
          <p:cNvSpPr>
            <a:spLocks noChangeArrowheads="1"/>
          </p:cNvSpPr>
          <p:nvPr/>
        </p:nvSpPr>
        <p:spPr bwMode="auto">
          <a:xfrm>
            <a:off x="1981200" y="4038600"/>
            <a:ext cx="8001000" cy="1600200"/>
          </a:xfrm>
          <a:prstGeom prst="rect">
            <a:avLst/>
          </a:prstGeom>
          <a:solidFill>
            <a:srgbClr val="FFFFD5">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其中：</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R</a:t>
            </a:r>
            <a:r>
              <a:rPr kumimoji="1" lang="en-US" altLang="zh-CN" sz="1200" b="1">
                <a:solidFill>
                  <a:srgbClr val="2F2F2F"/>
                </a:solidFill>
                <a:latin typeface="Times New Roman" panose="02020603050405020304" pitchFamily="18" charset="0"/>
                <a:ea typeface="楷体_GB2312"/>
                <a:cs typeface="楷体_GB2312"/>
              </a:rPr>
              <a:t>1</a:t>
            </a:r>
            <a:r>
              <a:rPr kumimoji="1" lang="en-US" altLang="zh-CN" sz="2400" b="1">
                <a:solidFill>
                  <a:srgbClr val="2F2F2F"/>
                </a:solidFill>
                <a:latin typeface="Times New Roman" panose="02020603050405020304" pitchFamily="18" charset="0"/>
                <a:ea typeface="楷体_GB2312"/>
                <a:cs typeface="楷体_GB2312"/>
              </a:rPr>
              <a:t>,R</a:t>
            </a:r>
            <a:r>
              <a:rPr kumimoji="1" lang="en-US" altLang="zh-CN" sz="1200" b="1">
                <a:solidFill>
                  <a:srgbClr val="2F2F2F"/>
                </a:solidFill>
                <a:latin typeface="Times New Roman" panose="02020603050405020304" pitchFamily="18" charset="0"/>
                <a:ea typeface="楷体_GB2312"/>
                <a:cs typeface="楷体_GB2312"/>
              </a:rPr>
              <a:t>2</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R</a:t>
            </a:r>
            <a:r>
              <a:rPr kumimoji="1" lang="en-US" altLang="zh-CN" sz="1200" b="1">
                <a:solidFill>
                  <a:srgbClr val="2F2F2F"/>
                </a:solidFill>
                <a:latin typeface="Times New Roman" panose="02020603050405020304" pitchFamily="18" charset="0"/>
                <a:ea typeface="楷体_GB2312"/>
                <a:cs typeface="楷体_GB2312"/>
              </a:rPr>
              <a:t>n</a:t>
            </a:r>
            <a:r>
              <a:rPr kumimoji="1" lang="en-US" altLang="zh-CN" sz="2400" b="1">
                <a:solidFill>
                  <a:srgbClr val="2F2F2F"/>
                </a:solidFill>
                <a:latin typeface="Times New Roman" panose="02020603050405020304" pitchFamily="18" charset="0"/>
                <a:ea typeface="楷体_GB2312"/>
                <a:cs typeface="楷体_GB2312"/>
              </a:rPr>
              <a:t>   </a:t>
            </a:r>
            <a:r>
              <a:rPr kumimoji="1" lang="zh-CN" altLang="en-US" sz="2400" b="1">
                <a:solidFill>
                  <a:srgbClr val="2F2F2F"/>
                </a:solidFill>
                <a:latin typeface="Times New Roman" panose="02020603050405020304" pitchFamily="18" charset="0"/>
                <a:ea typeface="楷体_GB2312"/>
                <a:cs typeface="楷体_GB2312"/>
              </a:rPr>
              <a:t>为正规式</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1</a:t>
            </a: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2</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D</a:t>
            </a:r>
            <a:r>
              <a:rPr kumimoji="1" lang="en-US" altLang="zh-CN" sz="1200" b="1">
                <a:solidFill>
                  <a:srgbClr val="2F2F2F"/>
                </a:solidFill>
                <a:latin typeface="Times New Roman" panose="02020603050405020304" pitchFamily="18" charset="0"/>
                <a:ea typeface="楷体_GB2312"/>
                <a:cs typeface="楷体_GB2312"/>
              </a:rPr>
              <a:t>n     </a:t>
            </a:r>
            <a:r>
              <a:rPr kumimoji="1" lang="zh-CN" altLang="en-US" sz="2400" b="1">
                <a:solidFill>
                  <a:srgbClr val="2F2F2F"/>
                </a:solidFill>
                <a:latin typeface="Times New Roman" panose="02020603050405020304" pitchFamily="18" charset="0"/>
                <a:ea typeface="楷体_GB2312"/>
                <a:cs typeface="楷体_GB2312"/>
              </a:rPr>
              <a:t>为正规式名字</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26020"/>
                                        </p:tgtEl>
                                        <p:attrNameLst>
                                          <p:attrName>style.visibility</p:attrName>
                                        </p:attrNameLst>
                                      </p:cBhvr>
                                      <p:to>
                                        <p:strVal val="visible"/>
                                      </p:to>
                                    </p:set>
                                    <p:anim calcmode="lin" valueType="num">
                                      <p:cBhvr additive="base">
                                        <p:cTn id="7" dur="500" fill="hold"/>
                                        <p:tgtEl>
                                          <p:spTgt spid="726020"/>
                                        </p:tgtEl>
                                        <p:attrNameLst>
                                          <p:attrName>ppt_x</p:attrName>
                                        </p:attrNameLst>
                                      </p:cBhvr>
                                      <p:tavLst>
                                        <p:tav tm="0">
                                          <p:val>
                                            <p:strVal val="#ppt_x"/>
                                          </p:val>
                                        </p:tav>
                                        <p:tav tm="100000">
                                          <p:val>
                                            <p:strVal val="#ppt_x"/>
                                          </p:val>
                                        </p:tav>
                                      </p:tavLst>
                                    </p:anim>
                                    <p:anim calcmode="lin" valueType="num">
                                      <p:cBhvr additive="base">
                                        <p:cTn id="8" dur="500" fill="hold"/>
                                        <p:tgtEl>
                                          <p:spTgt spid="7260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20" grpId="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2B3E871C-465C-2CB9-0587-5029890081DA}"/>
              </a:ext>
            </a:extLst>
          </p:cNvPr>
          <p:cNvSpPr>
            <a:spLocks noChangeArrowheads="1"/>
          </p:cNvSpPr>
          <p:nvPr/>
        </p:nvSpPr>
        <p:spPr bwMode="auto">
          <a:xfrm>
            <a:off x="2286000" y="838200"/>
            <a:ext cx="7315200" cy="20574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例：标识符：</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digit           [0-9]</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letter          [A-Za-z]</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id              ({letter}|[_])({letter}|{digit}|[_])*</a:t>
            </a:r>
          </a:p>
        </p:txBody>
      </p:sp>
      <p:sp>
        <p:nvSpPr>
          <p:cNvPr id="728067" name="Rectangle 3">
            <a:extLst>
              <a:ext uri="{FF2B5EF4-FFF2-40B4-BE49-F238E27FC236}">
                <a16:creationId xmlns:a16="http://schemas.microsoft.com/office/drawing/2014/main" id="{E3CD9567-B324-7DF3-9632-DDB0C01ADE4B}"/>
              </a:ext>
            </a:extLst>
          </p:cNvPr>
          <p:cNvSpPr>
            <a:spLocks noChangeArrowheads="1"/>
          </p:cNvSpPr>
          <p:nvPr/>
        </p:nvSpPr>
        <p:spPr bwMode="auto">
          <a:xfrm>
            <a:off x="2286000" y="2890838"/>
            <a:ext cx="7315200" cy="19812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带符号整数：    </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integer               digit (digit)*</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sign                     +| - |ε</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signinteger          sign   integer</a:t>
            </a:r>
          </a:p>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15044" name="Text Box 4">
            <a:extLst>
              <a:ext uri="{FF2B5EF4-FFF2-40B4-BE49-F238E27FC236}">
                <a16:creationId xmlns:a16="http://schemas.microsoft.com/office/drawing/2014/main" id="{0BDA2203-83C2-1766-0F1D-C950A0823700}"/>
              </a:ext>
            </a:extLst>
          </p:cNvPr>
          <p:cNvSpPr txBox="1">
            <a:spLocks noChangeArrowheads="1"/>
          </p:cNvSpPr>
          <p:nvPr/>
        </p:nvSpPr>
        <p:spPr bwMode="auto">
          <a:xfrm>
            <a:off x="2590800" y="5029200"/>
            <a:ext cx="7010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800" b="1">
                <a:solidFill>
                  <a:srgbClr val="FF0000"/>
                </a:solidFill>
                <a:latin typeface="Times New Roman" panose="02020603050405020304" pitchFamily="18" charset="0"/>
                <a:ea typeface="楷体_GB2312"/>
                <a:cs typeface="楷体_GB2312"/>
              </a:rPr>
              <a:t>说明部分</a:t>
            </a:r>
            <a:r>
              <a:rPr kumimoji="1" lang="zh-CN" altLang="en-US" sz="2800" b="1">
                <a:solidFill>
                  <a:srgbClr val="2F2F2F"/>
                </a:solidFill>
                <a:latin typeface="Times New Roman" panose="02020603050405020304" pitchFamily="18" charset="0"/>
                <a:ea typeface="楷体_GB2312"/>
                <a:cs typeface="楷体_GB2312"/>
              </a:rPr>
              <a:t>可用一个名字代表一个正规式，增加程序的可读性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728067"/>
                                        </p:tgtEl>
                                        <p:attrNameLst>
                                          <p:attrName>style.visibility</p:attrName>
                                        </p:attrNameLst>
                                      </p:cBhvr>
                                      <p:to>
                                        <p:strVal val="visible"/>
                                      </p:to>
                                    </p:set>
                                    <p:animEffect transition="in" filter="barn(outHorizontal)">
                                      <p:cBhvr>
                                        <p:cTn id="7" dur="500"/>
                                        <p:tgtEl>
                                          <p:spTgt spid="72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7"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30DCBC64-D6AC-84B5-EEBA-D1F3C4B2678C}"/>
              </a:ext>
            </a:extLst>
          </p:cNvPr>
          <p:cNvSpPr>
            <a:spLocks noChangeArrowheads="1"/>
          </p:cNvSpPr>
          <p:nvPr/>
        </p:nvSpPr>
        <p:spPr bwMode="auto">
          <a:xfrm>
            <a:off x="1981200" y="762000"/>
            <a:ext cx="7924800" cy="22860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2</a:t>
            </a:r>
            <a:r>
              <a:rPr kumimoji="1" lang="zh-CN" altLang="en-US" sz="2400" b="1">
                <a:solidFill>
                  <a:srgbClr val="FF0000"/>
                </a:solidFill>
                <a:latin typeface="Times New Roman" panose="02020603050405020304" pitchFamily="18" charset="0"/>
                <a:ea typeface="楷体_GB2312"/>
                <a:cs typeface="楷体_GB2312"/>
              </a:rPr>
              <a:t>、识别规则：是一串如下形式的</a:t>
            </a: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语句：</a:t>
            </a:r>
          </a:p>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R1     {A1}  </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                                          R2      {A2}</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                                               ∶</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                                               ∶   </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                                          Rm     {Am}</a:t>
            </a:r>
          </a:p>
        </p:txBody>
      </p:sp>
      <p:sp>
        <p:nvSpPr>
          <p:cNvPr id="730115" name="Rectangle 3">
            <a:extLst>
              <a:ext uri="{FF2B5EF4-FFF2-40B4-BE49-F238E27FC236}">
                <a16:creationId xmlns:a16="http://schemas.microsoft.com/office/drawing/2014/main" id="{0447DAFE-AA77-9016-2D6D-BD32F46CF89D}"/>
              </a:ext>
            </a:extLst>
          </p:cNvPr>
          <p:cNvSpPr>
            <a:spLocks noChangeArrowheads="1"/>
          </p:cNvSpPr>
          <p:nvPr/>
        </p:nvSpPr>
        <p:spPr bwMode="auto">
          <a:xfrm>
            <a:off x="1981200" y="2971800"/>
            <a:ext cx="7924800" cy="2362200"/>
          </a:xfrm>
          <a:prstGeom prst="rect">
            <a:avLst/>
          </a:prstGeom>
          <a:solidFill>
            <a:srgbClr val="FFFFD5">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a:p>
            <a:pPr fontAlgn="base">
              <a:lnSpc>
                <a:spcPct val="120000"/>
              </a:lnSpc>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R</a:t>
            </a:r>
            <a:r>
              <a:rPr kumimoji="1" lang="en-US" altLang="zh-CN" sz="1200" b="1">
                <a:solidFill>
                  <a:srgbClr val="2F2F2F"/>
                </a:solidFill>
                <a:latin typeface="Times New Roman" panose="02020603050405020304" pitchFamily="18" charset="0"/>
                <a:ea typeface="楷体_GB2312"/>
                <a:cs typeface="楷体_GB2312"/>
              </a:rPr>
              <a:t>i </a:t>
            </a:r>
            <a:r>
              <a:rPr kumimoji="1" lang="zh-CN" altLang="en-US" sz="2400" b="1">
                <a:solidFill>
                  <a:srgbClr val="2F2F2F"/>
                </a:solidFill>
                <a:latin typeface="Times New Roman" panose="02020603050405020304" pitchFamily="18" charset="0"/>
                <a:ea typeface="楷体_GB2312"/>
                <a:cs typeface="楷体_GB2312"/>
              </a:rPr>
              <a:t>：</a:t>
            </a:r>
            <a:r>
              <a:rPr kumimoji="1" lang="zh-CN" altLang="zh-CN" sz="2400" b="1">
                <a:solidFill>
                  <a:srgbClr val="2F2F2F"/>
                </a:solidFill>
                <a:latin typeface="Times New Roman" panose="02020603050405020304" pitchFamily="18" charset="0"/>
                <a:ea typeface="楷体_GB2312"/>
                <a:cs typeface="楷体_GB2312"/>
              </a:rPr>
              <a:t>正规式</a:t>
            </a:r>
          </a:p>
          <a:p>
            <a:pPr fontAlgn="base">
              <a:lnSpc>
                <a:spcPct val="120000"/>
              </a:lnSpc>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{A</a:t>
            </a:r>
            <a:r>
              <a:rPr kumimoji="1" lang="en-US" altLang="zh-CN" sz="1200" b="1">
                <a:solidFill>
                  <a:srgbClr val="2F2F2F"/>
                </a:solidFill>
                <a:latin typeface="Times New Roman" panose="02020603050405020304" pitchFamily="18" charset="0"/>
                <a:ea typeface="楷体_GB2312"/>
                <a:cs typeface="楷体_GB2312"/>
              </a:rPr>
              <a:t>i</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A</a:t>
            </a:r>
            <a:r>
              <a:rPr kumimoji="1" lang="en-US" altLang="zh-CN" sz="1200" b="1">
                <a:solidFill>
                  <a:srgbClr val="2F2F2F"/>
                </a:solidFill>
                <a:latin typeface="Times New Roman" panose="02020603050405020304" pitchFamily="18" charset="0"/>
                <a:ea typeface="楷体_GB2312"/>
                <a:cs typeface="楷体_GB2312"/>
              </a:rPr>
              <a:t>i</a:t>
            </a:r>
            <a:r>
              <a:rPr kumimoji="1" lang="zh-CN" altLang="en-US" sz="2400" b="1">
                <a:solidFill>
                  <a:srgbClr val="2F2F2F"/>
                </a:solidFill>
                <a:latin typeface="Times New Roman" panose="02020603050405020304" pitchFamily="18" charset="0"/>
                <a:ea typeface="楷体_GB2312"/>
                <a:cs typeface="楷体_GB2312"/>
              </a:rPr>
              <a:t>为语句序列，在识别出单词</a:t>
            </a:r>
            <a:r>
              <a:rPr kumimoji="1" lang="en-US" altLang="zh-CN" sz="2400" b="1">
                <a:solidFill>
                  <a:srgbClr val="2F2F2F"/>
                </a:solidFill>
                <a:latin typeface="Times New Roman" panose="02020603050405020304" pitchFamily="18" charset="0"/>
                <a:ea typeface="楷体_GB2312"/>
                <a:cs typeface="楷体_GB2312"/>
              </a:rPr>
              <a:t>R</a:t>
            </a:r>
            <a:r>
              <a:rPr kumimoji="1" lang="en-US" altLang="zh-CN" sz="1200" b="1">
                <a:solidFill>
                  <a:srgbClr val="2F2F2F"/>
                </a:solidFill>
                <a:latin typeface="Times New Roman" panose="02020603050405020304" pitchFamily="18" charset="0"/>
                <a:ea typeface="楷体_GB2312"/>
                <a:cs typeface="楷体_GB2312"/>
              </a:rPr>
              <a:t>i</a:t>
            </a:r>
            <a:r>
              <a:rPr kumimoji="1" lang="zh-CN" altLang="en-US" sz="2400" b="1">
                <a:solidFill>
                  <a:srgbClr val="2F2F2F"/>
                </a:solidFill>
                <a:latin typeface="Times New Roman" panose="02020603050405020304" pitchFamily="18" charset="0"/>
                <a:ea typeface="楷体_GB2312"/>
                <a:cs typeface="楷体_GB2312"/>
              </a:rPr>
              <a:t>以后，词法分析器所应作的动作。</a:t>
            </a:r>
          </a:p>
          <a:p>
            <a:pPr fontAlgn="base">
              <a:lnSpc>
                <a:spcPct val="120000"/>
              </a:lnSpc>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其基本动作是返回单词的类别编码和单词值。</a:t>
            </a:r>
            <a:endParaRPr kumimoji="1" lang="zh-CN" altLang="zh-CN" sz="2400" b="1">
              <a:solidFill>
                <a:srgbClr val="2F2F2F"/>
              </a:solidFill>
              <a:latin typeface="Times New Roman" panose="02020603050405020304" pitchFamily="18" charset="0"/>
              <a:ea typeface="楷体_GB2312"/>
              <a:cs typeface="楷体_GB2312"/>
            </a:endParaRPr>
          </a:p>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730116" name="Rectangle 4">
            <a:extLst>
              <a:ext uri="{FF2B5EF4-FFF2-40B4-BE49-F238E27FC236}">
                <a16:creationId xmlns:a16="http://schemas.microsoft.com/office/drawing/2014/main" id="{046286A6-EF3D-4614-D8E7-F20B39BA4E8A}"/>
              </a:ext>
            </a:extLst>
          </p:cNvPr>
          <p:cNvSpPr>
            <a:spLocks noChangeArrowheads="1"/>
          </p:cNvSpPr>
          <p:nvPr/>
        </p:nvSpPr>
        <p:spPr bwMode="auto">
          <a:xfrm>
            <a:off x="2057400" y="5334000"/>
            <a:ext cx="7162800" cy="76200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3</a:t>
            </a:r>
            <a:r>
              <a:rPr kumimoji="1" lang="zh-CN" altLang="en-US" sz="2400" b="1">
                <a:solidFill>
                  <a:srgbClr val="FF0000"/>
                </a:solidFill>
                <a:latin typeface="Times New Roman" panose="02020603050405020304" pitchFamily="18" charset="0"/>
                <a:ea typeface="楷体_GB2312"/>
                <a:cs typeface="楷体_GB2312"/>
              </a:rPr>
              <a:t>、辅助过程</a:t>
            </a: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用户定义的子程序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nodeType="clickEffect">
                                  <p:stCondLst>
                                    <p:cond delay="0"/>
                                  </p:stCondLst>
                                  <p:childTnLst>
                                    <p:set>
                                      <p:cBhvr>
                                        <p:cTn id="6" dur="1" fill="hold">
                                          <p:stCondLst>
                                            <p:cond delay="0"/>
                                          </p:stCondLst>
                                        </p:cTn>
                                        <p:tgtEl>
                                          <p:spTgt spid="730115"/>
                                        </p:tgtEl>
                                        <p:attrNameLst>
                                          <p:attrName>style.visibility</p:attrName>
                                        </p:attrNameLst>
                                      </p:cBhvr>
                                      <p:to>
                                        <p:strVal val="visible"/>
                                      </p:to>
                                    </p:set>
                                    <p:anim calcmode="lin" valueType="num">
                                      <p:cBhvr>
                                        <p:cTn id="7" dur="500" fill="hold"/>
                                        <p:tgtEl>
                                          <p:spTgt spid="730115"/>
                                        </p:tgtEl>
                                        <p:attrNameLst>
                                          <p:attrName>ppt_x</p:attrName>
                                        </p:attrNameLst>
                                      </p:cBhvr>
                                      <p:tavLst>
                                        <p:tav tm="0">
                                          <p:val>
                                            <p:strVal val="#ppt_x"/>
                                          </p:val>
                                        </p:tav>
                                        <p:tav tm="100000">
                                          <p:val>
                                            <p:strVal val="#ppt_x"/>
                                          </p:val>
                                        </p:tav>
                                      </p:tavLst>
                                    </p:anim>
                                    <p:anim calcmode="lin" valueType="num">
                                      <p:cBhvr>
                                        <p:cTn id="8" dur="500" fill="hold"/>
                                        <p:tgtEl>
                                          <p:spTgt spid="730115"/>
                                        </p:tgtEl>
                                        <p:attrNameLst>
                                          <p:attrName>ppt_y</p:attrName>
                                        </p:attrNameLst>
                                      </p:cBhvr>
                                      <p:tavLst>
                                        <p:tav tm="0">
                                          <p:val>
                                            <p:strVal val="#ppt_y+#ppt_h/2"/>
                                          </p:val>
                                        </p:tav>
                                        <p:tav tm="100000">
                                          <p:val>
                                            <p:strVal val="#ppt_y"/>
                                          </p:val>
                                        </p:tav>
                                      </p:tavLst>
                                    </p:anim>
                                    <p:anim calcmode="lin" valueType="num">
                                      <p:cBhvr>
                                        <p:cTn id="9" dur="500" fill="hold"/>
                                        <p:tgtEl>
                                          <p:spTgt spid="730115"/>
                                        </p:tgtEl>
                                        <p:attrNameLst>
                                          <p:attrName>ppt_w</p:attrName>
                                        </p:attrNameLst>
                                      </p:cBhvr>
                                      <p:tavLst>
                                        <p:tav tm="0">
                                          <p:val>
                                            <p:strVal val="#ppt_w"/>
                                          </p:val>
                                        </p:tav>
                                        <p:tav tm="100000">
                                          <p:val>
                                            <p:strVal val="#ppt_w"/>
                                          </p:val>
                                        </p:tav>
                                      </p:tavLst>
                                    </p:anim>
                                    <p:anim calcmode="lin" valueType="num">
                                      <p:cBhvr>
                                        <p:cTn id="10" dur="500" fill="hold"/>
                                        <p:tgtEl>
                                          <p:spTgt spid="730115"/>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730116"/>
                                        </p:tgtEl>
                                        <p:attrNameLst>
                                          <p:attrName>style.visibility</p:attrName>
                                        </p:attrNameLst>
                                      </p:cBhvr>
                                      <p:to>
                                        <p:strVal val="visible"/>
                                      </p:to>
                                    </p:set>
                                    <p:anim calcmode="lin" valueType="num">
                                      <p:cBhvr additive="base">
                                        <p:cTn id="15" dur="500" fill="hold"/>
                                        <p:tgtEl>
                                          <p:spTgt spid="730116"/>
                                        </p:tgtEl>
                                        <p:attrNameLst>
                                          <p:attrName>ppt_x</p:attrName>
                                        </p:attrNameLst>
                                      </p:cBhvr>
                                      <p:tavLst>
                                        <p:tav tm="0">
                                          <p:val>
                                            <p:strVal val="0-#ppt_w/2"/>
                                          </p:val>
                                        </p:tav>
                                        <p:tav tm="100000">
                                          <p:val>
                                            <p:strVal val="#ppt_x"/>
                                          </p:val>
                                        </p:tav>
                                      </p:tavLst>
                                    </p:anim>
                                    <p:anim calcmode="lin" valueType="num">
                                      <p:cBhvr additive="base">
                                        <p:cTn id="16" dur="500" fill="hold"/>
                                        <p:tgtEl>
                                          <p:spTgt spid="730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5" grpId="0" animBg="1" autoUpdateAnimBg="0"/>
      <p:bldP spid="730116" grpId="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EABDCA64-1209-22E2-AB55-21D1C5800783}"/>
              </a:ext>
            </a:extLst>
          </p:cNvPr>
          <p:cNvSpPr>
            <a:spLocks noChangeArrowheads="1"/>
          </p:cNvSpPr>
          <p:nvPr/>
        </p:nvSpPr>
        <p:spPr bwMode="auto">
          <a:xfrm>
            <a:off x="1828800" y="685800"/>
            <a:ext cx="6477000" cy="685800"/>
          </a:xfrm>
          <a:prstGeom prst="rect">
            <a:avLst/>
          </a:prstGeom>
          <a:solidFill>
            <a:srgbClr val="FFFFD5"/>
          </a:solidFill>
          <a:ln>
            <a:noFill/>
          </a:ln>
          <a:effectLst>
            <a:prstShdw prst="shdw17" dist="17961" dir="2700000">
              <a:srgbClr val="99998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下面是识别</a:t>
            </a:r>
            <a:r>
              <a:rPr kumimoji="1" lang="en-US" altLang="zh-CN" sz="2400" b="1">
                <a:solidFill>
                  <a:srgbClr val="2F2F2F"/>
                </a:solidFill>
                <a:latin typeface="Times New Roman" panose="02020603050405020304" pitchFamily="18" charset="0"/>
                <a:ea typeface="楷体_GB2312"/>
                <a:cs typeface="楷体_GB2312"/>
              </a:rPr>
              <a:t>C</a:t>
            </a:r>
            <a:r>
              <a:rPr kumimoji="1" lang="zh-CN" altLang="en-US" sz="2400" b="1">
                <a:solidFill>
                  <a:srgbClr val="2F2F2F"/>
                </a:solidFill>
                <a:latin typeface="Times New Roman" panose="02020603050405020304" pitchFamily="18" charset="0"/>
                <a:ea typeface="楷体_GB2312"/>
                <a:cs typeface="楷体_GB2312"/>
              </a:rPr>
              <a:t>语言部分单词符号的</a:t>
            </a:r>
            <a:r>
              <a:rPr kumimoji="1" lang="en-US" altLang="zh-CN" sz="2400" b="1">
                <a:solidFill>
                  <a:srgbClr val="2F2F2F"/>
                </a:solidFill>
                <a:latin typeface="Times New Roman" panose="02020603050405020304" pitchFamily="18" charset="0"/>
                <a:ea typeface="楷体_GB2312"/>
                <a:cs typeface="楷体_GB2312"/>
              </a:rPr>
              <a:t>LEX</a:t>
            </a:r>
            <a:r>
              <a:rPr kumimoji="1" lang="zh-CN" altLang="en-US" sz="2400" b="1">
                <a:solidFill>
                  <a:srgbClr val="2F2F2F"/>
                </a:solidFill>
                <a:latin typeface="Times New Roman" panose="02020603050405020304" pitchFamily="18" charset="0"/>
                <a:ea typeface="楷体_GB2312"/>
                <a:cs typeface="楷体_GB2312"/>
              </a:rPr>
              <a:t>源程序：</a:t>
            </a:r>
          </a:p>
        </p:txBody>
      </p:sp>
      <p:sp>
        <p:nvSpPr>
          <p:cNvPr id="219139" name="Rectangle 3">
            <a:extLst>
              <a:ext uri="{FF2B5EF4-FFF2-40B4-BE49-F238E27FC236}">
                <a16:creationId xmlns:a16="http://schemas.microsoft.com/office/drawing/2014/main" id="{59878E3A-99FE-CC05-8CE4-67254C87643C}"/>
              </a:ext>
            </a:extLst>
          </p:cNvPr>
          <p:cNvSpPr>
            <a:spLocks noChangeArrowheads="1"/>
          </p:cNvSpPr>
          <p:nvPr/>
        </p:nvSpPr>
        <p:spPr bwMode="auto">
          <a:xfrm>
            <a:off x="2133600" y="1524000"/>
            <a:ext cx="79946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说明部分*</a:t>
            </a:r>
            <a:r>
              <a:rPr kumimoji="1" lang="en-US" altLang="zh-CN" sz="2400" b="1">
                <a:solidFill>
                  <a:srgbClr val="FF0000"/>
                </a:solidFill>
                <a:latin typeface="Times New Roman" panose="02020603050405020304" pitchFamily="18" charset="0"/>
                <a:ea typeface="楷体_GB2312"/>
                <a:cs typeface="楷体_GB2312"/>
              </a:rPr>
              <a:t>/</a:t>
            </a:r>
          </a:p>
          <a:p>
            <a:pPr fontAlgn="base">
              <a:spcBef>
                <a:spcPct val="0"/>
              </a:spcBef>
              <a:spcAft>
                <a:spcPct val="0"/>
              </a:spcAft>
              <a:buClrTx/>
              <a:buSzTx/>
              <a:buNone/>
            </a:pPr>
            <a:r>
              <a:rPr kumimoji="1" lang="en-US" altLang="zh-CN" sz="2400" b="1">
                <a:solidFill>
                  <a:srgbClr val="C47546"/>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digit           [0-9]</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letter          [A-Za-z]</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id              ({letter}|[_])({letter}|{digit}|[_])* </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识别规则，</a:t>
            </a:r>
            <a:r>
              <a:rPr kumimoji="1" lang="zh-CN" altLang="en-US" sz="2400" b="1">
                <a:solidFill>
                  <a:srgbClr val="2F2F2F"/>
                </a:solidFill>
                <a:latin typeface="Times New Roman" panose="02020603050405020304" pitchFamily="18" charset="0"/>
                <a:ea typeface="楷体_GB2312"/>
                <a:cs typeface="楷体_GB2312"/>
              </a:rPr>
              <a:t>每条规则中的动作都用大括号括起来</a:t>
            </a:r>
            <a:r>
              <a:rPr kumimoji="1" lang="zh-CN" altLang="en-US" sz="2400" b="1">
                <a:solidFill>
                  <a:srgbClr val="FF0000"/>
                </a:solidFill>
                <a:latin typeface="Times New Roman" panose="02020603050405020304" pitchFamily="18" charset="0"/>
                <a:ea typeface="楷体_GB2312"/>
                <a:cs typeface="楷体_GB2312"/>
              </a:rPr>
              <a:t>*</a:t>
            </a:r>
            <a:r>
              <a:rPr kumimoji="1" lang="en-US" altLang="zh-CN" sz="2400" b="1">
                <a:solidFill>
                  <a:srgbClr val="FF0000"/>
                </a:solidFill>
                <a:latin typeface="Times New Roman" panose="02020603050405020304" pitchFamily="18" charset="0"/>
                <a:ea typeface="楷体_GB2312"/>
                <a:cs typeface="楷体_GB2312"/>
              </a:rPr>
              <a:t>/</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“main”|”int”|”if”     {Upper(yytext,yyleng);</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printf("%s,KEY\n",yytext);}</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{id}                            {printf("%s,ID\n",yytext);}</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               {printf("%s,SYMBOL\n",yytext);}</a:t>
            </a:r>
          </a:p>
          <a:p>
            <a:pPr fontAlgn="base">
              <a:spcBef>
                <a:spcPct val="0"/>
              </a:spcBef>
              <a:spcAft>
                <a:spcPct val="0"/>
              </a:spcAft>
              <a:buClrTx/>
              <a:buSzTx/>
              <a:buNone/>
            </a:pPr>
            <a:endParaRPr kumimoji="1" lang="en-US" altLang="zh-CN" sz="2400" b="1">
              <a:solidFill>
                <a:srgbClr val="2F2F2F"/>
              </a:solidFill>
              <a:latin typeface="Times New Roman" panose="02020603050405020304" pitchFamily="18" charset="0"/>
              <a:ea typeface="楷体_GB2312"/>
              <a:cs typeface="楷体_GB2312"/>
            </a:endParaRP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yytext</a:t>
            </a:r>
            <a:r>
              <a:rPr kumimoji="1" lang="zh-CN" altLang="en-US" sz="2400" b="1">
                <a:solidFill>
                  <a:srgbClr val="FF0000"/>
                </a:solidFill>
                <a:latin typeface="Times New Roman" panose="02020603050405020304" pitchFamily="18" charset="0"/>
                <a:ea typeface="楷体_GB2312"/>
                <a:cs typeface="楷体_GB2312"/>
              </a:rPr>
              <a:t>为</a:t>
            </a: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内部名字</a:t>
            </a: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 当前行为匹配的串</a:t>
            </a:r>
            <a:endParaRPr lang="zh-CN" altLang="en-US" sz="2400" b="1">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buClrTx/>
              <a:buSzTx/>
              <a:buNone/>
            </a:pPr>
            <a:endParaRPr kumimoji="1" lang="en-US" altLang="zh-CN" sz="2400" b="1">
              <a:solidFill>
                <a:srgbClr val="2F2F2F"/>
              </a:solidFill>
              <a:latin typeface="Times New Roman" panose="02020603050405020304" pitchFamily="18" charset="0"/>
              <a:ea typeface="楷体_GB2312"/>
              <a:cs typeface="楷体_GB2312"/>
            </a:endParaRPr>
          </a:p>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21186" name="Text Box 2">
            <a:extLst>
              <a:ext uri="{FF2B5EF4-FFF2-40B4-BE49-F238E27FC236}">
                <a16:creationId xmlns:a16="http://schemas.microsoft.com/office/drawing/2014/main" id="{9D2DB23F-E965-BA38-176F-0D0C2450EF5D}"/>
              </a:ext>
            </a:extLst>
          </p:cNvPr>
          <p:cNvSpPr txBox="1">
            <a:spLocks noChangeArrowheads="1"/>
          </p:cNvSpPr>
          <p:nvPr/>
        </p:nvSpPr>
        <p:spPr bwMode="auto">
          <a:xfrm>
            <a:off x="2514600" y="685801"/>
            <a:ext cx="6477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a:t>
            </a:r>
          </a:p>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辅助过程*</a:t>
            </a:r>
            <a:r>
              <a:rPr kumimoji="1" lang="en-US" altLang="zh-CN" sz="2400" b="1">
                <a:solidFill>
                  <a:srgbClr val="FF0000"/>
                </a:solidFill>
                <a:latin typeface="Times New Roman" panose="02020603050405020304" pitchFamily="18" charset="0"/>
                <a:ea typeface="楷体_GB2312"/>
                <a:cs typeface="楷体_GB2312"/>
              </a:rPr>
              <a:t>/</a:t>
            </a:r>
            <a:endParaRPr kumimoji="1" lang="en-US" altLang="zh-CN" sz="2400" b="1">
              <a:solidFill>
                <a:srgbClr val="2F2F2F"/>
              </a:solidFill>
              <a:latin typeface="Times New Roman" panose="02020603050405020304" pitchFamily="18" charset="0"/>
              <a:ea typeface="宋体" panose="02010600030101010101" pitchFamily="2" charset="-122"/>
            </a:endParaRP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Upper(char *s,int length)</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     int i;</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        for(i=0;i&lt; length ;i++)</a:t>
            </a:r>
          </a:p>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宋体" panose="02010600030101010101" pitchFamily="2" charset="-122"/>
              </a:rPr>
              <a:t>　　　</a:t>
            </a:r>
            <a:r>
              <a:rPr kumimoji="1" lang="en-US" altLang="zh-CN" sz="2400" b="1">
                <a:solidFill>
                  <a:srgbClr val="2F2F2F"/>
                </a:solidFill>
                <a:latin typeface="Times New Roman" panose="02020603050405020304" pitchFamily="18" charset="0"/>
                <a:ea typeface="宋体" panose="02010600030101010101" pitchFamily="2" charset="-122"/>
              </a:rPr>
              <a:t>s[i]=toupper(s[i]);</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void main(void)  </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        yylex();</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宋体" panose="02010600030101010101" pitchFamily="2" charset="-122"/>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3DBC9741-1AC0-36B5-5F22-7335D99896E9}"/>
              </a:ext>
            </a:extLst>
          </p:cNvPr>
          <p:cNvSpPr>
            <a:spLocks noChangeArrowheads="1"/>
          </p:cNvSpPr>
          <p:nvPr/>
        </p:nvSpPr>
        <p:spPr bwMode="auto">
          <a:xfrm>
            <a:off x="1981200" y="1143000"/>
            <a:ext cx="8229600" cy="4876800"/>
          </a:xfrm>
          <a:prstGeom prst="rect">
            <a:avLst/>
          </a:prstGeom>
          <a:solidFill>
            <a:srgbClr val="FFFFFF"/>
          </a:solidFill>
          <a:ln w="9525">
            <a:solidFill>
              <a:srgbClr val="000000"/>
            </a:solidFill>
            <a:miter lim="800000"/>
            <a:headEnd/>
            <a:tailEnd/>
          </a:ln>
        </p:spPr>
        <p:txBody>
          <a:bodyPr/>
          <a:lstStyle>
            <a:lvl1pPr marL="342900" indent="-342900">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Aft>
                <a:spcPct val="0"/>
              </a:spcAft>
              <a:buClrTx/>
              <a:buSzTx/>
              <a:buNone/>
            </a:pPr>
            <a:r>
              <a:rPr kumimoji="1" lang="zh-CN" altLang="zh-CN" b="1">
                <a:solidFill>
                  <a:srgbClr val="2F2F2F"/>
                </a:solidFill>
                <a:latin typeface="Times New Roman" panose="02020603050405020304" pitchFamily="18" charset="0"/>
                <a:ea typeface="宋体" panose="02010600030101010101" pitchFamily="2" charset="-122"/>
              </a:rPr>
              <a:t>	</a:t>
            </a:r>
            <a:r>
              <a:rPr kumimoji="1" lang="en-US" altLang="zh-CN" b="1">
                <a:solidFill>
                  <a:srgbClr val="0000FF"/>
                </a:solidFill>
                <a:latin typeface="楷体_GB2312"/>
                <a:ea typeface="楷体_GB2312"/>
                <a:cs typeface="楷体_GB2312"/>
              </a:rPr>
              <a:t>LEX</a:t>
            </a:r>
            <a:r>
              <a:rPr kumimoji="1" lang="zh-CN" altLang="en-US" b="1">
                <a:solidFill>
                  <a:srgbClr val="0000FF"/>
                </a:solidFill>
                <a:latin typeface="楷体_GB2312"/>
                <a:ea typeface="楷体_GB2312"/>
                <a:cs typeface="楷体_GB2312"/>
              </a:rPr>
              <a:t>遇到以下三种情况之一，就会把程序内容照抄过去：</a:t>
            </a:r>
          </a:p>
          <a:p>
            <a:pPr lvl="1" algn="just" fontAlgn="base">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1</a:t>
            </a:r>
            <a:r>
              <a:rPr kumimoji="1" lang="zh-CN" altLang="en-US" sz="2400" b="1">
                <a:solidFill>
                  <a:srgbClr val="2F2F2F"/>
                </a:solidFill>
                <a:latin typeface="Times New Roman" panose="02020603050405020304" pitchFamily="18" charset="0"/>
                <a:ea typeface="楷体_GB2312"/>
                <a:cs typeface="楷体_GB2312"/>
              </a:rPr>
              <a:t>）介于</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和</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之间的所有内容。</a:t>
            </a:r>
          </a:p>
          <a:p>
            <a:pPr lvl="1" algn="just" fontAlgn="base">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lvl="1" algn="just" fontAlgn="base">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#include "stdio.h"</a:t>
            </a:r>
          </a:p>
          <a:p>
            <a:pPr lvl="1" algn="just" fontAlgn="base">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#include "ctype.h"</a:t>
            </a:r>
          </a:p>
          <a:p>
            <a:pPr lvl="1" algn="just" fontAlgn="base">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lvl="1" algn="just" fontAlgn="base">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2</a:t>
            </a:r>
            <a:r>
              <a:rPr kumimoji="1" lang="zh-CN" altLang="en-US" sz="2400" b="1">
                <a:solidFill>
                  <a:srgbClr val="2F2F2F"/>
                </a:solidFill>
                <a:latin typeface="Times New Roman" panose="02020603050405020304" pitchFamily="18" charset="0"/>
                <a:ea typeface="楷体_GB2312"/>
                <a:cs typeface="楷体_GB2312"/>
              </a:rPr>
              <a:t>）出现在第二个</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之后的所有内容，即辅助过程部分均被照抄过去。</a:t>
            </a:r>
          </a:p>
          <a:p>
            <a:pPr lvl="1" algn="just" fontAlgn="base">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Times New Roman" panose="02020603050405020304" pitchFamily="18" charset="0"/>
                <a:ea typeface="楷体_GB2312"/>
                <a:cs typeface="楷体_GB2312"/>
              </a:rPr>
              <a:t>3</a:t>
            </a:r>
            <a:r>
              <a:rPr kumimoji="1" lang="zh-CN" altLang="en-US" sz="2400" b="1">
                <a:solidFill>
                  <a:srgbClr val="2F2F2F"/>
                </a:solidFill>
                <a:latin typeface="Times New Roman" panose="02020603050405020304" pitchFamily="18" charset="0"/>
                <a:ea typeface="楷体_GB2312"/>
                <a:cs typeface="楷体_GB2312"/>
              </a:rPr>
              <a:t>）写在以空格或</a:t>
            </a:r>
            <a:r>
              <a:rPr kumimoji="1" lang="en-US" altLang="zh-CN" sz="2400" b="1">
                <a:solidFill>
                  <a:srgbClr val="2F2F2F"/>
                </a:solidFill>
                <a:latin typeface="Times New Roman" panose="02020603050405020304" pitchFamily="18" charset="0"/>
                <a:ea typeface="楷体_GB2312"/>
                <a:cs typeface="楷体_GB2312"/>
              </a:rPr>
              <a:t>tab</a:t>
            </a:r>
            <a:r>
              <a:rPr kumimoji="1" lang="zh-CN" altLang="en-US" sz="2400" b="1">
                <a:solidFill>
                  <a:srgbClr val="2F2F2F"/>
                </a:solidFill>
                <a:latin typeface="Times New Roman" panose="02020603050405020304" pitchFamily="18" charset="0"/>
                <a:ea typeface="楷体_GB2312"/>
                <a:cs typeface="楷体_GB2312"/>
              </a:rPr>
              <a:t>开头的行中的内容。因此，</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和</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Times New Roman" panose="02020603050405020304" pitchFamily="18" charset="0"/>
                <a:ea typeface="楷体_GB2312"/>
                <a:cs typeface="楷体_GB2312"/>
              </a:rPr>
              <a:t>以及识别规则必须从第一列写起。</a:t>
            </a:r>
          </a:p>
          <a:p>
            <a:pPr fontAlgn="base">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23235" name="AutoShape 3">
            <a:extLst>
              <a:ext uri="{FF2B5EF4-FFF2-40B4-BE49-F238E27FC236}">
                <a16:creationId xmlns:a16="http://schemas.microsoft.com/office/drawing/2014/main" id="{1C6F09E3-C513-271C-392B-1A7CEAAA13CE}"/>
              </a:ext>
            </a:extLst>
          </p:cNvPr>
          <p:cNvSpPr>
            <a:spLocks noChangeArrowheads="1"/>
          </p:cNvSpPr>
          <p:nvPr/>
        </p:nvSpPr>
        <p:spPr bwMode="auto">
          <a:xfrm>
            <a:off x="1752600" y="533400"/>
            <a:ext cx="3581400" cy="609600"/>
          </a:xfrm>
          <a:prstGeom prst="roundRect">
            <a:avLst>
              <a:gd name="adj" fmla="val 16667"/>
            </a:avLst>
          </a:prstGeom>
          <a:solidFill>
            <a:srgbClr val="A7A7FF"/>
          </a:solidFill>
          <a:ln>
            <a:noFill/>
          </a:ln>
          <a:effectLst>
            <a:prstShdw prst="shdw17" dist="17961" dir="2700000">
              <a:srgbClr val="646499"/>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LEX</a:t>
            </a:r>
            <a:r>
              <a:rPr kumimoji="1" lang="zh-CN" altLang="en-US" sz="2400" b="1">
                <a:solidFill>
                  <a:srgbClr val="2F2F2F"/>
                </a:solidFill>
                <a:latin typeface="Times New Roman" panose="02020603050405020304" pitchFamily="18" charset="0"/>
                <a:ea typeface="楷体_GB2312"/>
                <a:cs typeface="楷体_GB2312"/>
              </a:rPr>
              <a:t>输出文件的生成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60834">
                                            <p:txEl>
                                              <p:pRg st="0" end="0"/>
                                            </p:txEl>
                                          </p:spTgt>
                                        </p:tgtEl>
                                        <p:attrNameLst>
                                          <p:attrName>style.visibility</p:attrName>
                                        </p:attrNameLst>
                                      </p:cBhvr>
                                      <p:to>
                                        <p:strVal val="visible"/>
                                      </p:to>
                                    </p:set>
                                    <p:animEffect transition="in" filter="box(in)">
                                      <p:cBhvr>
                                        <p:cTn id="7" dur="500"/>
                                        <p:tgtEl>
                                          <p:spTgt spid="7608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60834">
                                            <p:txEl>
                                              <p:pRg st="1" end="1"/>
                                            </p:txEl>
                                          </p:spTgt>
                                        </p:tgtEl>
                                        <p:attrNameLst>
                                          <p:attrName>style.visibility</p:attrName>
                                        </p:attrNameLst>
                                      </p:cBhvr>
                                      <p:to>
                                        <p:strVal val="visible"/>
                                      </p:to>
                                    </p:set>
                                    <p:animEffect transition="in" filter="box(in)">
                                      <p:cBhvr>
                                        <p:cTn id="12" dur="500"/>
                                        <p:tgtEl>
                                          <p:spTgt spid="7608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60834">
                                            <p:txEl>
                                              <p:pRg st="2" end="2"/>
                                            </p:txEl>
                                          </p:spTgt>
                                        </p:tgtEl>
                                        <p:attrNameLst>
                                          <p:attrName>style.visibility</p:attrName>
                                        </p:attrNameLst>
                                      </p:cBhvr>
                                      <p:to>
                                        <p:strVal val="visible"/>
                                      </p:to>
                                    </p:set>
                                    <p:animEffect transition="in" filter="box(in)">
                                      <p:cBhvr>
                                        <p:cTn id="17" dur="500"/>
                                        <p:tgtEl>
                                          <p:spTgt spid="76083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760834">
                                            <p:txEl>
                                              <p:pRg st="3" end="3"/>
                                            </p:txEl>
                                          </p:spTgt>
                                        </p:tgtEl>
                                        <p:attrNameLst>
                                          <p:attrName>style.visibility</p:attrName>
                                        </p:attrNameLst>
                                      </p:cBhvr>
                                      <p:to>
                                        <p:strVal val="visible"/>
                                      </p:to>
                                    </p:set>
                                    <p:animEffect transition="in" filter="box(in)">
                                      <p:cBhvr>
                                        <p:cTn id="22" dur="500"/>
                                        <p:tgtEl>
                                          <p:spTgt spid="7608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60834">
                                            <p:txEl>
                                              <p:pRg st="4" end="4"/>
                                            </p:txEl>
                                          </p:spTgt>
                                        </p:tgtEl>
                                        <p:attrNameLst>
                                          <p:attrName>style.visibility</p:attrName>
                                        </p:attrNameLst>
                                      </p:cBhvr>
                                      <p:to>
                                        <p:strVal val="visible"/>
                                      </p:to>
                                    </p:set>
                                    <p:animEffect transition="in" filter="box(in)">
                                      <p:cBhvr>
                                        <p:cTn id="27" dur="500"/>
                                        <p:tgtEl>
                                          <p:spTgt spid="76083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760834">
                                            <p:txEl>
                                              <p:pRg st="5" end="5"/>
                                            </p:txEl>
                                          </p:spTgt>
                                        </p:tgtEl>
                                        <p:attrNameLst>
                                          <p:attrName>style.visibility</p:attrName>
                                        </p:attrNameLst>
                                      </p:cBhvr>
                                      <p:to>
                                        <p:strVal val="visible"/>
                                      </p:to>
                                    </p:set>
                                    <p:animEffect transition="in" filter="box(in)">
                                      <p:cBhvr>
                                        <p:cTn id="32" dur="500"/>
                                        <p:tgtEl>
                                          <p:spTgt spid="76083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760834">
                                            <p:txEl>
                                              <p:pRg st="6" end="6"/>
                                            </p:txEl>
                                          </p:spTgt>
                                        </p:tgtEl>
                                        <p:attrNameLst>
                                          <p:attrName>style.visibility</p:attrName>
                                        </p:attrNameLst>
                                      </p:cBhvr>
                                      <p:to>
                                        <p:strVal val="visible"/>
                                      </p:to>
                                    </p:set>
                                    <p:animEffect transition="in" filter="box(in)">
                                      <p:cBhvr>
                                        <p:cTn id="37" dur="500"/>
                                        <p:tgtEl>
                                          <p:spTgt spid="76083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760834">
                                            <p:txEl>
                                              <p:pRg st="7" end="7"/>
                                            </p:txEl>
                                          </p:spTgt>
                                        </p:tgtEl>
                                        <p:attrNameLst>
                                          <p:attrName>style.visibility</p:attrName>
                                        </p:attrNameLst>
                                      </p:cBhvr>
                                      <p:to>
                                        <p:strVal val="visible"/>
                                      </p:to>
                                    </p:set>
                                    <p:animEffect transition="in" filter="box(in)">
                                      <p:cBhvr>
                                        <p:cTn id="42" dur="500"/>
                                        <p:tgtEl>
                                          <p:spTgt spid="7608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834" grpId="0" build="p" bldLvl="2"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25282" name="Group 2">
            <a:extLst>
              <a:ext uri="{FF2B5EF4-FFF2-40B4-BE49-F238E27FC236}">
                <a16:creationId xmlns:a16="http://schemas.microsoft.com/office/drawing/2014/main" id="{76AC665A-C802-979B-6A79-DD7488ED5D6F}"/>
              </a:ext>
            </a:extLst>
          </p:cNvPr>
          <p:cNvGrpSpPr>
            <a:grpSpLocks/>
          </p:cNvGrpSpPr>
          <p:nvPr/>
        </p:nvGrpSpPr>
        <p:grpSpPr bwMode="auto">
          <a:xfrm>
            <a:off x="1676400" y="762000"/>
            <a:ext cx="8991600" cy="5410200"/>
            <a:chOff x="-3" y="-3"/>
            <a:chExt cx="3530" cy="2711"/>
          </a:xfrm>
        </p:grpSpPr>
        <p:grpSp>
          <p:nvGrpSpPr>
            <p:cNvPr id="225285" name="Group 3">
              <a:extLst>
                <a:ext uri="{FF2B5EF4-FFF2-40B4-BE49-F238E27FC236}">
                  <a16:creationId xmlns:a16="http://schemas.microsoft.com/office/drawing/2014/main" id="{78FC7FC9-1BF2-C66D-8C1F-E150877F587A}"/>
                </a:ext>
              </a:extLst>
            </p:cNvPr>
            <p:cNvGrpSpPr>
              <a:grpSpLocks/>
            </p:cNvGrpSpPr>
            <p:nvPr/>
          </p:nvGrpSpPr>
          <p:grpSpPr bwMode="auto">
            <a:xfrm>
              <a:off x="0" y="0"/>
              <a:ext cx="3524" cy="2705"/>
              <a:chOff x="0" y="0"/>
              <a:chExt cx="3524" cy="2705"/>
            </a:xfrm>
          </p:grpSpPr>
          <p:grpSp>
            <p:nvGrpSpPr>
              <p:cNvPr id="225287" name="Group 4">
                <a:extLst>
                  <a:ext uri="{FF2B5EF4-FFF2-40B4-BE49-F238E27FC236}">
                    <a16:creationId xmlns:a16="http://schemas.microsoft.com/office/drawing/2014/main" id="{1EDE9083-B4AC-10DF-C83A-95467D6B3644}"/>
                  </a:ext>
                </a:extLst>
              </p:cNvPr>
              <p:cNvGrpSpPr>
                <a:grpSpLocks/>
              </p:cNvGrpSpPr>
              <p:nvPr/>
            </p:nvGrpSpPr>
            <p:grpSpPr bwMode="auto">
              <a:xfrm>
                <a:off x="0" y="0"/>
                <a:ext cx="562" cy="374"/>
                <a:chOff x="0" y="0"/>
                <a:chExt cx="562" cy="374"/>
              </a:xfrm>
            </p:grpSpPr>
            <p:sp>
              <p:nvSpPr>
                <p:cNvPr id="225348" name="Rectangle 5">
                  <a:extLst>
                    <a:ext uri="{FF2B5EF4-FFF2-40B4-BE49-F238E27FC236}">
                      <a16:creationId xmlns:a16="http://schemas.microsoft.com/office/drawing/2014/main" id="{1ED356ED-CC2B-2D0C-056B-40BF786592B5}"/>
                    </a:ext>
                  </a:extLst>
                </p:cNvPr>
                <p:cNvSpPr>
                  <a:spLocks noChangeArrowheads="1"/>
                </p:cNvSpPr>
                <p:nvPr/>
              </p:nvSpPr>
              <p:spPr bwMode="auto">
                <a:xfrm>
                  <a:off x="43" y="0"/>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tabLst>
                      <a:tab pos="1257300" algn="l"/>
                    </a:tabLst>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tabLst>
                      <a:tab pos="1257300" algn="l"/>
                    </a:tabLst>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tabLst>
                      <a:tab pos="1257300" algn="l"/>
                    </a:tabLst>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格式</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49" name="Rectangle 6">
                  <a:extLst>
                    <a:ext uri="{FF2B5EF4-FFF2-40B4-BE49-F238E27FC236}">
                      <a16:creationId xmlns:a16="http://schemas.microsoft.com/office/drawing/2014/main" id="{C6C1FA6A-BD34-0830-1AE6-1738B18CEEF1}"/>
                    </a:ext>
                  </a:extLst>
                </p:cNvPr>
                <p:cNvSpPr>
                  <a:spLocks noChangeArrowheads="1"/>
                </p:cNvSpPr>
                <p:nvPr/>
              </p:nvSpPr>
              <p:spPr bwMode="auto">
                <a:xfrm>
                  <a:off x="0" y="0"/>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88" name="Group 7">
                <a:extLst>
                  <a:ext uri="{FF2B5EF4-FFF2-40B4-BE49-F238E27FC236}">
                    <a16:creationId xmlns:a16="http://schemas.microsoft.com/office/drawing/2014/main" id="{4B95D4FD-3D29-6D17-7012-8EF8A14ED2F8}"/>
                  </a:ext>
                </a:extLst>
              </p:cNvPr>
              <p:cNvGrpSpPr>
                <a:grpSpLocks/>
              </p:cNvGrpSpPr>
              <p:nvPr/>
            </p:nvGrpSpPr>
            <p:grpSpPr bwMode="auto">
              <a:xfrm>
                <a:off x="562" y="0"/>
                <a:ext cx="1310" cy="374"/>
                <a:chOff x="562" y="0"/>
                <a:chExt cx="1310" cy="374"/>
              </a:xfrm>
            </p:grpSpPr>
            <p:sp>
              <p:nvSpPr>
                <p:cNvPr id="225346" name="Rectangle 8">
                  <a:extLst>
                    <a:ext uri="{FF2B5EF4-FFF2-40B4-BE49-F238E27FC236}">
                      <a16:creationId xmlns:a16="http://schemas.microsoft.com/office/drawing/2014/main" id="{C9C3B633-4774-7E61-5170-C5B7E78A45A2}"/>
                    </a:ext>
                  </a:extLst>
                </p:cNvPr>
                <p:cNvSpPr>
                  <a:spLocks noChangeArrowheads="1"/>
                </p:cNvSpPr>
                <p:nvPr/>
              </p:nvSpPr>
              <p:spPr bwMode="auto">
                <a:xfrm>
                  <a:off x="605" y="0"/>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含义</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47" name="Rectangle 9">
                  <a:extLst>
                    <a:ext uri="{FF2B5EF4-FFF2-40B4-BE49-F238E27FC236}">
                      <a16:creationId xmlns:a16="http://schemas.microsoft.com/office/drawing/2014/main" id="{CCF3C64D-04D2-EF5D-EA8C-FAAA973A15AA}"/>
                    </a:ext>
                  </a:extLst>
                </p:cNvPr>
                <p:cNvSpPr>
                  <a:spLocks noChangeArrowheads="1"/>
                </p:cNvSpPr>
                <p:nvPr/>
              </p:nvSpPr>
              <p:spPr bwMode="auto">
                <a:xfrm>
                  <a:off x="562" y="0"/>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89" name="Group 10">
                <a:extLst>
                  <a:ext uri="{FF2B5EF4-FFF2-40B4-BE49-F238E27FC236}">
                    <a16:creationId xmlns:a16="http://schemas.microsoft.com/office/drawing/2014/main" id="{394E5E87-3D05-8036-2C3C-EF48EA59B6C6}"/>
                  </a:ext>
                </a:extLst>
              </p:cNvPr>
              <p:cNvGrpSpPr>
                <a:grpSpLocks/>
              </p:cNvGrpSpPr>
              <p:nvPr/>
            </p:nvGrpSpPr>
            <p:grpSpPr bwMode="auto">
              <a:xfrm>
                <a:off x="1872" y="0"/>
                <a:ext cx="1652" cy="374"/>
                <a:chOff x="1872" y="0"/>
                <a:chExt cx="1652" cy="374"/>
              </a:xfrm>
            </p:grpSpPr>
            <p:sp>
              <p:nvSpPr>
                <p:cNvPr id="225344" name="Rectangle 11">
                  <a:extLst>
                    <a:ext uri="{FF2B5EF4-FFF2-40B4-BE49-F238E27FC236}">
                      <a16:creationId xmlns:a16="http://schemas.microsoft.com/office/drawing/2014/main" id="{0BF6CAD3-6CC3-8BBA-3EF4-5FE55A1C02B1}"/>
                    </a:ext>
                  </a:extLst>
                </p:cNvPr>
                <p:cNvSpPr>
                  <a:spLocks noChangeArrowheads="1"/>
                </p:cNvSpPr>
                <p:nvPr/>
              </p:nvSpPr>
              <p:spPr bwMode="auto">
                <a:xfrm>
                  <a:off x="1915" y="0"/>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示例</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45" name="Rectangle 12">
                  <a:extLst>
                    <a:ext uri="{FF2B5EF4-FFF2-40B4-BE49-F238E27FC236}">
                      <a16:creationId xmlns:a16="http://schemas.microsoft.com/office/drawing/2014/main" id="{12E29327-A8B6-8BA8-FA19-A2BDADC94D40}"/>
                    </a:ext>
                  </a:extLst>
                </p:cNvPr>
                <p:cNvSpPr>
                  <a:spLocks noChangeArrowheads="1"/>
                </p:cNvSpPr>
                <p:nvPr/>
              </p:nvSpPr>
              <p:spPr bwMode="auto">
                <a:xfrm>
                  <a:off x="1872" y="0"/>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0" name="Group 13">
                <a:extLst>
                  <a:ext uri="{FF2B5EF4-FFF2-40B4-BE49-F238E27FC236}">
                    <a16:creationId xmlns:a16="http://schemas.microsoft.com/office/drawing/2014/main" id="{0603AE4C-E03D-0451-EFFB-1905AF2D177C}"/>
                  </a:ext>
                </a:extLst>
              </p:cNvPr>
              <p:cNvGrpSpPr>
                <a:grpSpLocks/>
              </p:cNvGrpSpPr>
              <p:nvPr/>
            </p:nvGrpSpPr>
            <p:grpSpPr bwMode="auto">
              <a:xfrm>
                <a:off x="0" y="374"/>
                <a:ext cx="562" cy="403"/>
                <a:chOff x="0" y="374"/>
                <a:chExt cx="562" cy="403"/>
              </a:xfrm>
            </p:grpSpPr>
            <p:sp>
              <p:nvSpPr>
                <p:cNvPr id="225342" name="Rectangle 14">
                  <a:extLst>
                    <a:ext uri="{FF2B5EF4-FFF2-40B4-BE49-F238E27FC236}">
                      <a16:creationId xmlns:a16="http://schemas.microsoft.com/office/drawing/2014/main" id="{0E9F4F25-A3CD-2CC9-1810-F1A25E33CBBC}"/>
                    </a:ext>
                  </a:extLst>
                </p:cNvPr>
                <p:cNvSpPr>
                  <a:spLocks noChangeArrowheads="1"/>
                </p:cNvSpPr>
                <p:nvPr/>
              </p:nvSpPr>
              <p:spPr bwMode="auto">
                <a:xfrm>
                  <a:off x="43" y="374"/>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x</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43" name="Rectangle 15">
                  <a:extLst>
                    <a:ext uri="{FF2B5EF4-FFF2-40B4-BE49-F238E27FC236}">
                      <a16:creationId xmlns:a16="http://schemas.microsoft.com/office/drawing/2014/main" id="{4B8498D5-A909-09D8-2522-2C6D48CEA7D3}"/>
                    </a:ext>
                  </a:extLst>
                </p:cNvPr>
                <p:cNvSpPr>
                  <a:spLocks noChangeArrowheads="1"/>
                </p:cNvSpPr>
                <p:nvPr/>
              </p:nvSpPr>
              <p:spPr bwMode="auto">
                <a:xfrm>
                  <a:off x="0" y="374"/>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1" name="Group 16">
                <a:extLst>
                  <a:ext uri="{FF2B5EF4-FFF2-40B4-BE49-F238E27FC236}">
                    <a16:creationId xmlns:a16="http://schemas.microsoft.com/office/drawing/2014/main" id="{0F89DFFD-C52F-277A-E9A0-9D79B1884764}"/>
                  </a:ext>
                </a:extLst>
              </p:cNvPr>
              <p:cNvGrpSpPr>
                <a:grpSpLocks/>
              </p:cNvGrpSpPr>
              <p:nvPr/>
            </p:nvGrpSpPr>
            <p:grpSpPr bwMode="auto">
              <a:xfrm>
                <a:off x="562" y="374"/>
                <a:ext cx="1310" cy="403"/>
                <a:chOff x="562" y="374"/>
                <a:chExt cx="1310" cy="403"/>
              </a:xfrm>
            </p:grpSpPr>
            <p:sp>
              <p:nvSpPr>
                <p:cNvPr id="225340" name="Rectangle 17">
                  <a:extLst>
                    <a:ext uri="{FF2B5EF4-FFF2-40B4-BE49-F238E27FC236}">
                      <a16:creationId xmlns:a16="http://schemas.microsoft.com/office/drawing/2014/main" id="{21075D6A-02A6-0875-DA7B-DF5DCFF1457A}"/>
                    </a:ext>
                  </a:extLst>
                </p:cNvPr>
                <p:cNvSpPr>
                  <a:spLocks noChangeArrowheads="1"/>
                </p:cNvSpPr>
                <p:nvPr/>
              </p:nvSpPr>
              <p:spPr bwMode="auto">
                <a:xfrm>
                  <a:off x="605" y="374"/>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匹配单个字符</a:t>
                  </a:r>
                  <a:r>
                    <a:rPr kumimoji="1" lang="en-US" altLang="zh-CN" sz="2000" b="1">
                      <a:solidFill>
                        <a:srgbClr val="2F2F2F"/>
                      </a:solidFill>
                      <a:latin typeface="Times New Roman" panose="02020603050405020304" pitchFamily="18" charset="0"/>
                      <a:ea typeface="楷体_GB2312"/>
                      <a:cs typeface="楷体_GB2312"/>
                    </a:rPr>
                    <a:t>x</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41" name="Rectangle 18">
                  <a:extLst>
                    <a:ext uri="{FF2B5EF4-FFF2-40B4-BE49-F238E27FC236}">
                      <a16:creationId xmlns:a16="http://schemas.microsoft.com/office/drawing/2014/main" id="{8ED228C4-2EEA-AC0C-E218-72C1564C5AFB}"/>
                    </a:ext>
                  </a:extLst>
                </p:cNvPr>
                <p:cNvSpPr>
                  <a:spLocks noChangeArrowheads="1"/>
                </p:cNvSpPr>
                <p:nvPr/>
              </p:nvSpPr>
              <p:spPr bwMode="auto">
                <a:xfrm>
                  <a:off x="562" y="374"/>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2" name="Group 19">
                <a:extLst>
                  <a:ext uri="{FF2B5EF4-FFF2-40B4-BE49-F238E27FC236}">
                    <a16:creationId xmlns:a16="http://schemas.microsoft.com/office/drawing/2014/main" id="{91A8A309-A2AC-E014-D5BF-E7AE8CFF1579}"/>
                  </a:ext>
                </a:extLst>
              </p:cNvPr>
              <p:cNvGrpSpPr>
                <a:grpSpLocks/>
              </p:cNvGrpSpPr>
              <p:nvPr/>
            </p:nvGrpSpPr>
            <p:grpSpPr bwMode="auto">
              <a:xfrm>
                <a:off x="1872" y="374"/>
                <a:ext cx="1652" cy="403"/>
                <a:chOff x="1872" y="374"/>
                <a:chExt cx="1652" cy="403"/>
              </a:xfrm>
            </p:grpSpPr>
            <p:sp>
              <p:nvSpPr>
                <p:cNvPr id="225338" name="Rectangle 20">
                  <a:extLst>
                    <a:ext uri="{FF2B5EF4-FFF2-40B4-BE49-F238E27FC236}">
                      <a16:creationId xmlns:a16="http://schemas.microsoft.com/office/drawing/2014/main" id="{11C40F43-BA16-44EB-B996-22CBFA61BC5C}"/>
                    </a:ext>
                  </a:extLst>
                </p:cNvPr>
                <p:cNvSpPr>
                  <a:spLocks noChangeArrowheads="1"/>
                </p:cNvSpPr>
                <p:nvPr/>
              </p:nvSpPr>
              <p:spPr bwMode="auto">
                <a:xfrm>
                  <a:off x="1915" y="374"/>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39" name="Rectangle 21">
                  <a:extLst>
                    <a:ext uri="{FF2B5EF4-FFF2-40B4-BE49-F238E27FC236}">
                      <a16:creationId xmlns:a16="http://schemas.microsoft.com/office/drawing/2014/main" id="{DC384D37-8F7A-8E0C-9462-89D52538A865}"/>
                    </a:ext>
                  </a:extLst>
                </p:cNvPr>
                <p:cNvSpPr>
                  <a:spLocks noChangeArrowheads="1"/>
                </p:cNvSpPr>
                <p:nvPr/>
              </p:nvSpPr>
              <p:spPr bwMode="auto">
                <a:xfrm>
                  <a:off x="1872" y="374"/>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3" name="Group 22">
                <a:extLst>
                  <a:ext uri="{FF2B5EF4-FFF2-40B4-BE49-F238E27FC236}">
                    <a16:creationId xmlns:a16="http://schemas.microsoft.com/office/drawing/2014/main" id="{400477BB-099A-F560-C87A-8F37268828FD}"/>
                  </a:ext>
                </a:extLst>
              </p:cNvPr>
              <p:cNvGrpSpPr>
                <a:grpSpLocks/>
              </p:cNvGrpSpPr>
              <p:nvPr/>
            </p:nvGrpSpPr>
            <p:grpSpPr bwMode="auto">
              <a:xfrm>
                <a:off x="0" y="777"/>
                <a:ext cx="562" cy="403"/>
                <a:chOff x="0" y="777"/>
                <a:chExt cx="562" cy="403"/>
              </a:xfrm>
            </p:grpSpPr>
            <p:sp>
              <p:nvSpPr>
                <p:cNvPr id="225336" name="Rectangle 23">
                  <a:extLst>
                    <a:ext uri="{FF2B5EF4-FFF2-40B4-BE49-F238E27FC236}">
                      <a16:creationId xmlns:a16="http://schemas.microsoft.com/office/drawing/2014/main" id="{79024C73-33C9-0CDA-4F58-859C75204BFA}"/>
                    </a:ext>
                  </a:extLst>
                </p:cNvPr>
                <p:cNvSpPr>
                  <a:spLocks noChangeArrowheads="1"/>
                </p:cNvSpPr>
                <p:nvPr/>
              </p:nvSpPr>
              <p:spPr bwMode="auto">
                <a:xfrm>
                  <a:off x="43" y="777"/>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37" name="Rectangle 24">
                  <a:extLst>
                    <a:ext uri="{FF2B5EF4-FFF2-40B4-BE49-F238E27FC236}">
                      <a16:creationId xmlns:a16="http://schemas.microsoft.com/office/drawing/2014/main" id="{E9F0511A-3624-2C2D-3020-F8E4FFF86E5C}"/>
                    </a:ext>
                  </a:extLst>
                </p:cNvPr>
                <p:cNvSpPr>
                  <a:spLocks noChangeArrowheads="1"/>
                </p:cNvSpPr>
                <p:nvPr/>
              </p:nvSpPr>
              <p:spPr bwMode="auto">
                <a:xfrm>
                  <a:off x="0" y="777"/>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4" name="Group 25">
                <a:extLst>
                  <a:ext uri="{FF2B5EF4-FFF2-40B4-BE49-F238E27FC236}">
                    <a16:creationId xmlns:a16="http://schemas.microsoft.com/office/drawing/2014/main" id="{18C1AA7A-5FF0-F777-17CF-3991FFD444E2}"/>
                  </a:ext>
                </a:extLst>
              </p:cNvPr>
              <p:cNvGrpSpPr>
                <a:grpSpLocks/>
              </p:cNvGrpSpPr>
              <p:nvPr/>
            </p:nvGrpSpPr>
            <p:grpSpPr bwMode="auto">
              <a:xfrm>
                <a:off x="562" y="777"/>
                <a:ext cx="1310" cy="403"/>
                <a:chOff x="562" y="777"/>
                <a:chExt cx="1310" cy="403"/>
              </a:xfrm>
            </p:grpSpPr>
            <p:sp>
              <p:nvSpPr>
                <p:cNvPr id="225334" name="Rectangle 26">
                  <a:extLst>
                    <a:ext uri="{FF2B5EF4-FFF2-40B4-BE49-F238E27FC236}">
                      <a16:creationId xmlns:a16="http://schemas.microsoft.com/office/drawing/2014/main" id="{372D8588-00EA-BE5D-DEE1-68AE5A97D974}"/>
                    </a:ext>
                  </a:extLst>
                </p:cNvPr>
                <p:cNvSpPr>
                  <a:spLocks noChangeArrowheads="1"/>
                </p:cNvSpPr>
                <p:nvPr/>
              </p:nvSpPr>
              <p:spPr bwMode="auto">
                <a:xfrm>
                  <a:off x="605" y="777"/>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匹配换行符之外的任意字符</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35" name="Rectangle 27">
                  <a:extLst>
                    <a:ext uri="{FF2B5EF4-FFF2-40B4-BE49-F238E27FC236}">
                      <a16:creationId xmlns:a16="http://schemas.microsoft.com/office/drawing/2014/main" id="{DE55733F-11AD-523E-79C1-C747B6A7B9C4}"/>
                    </a:ext>
                  </a:extLst>
                </p:cNvPr>
                <p:cNvSpPr>
                  <a:spLocks noChangeArrowheads="1"/>
                </p:cNvSpPr>
                <p:nvPr/>
              </p:nvSpPr>
              <p:spPr bwMode="auto">
                <a:xfrm>
                  <a:off x="562" y="777"/>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5" name="Group 28">
                <a:extLst>
                  <a:ext uri="{FF2B5EF4-FFF2-40B4-BE49-F238E27FC236}">
                    <a16:creationId xmlns:a16="http://schemas.microsoft.com/office/drawing/2014/main" id="{AC53FE99-E55B-00B7-37F1-83BBA0770F4C}"/>
                  </a:ext>
                </a:extLst>
              </p:cNvPr>
              <p:cNvGrpSpPr>
                <a:grpSpLocks/>
              </p:cNvGrpSpPr>
              <p:nvPr/>
            </p:nvGrpSpPr>
            <p:grpSpPr bwMode="auto">
              <a:xfrm>
                <a:off x="1872" y="777"/>
                <a:ext cx="1652" cy="403"/>
                <a:chOff x="1872" y="777"/>
                <a:chExt cx="1652" cy="403"/>
              </a:xfrm>
            </p:grpSpPr>
            <p:sp>
              <p:nvSpPr>
                <p:cNvPr id="225332" name="Rectangle 29">
                  <a:extLst>
                    <a:ext uri="{FF2B5EF4-FFF2-40B4-BE49-F238E27FC236}">
                      <a16:creationId xmlns:a16="http://schemas.microsoft.com/office/drawing/2014/main" id="{1A66D409-D499-75A8-11F9-A51EBE0A1CAA}"/>
                    </a:ext>
                  </a:extLst>
                </p:cNvPr>
                <p:cNvSpPr>
                  <a:spLocks noChangeArrowheads="1"/>
                </p:cNvSpPr>
                <p:nvPr/>
              </p:nvSpPr>
              <p:spPr bwMode="auto">
                <a:xfrm>
                  <a:off x="1915" y="777"/>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33" name="Rectangle 30">
                  <a:extLst>
                    <a:ext uri="{FF2B5EF4-FFF2-40B4-BE49-F238E27FC236}">
                      <a16:creationId xmlns:a16="http://schemas.microsoft.com/office/drawing/2014/main" id="{B26D4F79-DDEE-3F3D-AF2F-83B0E41AF42C}"/>
                    </a:ext>
                  </a:extLst>
                </p:cNvPr>
                <p:cNvSpPr>
                  <a:spLocks noChangeArrowheads="1"/>
                </p:cNvSpPr>
                <p:nvPr/>
              </p:nvSpPr>
              <p:spPr bwMode="auto">
                <a:xfrm>
                  <a:off x="1872" y="777"/>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6" name="Group 31">
                <a:extLst>
                  <a:ext uri="{FF2B5EF4-FFF2-40B4-BE49-F238E27FC236}">
                    <a16:creationId xmlns:a16="http://schemas.microsoft.com/office/drawing/2014/main" id="{C1E5CFB2-B21A-9CFE-9F53-DBCC4DE77B1C}"/>
                  </a:ext>
                </a:extLst>
              </p:cNvPr>
              <p:cNvGrpSpPr>
                <a:grpSpLocks/>
              </p:cNvGrpSpPr>
              <p:nvPr/>
            </p:nvGrpSpPr>
            <p:grpSpPr bwMode="auto">
              <a:xfrm>
                <a:off x="0" y="1180"/>
                <a:ext cx="562" cy="403"/>
                <a:chOff x="0" y="1180"/>
                <a:chExt cx="562" cy="403"/>
              </a:xfrm>
            </p:grpSpPr>
            <p:sp>
              <p:nvSpPr>
                <p:cNvPr id="225330" name="Rectangle 32">
                  <a:extLst>
                    <a:ext uri="{FF2B5EF4-FFF2-40B4-BE49-F238E27FC236}">
                      <a16:creationId xmlns:a16="http://schemas.microsoft.com/office/drawing/2014/main" id="{97357F4A-D982-1F13-5D84-0E45E94CFAEF}"/>
                    </a:ext>
                  </a:extLst>
                </p:cNvPr>
                <p:cNvSpPr>
                  <a:spLocks noChangeArrowheads="1"/>
                </p:cNvSpPr>
                <p:nvPr/>
              </p:nvSpPr>
              <p:spPr bwMode="auto">
                <a:xfrm>
                  <a:off x="43" y="1180"/>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FF0000"/>
                    </a:solidFill>
                    <a:latin typeface="Times New Roman" panose="02020603050405020304" pitchFamily="18" charset="0"/>
                    <a:ea typeface="楷体_GB2312"/>
                    <a:cs typeface="楷体_GB2312"/>
                  </a:endParaRPr>
                </a:p>
              </p:txBody>
            </p:sp>
            <p:sp>
              <p:nvSpPr>
                <p:cNvPr id="225331" name="Rectangle 33">
                  <a:extLst>
                    <a:ext uri="{FF2B5EF4-FFF2-40B4-BE49-F238E27FC236}">
                      <a16:creationId xmlns:a16="http://schemas.microsoft.com/office/drawing/2014/main" id="{7A7A8BA1-49E2-20BA-33BE-3DE595AFF3B6}"/>
                    </a:ext>
                  </a:extLst>
                </p:cNvPr>
                <p:cNvSpPr>
                  <a:spLocks noChangeArrowheads="1"/>
                </p:cNvSpPr>
                <p:nvPr/>
              </p:nvSpPr>
              <p:spPr bwMode="auto">
                <a:xfrm>
                  <a:off x="0" y="1180"/>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7" name="Group 34">
                <a:extLst>
                  <a:ext uri="{FF2B5EF4-FFF2-40B4-BE49-F238E27FC236}">
                    <a16:creationId xmlns:a16="http://schemas.microsoft.com/office/drawing/2014/main" id="{F99E6A01-B942-3408-E75E-E393B61438D6}"/>
                  </a:ext>
                </a:extLst>
              </p:cNvPr>
              <p:cNvGrpSpPr>
                <a:grpSpLocks/>
              </p:cNvGrpSpPr>
              <p:nvPr/>
            </p:nvGrpSpPr>
            <p:grpSpPr bwMode="auto">
              <a:xfrm>
                <a:off x="562" y="1180"/>
                <a:ext cx="1310" cy="403"/>
                <a:chOff x="562" y="1180"/>
                <a:chExt cx="1310" cy="403"/>
              </a:xfrm>
            </p:grpSpPr>
            <p:sp>
              <p:nvSpPr>
                <p:cNvPr id="225328" name="Rectangle 35">
                  <a:extLst>
                    <a:ext uri="{FF2B5EF4-FFF2-40B4-BE49-F238E27FC236}">
                      <a16:creationId xmlns:a16="http://schemas.microsoft.com/office/drawing/2014/main" id="{ED2DA00E-C0CC-201F-9626-5DBF20B67D72}"/>
                    </a:ext>
                  </a:extLst>
                </p:cNvPr>
                <p:cNvSpPr>
                  <a:spLocks noChangeArrowheads="1"/>
                </p:cNvSpPr>
                <p:nvPr/>
              </p:nvSpPr>
              <p:spPr bwMode="auto">
                <a:xfrm>
                  <a:off x="605" y="1180"/>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转义字符，定义同</a:t>
                  </a:r>
                  <a:r>
                    <a:rPr kumimoji="1" lang="en-US" altLang="zh-CN" sz="2000" b="1">
                      <a:solidFill>
                        <a:srgbClr val="2F2F2F"/>
                      </a:solidFill>
                      <a:latin typeface="Times New Roman" panose="02020603050405020304" pitchFamily="18" charset="0"/>
                      <a:ea typeface="楷体_GB2312"/>
                      <a:cs typeface="楷体_GB2312"/>
                    </a:rPr>
                    <a:t>ANSI C</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29" name="Rectangle 36">
                  <a:extLst>
                    <a:ext uri="{FF2B5EF4-FFF2-40B4-BE49-F238E27FC236}">
                      <a16:creationId xmlns:a16="http://schemas.microsoft.com/office/drawing/2014/main" id="{159ADF5C-4B67-0BB3-9358-8017F99F3BAF}"/>
                    </a:ext>
                  </a:extLst>
                </p:cNvPr>
                <p:cNvSpPr>
                  <a:spLocks noChangeArrowheads="1"/>
                </p:cNvSpPr>
                <p:nvPr/>
              </p:nvSpPr>
              <p:spPr bwMode="auto">
                <a:xfrm>
                  <a:off x="562" y="1180"/>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8" name="Group 37">
                <a:extLst>
                  <a:ext uri="{FF2B5EF4-FFF2-40B4-BE49-F238E27FC236}">
                    <a16:creationId xmlns:a16="http://schemas.microsoft.com/office/drawing/2014/main" id="{DBDD4DDC-118C-456D-A9D6-A53DAF1F61B0}"/>
                  </a:ext>
                </a:extLst>
              </p:cNvPr>
              <p:cNvGrpSpPr>
                <a:grpSpLocks/>
              </p:cNvGrpSpPr>
              <p:nvPr/>
            </p:nvGrpSpPr>
            <p:grpSpPr bwMode="auto">
              <a:xfrm>
                <a:off x="1872" y="1180"/>
                <a:ext cx="1652" cy="403"/>
                <a:chOff x="1872" y="1180"/>
                <a:chExt cx="1652" cy="403"/>
              </a:xfrm>
            </p:grpSpPr>
            <p:sp>
              <p:nvSpPr>
                <p:cNvPr id="225326" name="Rectangle 38">
                  <a:extLst>
                    <a:ext uri="{FF2B5EF4-FFF2-40B4-BE49-F238E27FC236}">
                      <a16:creationId xmlns:a16="http://schemas.microsoft.com/office/drawing/2014/main" id="{7C7F09CF-1873-1B37-F257-A49EBEC9E9AB}"/>
                    </a:ext>
                  </a:extLst>
                </p:cNvPr>
                <p:cNvSpPr>
                  <a:spLocks noChangeArrowheads="1"/>
                </p:cNvSpPr>
                <p:nvPr/>
              </p:nvSpPr>
              <p:spPr bwMode="auto">
                <a:xfrm>
                  <a:off x="1915" y="1180"/>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如</a:t>
                  </a:r>
                  <a:r>
                    <a:rPr kumimoji="1" lang="en-US" altLang="zh-CN" sz="2000" b="1">
                      <a:solidFill>
                        <a:srgbClr val="2F2F2F"/>
                      </a:solidFill>
                      <a:latin typeface="Times New Roman" panose="02020603050405020304" pitchFamily="18" charset="0"/>
                      <a:ea typeface="楷体_GB2312"/>
                      <a:cs typeface="楷体_GB2312"/>
                    </a:rPr>
                    <a:t>\n</a:t>
                  </a:r>
                  <a:r>
                    <a:rPr kumimoji="1" lang="zh-CN" altLang="en-US" sz="2000" b="1">
                      <a:solidFill>
                        <a:srgbClr val="2F2F2F"/>
                      </a:solidFill>
                      <a:latin typeface="Times New Roman" panose="02020603050405020304" pitchFamily="18" charset="0"/>
                      <a:ea typeface="楷体_GB2312"/>
                      <a:cs typeface="楷体_GB2312"/>
                    </a:rPr>
                    <a:t>，</a:t>
                  </a:r>
                  <a:r>
                    <a:rPr kumimoji="1" lang="en-US" altLang="zh-CN" sz="2000" b="1">
                      <a:solidFill>
                        <a:srgbClr val="2F2F2F"/>
                      </a:solidFill>
                      <a:latin typeface="Times New Roman" panose="02020603050405020304" pitchFamily="18" charset="0"/>
                      <a:ea typeface="楷体_GB2312"/>
                      <a:cs typeface="楷体_GB2312"/>
                    </a:rPr>
                    <a:t>\t</a:t>
                  </a:r>
                  <a:r>
                    <a:rPr kumimoji="1" lang="zh-CN" altLang="en-US" sz="2000" b="1">
                      <a:solidFill>
                        <a:srgbClr val="2F2F2F"/>
                      </a:solidFill>
                      <a:latin typeface="Times New Roman" panose="02020603050405020304" pitchFamily="18" charset="0"/>
                      <a:ea typeface="楷体_GB2312"/>
                      <a:cs typeface="楷体_GB2312"/>
                    </a:rPr>
                    <a:t>，</a:t>
                  </a:r>
                  <a:r>
                    <a:rPr kumimoji="1" lang="en-US" altLang="zh-CN" sz="2000" b="1">
                      <a:solidFill>
                        <a:srgbClr val="2F2F2F"/>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27" name="Rectangle 39">
                  <a:extLst>
                    <a:ext uri="{FF2B5EF4-FFF2-40B4-BE49-F238E27FC236}">
                      <a16:creationId xmlns:a16="http://schemas.microsoft.com/office/drawing/2014/main" id="{F95FDCA3-D20B-BB2A-24E7-7288DF0DE4EC}"/>
                    </a:ext>
                  </a:extLst>
                </p:cNvPr>
                <p:cNvSpPr>
                  <a:spLocks noChangeArrowheads="1"/>
                </p:cNvSpPr>
                <p:nvPr/>
              </p:nvSpPr>
              <p:spPr bwMode="auto">
                <a:xfrm>
                  <a:off x="1872" y="1180"/>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299" name="Group 40">
                <a:extLst>
                  <a:ext uri="{FF2B5EF4-FFF2-40B4-BE49-F238E27FC236}">
                    <a16:creationId xmlns:a16="http://schemas.microsoft.com/office/drawing/2014/main" id="{598F02E7-CF0D-5858-19EB-B55DB67FD7F4}"/>
                  </a:ext>
                </a:extLst>
              </p:cNvPr>
              <p:cNvGrpSpPr>
                <a:grpSpLocks/>
              </p:cNvGrpSpPr>
              <p:nvPr/>
            </p:nvGrpSpPr>
            <p:grpSpPr bwMode="auto">
              <a:xfrm>
                <a:off x="0" y="1583"/>
                <a:ext cx="562" cy="374"/>
                <a:chOff x="0" y="1583"/>
                <a:chExt cx="562" cy="374"/>
              </a:xfrm>
            </p:grpSpPr>
            <p:sp>
              <p:nvSpPr>
                <p:cNvPr id="225324" name="Rectangle 41">
                  <a:extLst>
                    <a:ext uri="{FF2B5EF4-FFF2-40B4-BE49-F238E27FC236}">
                      <a16:creationId xmlns:a16="http://schemas.microsoft.com/office/drawing/2014/main" id="{E2E3DDAA-4602-CC4C-1643-31EC50553D1A}"/>
                    </a:ext>
                  </a:extLst>
                </p:cNvPr>
                <p:cNvSpPr>
                  <a:spLocks noChangeArrowheads="1"/>
                </p:cNvSpPr>
                <p:nvPr/>
              </p:nvSpPr>
              <p:spPr bwMode="auto">
                <a:xfrm>
                  <a:off x="43" y="1583"/>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25" name="Rectangle 42">
                  <a:extLst>
                    <a:ext uri="{FF2B5EF4-FFF2-40B4-BE49-F238E27FC236}">
                      <a16:creationId xmlns:a16="http://schemas.microsoft.com/office/drawing/2014/main" id="{7FBF9E3B-A969-B6F7-C27D-74B37E2BD98D}"/>
                    </a:ext>
                  </a:extLst>
                </p:cNvPr>
                <p:cNvSpPr>
                  <a:spLocks noChangeArrowheads="1"/>
                </p:cNvSpPr>
                <p:nvPr/>
              </p:nvSpPr>
              <p:spPr bwMode="auto">
                <a:xfrm>
                  <a:off x="0" y="1583"/>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0" name="Group 43">
                <a:extLst>
                  <a:ext uri="{FF2B5EF4-FFF2-40B4-BE49-F238E27FC236}">
                    <a16:creationId xmlns:a16="http://schemas.microsoft.com/office/drawing/2014/main" id="{E90F2D96-8FA0-41BD-63E8-0B086759FCFF}"/>
                  </a:ext>
                </a:extLst>
              </p:cNvPr>
              <p:cNvGrpSpPr>
                <a:grpSpLocks/>
              </p:cNvGrpSpPr>
              <p:nvPr/>
            </p:nvGrpSpPr>
            <p:grpSpPr bwMode="auto">
              <a:xfrm>
                <a:off x="562" y="1583"/>
                <a:ext cx="1310" cy="374"/>
                <a:chOff x="562" y="1583"/>
                <a:chExt cx="1310" cy="374"/>
              </a:xfrm>
            </p:grpSpPr>
            <p:sp>
              <p:nvSpPr>
                <p:cNvPr id="225322" name="Rectangle 44">
                  <a:extLst>
                    <a:ext uri="{FF2B5EF4-FFF2-40B4-BE49-F238E27FC236}">
                      <a16:creationId xmlns:a16="http://schemas.microsoft.com/office/drawing/2014/main" id="{A49A634A-C2DC-FE44-2663-9C4F6EF92B1A}"/>
                    </a:ext>
                  </a:extLst>
                </p:cNvPr>
                <p:cNvSpPr>
                  <a:spLocks noChangeArrowheads="1"/>
                </p:cNvSpPr>
                <p:nvPr/>
              </p:nvSpPr>
              <p:spPr bwMode="auto">
                <a:xfrm>
                  <a:off x="605" y="1583"/>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字符集合</a:t>
                  </a:r>
                  <a:r>
                    <a:rPr kumimoji="1" lang="en-US" altLang="zh-CN" sz="2000" b="1">
                      <a:solidFill>
                        <a:srgbClr val="2F2F2F"/>
                      </a:solidFill>
                      <a:latin typeface="Times New Roman" panose="02020603050405020304" pitchFamily="18" charset="0"/>
                      <a:ea typeface="楷体_GB2312"/>
                      <a:cs typeface="楷体_GB2312"/>
                    </a:rPr>
                    <a:t>, </a:t>
                  </a:r>
                  <a:r>
                    <a:rPr kumimoji="1" lang="zh-CN" altLang="en-US" sz="2000" b="1">
                      <a:solidFill>
                        <a:srgbClr val="2F2F2F"/>
                      </a:solidFill>
                      <a:latin typeface="Times New Roman" panose="02020603050405020304" pitchFamily="18" charset="0"/>
                      <a:ea typeface="楷体_GB2312"/>
                      <a:cs typeface="楷体_GB2312"/>
                    </a:rPr>
                    <a:t>匹配括号内的任意字符</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23" name="Rectangle 45">
                  <a:extLst>
                    <a:ext uri="{FF2B5EF4-FFF2-40B4-BE49-F238E27FC236}">
                      <a16:creationId xmlns:a16="http://schemas.microsoft.com/office/drawing/2014/main" id="{9BCA68F6-00D5-63A1-004D-EC77D42C05B2}"/>
                    </a:ext>
                  </a:extLst>
                </p:cNvPr>
                <p:cNvSpPr>
                  <a:spLocks noChangeArrowheads="1"/>
                </p:cNvSpPr>
                <p:nvPr/>
              </p:nvSpPr>
              <p:spPr bwMode="auto">
                <a:xfrm>
                  <a:off x="562" y="1583"/>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1" name="Group 46">
                <a:extLst>
                  <a:ext uri="{FF2B5EF4-FFF2-40B4-BE49-F238E27FC236}">
                    <a16:creationId xmlns:a16="http://schemas.microsoft.com/office/drawing/2014/main" id="{5B397BCD-E825-15D5-A4C2-52D2E903BCE0}"/>
                  </a:ext>
                </a:extLst>
              </p:cNvPr>
              <p:cNvGrpSpPr>
                <a:grpSpLocks/>
              </p:cNvGrpSpPr>
              <p:nvPr/>
            </p:nvGrpSpPr>
            <p:grpSpPr bwMode="auto">
              <a:xfrm>
                <a:off x="1872" y="1583"/>
                <a:ext cx="1652" cy="374"/>
                <a:chOff x="1872" y="1583"/>
                <a:chExt cx="1652" cy="374"/>
              </a:xfrm>
            </p:grpSpPr>
            <p:sp>
              <p:nvSpPr>
                <p:cNvPr id="225320" name="Rectangle 47">
                  <a:extLst>
                    <a:ext uri="{FF2B5EF4-FFF2-40B4-BE49-F238E27FC236}">
                      <a16:creationId xmlns:a16="http://schemas.microsoft.com/office/drawing/2014/main" id="{329C0CD7-FABC-8A3A-2997-1E98BCA22085}"/>
                    </a:ext>
                  </a:extLst>
                </p:cNvPr>
                <p:cNvSpPr>
                  <a:spLocks noChangeArrowheads="1"/>
                </p:cNvSpPr>
                <p:nvPr/>
              </p:nvSpPr>
              <p:spPr bwMode="auto">
                <a:xfrm>
                  <a:off x="1915" y="1583"/>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[abc]</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 b,</a:t>
                  </a:r>
                  <a:r>
                    <a:rPr kumimoji="1" lang="zh-CN" altLang="en-US" sz="2000" b="1">
                      <a:solidFill>
                        <a:srgbClr val="2F2F2F"/>
                      </a:solidFill>
                      <a:latin typeface="Times New Roman" panose="02020603050405020304" pitchFamily="18" charset="0"/>
                      <a:ea typeface="楷体_GB2312"/>
                      <a:cs typeface="楷体_GB2312"/>
                    </a:rPr>
                    <a:t>和</a:t>
                  </a:r>
                  <a:r>
                    <a:rPr kumimoji="1" lang="en-US" altLang="zh-CN" sz="2000" b="1">
                      <a:solidFill>
                        <a:srgbClr val="2F2F2F"/>
                      </a:solidFill>
                      <a:latin typeface="Times New Roman" panose="02020603050405020304" pitchFamily="18" charset="0"/>
                      <a:ea typeface="楷体_GB2312"/>
                      <a:cs typeface="楷体_GB2312"/>
                    </a:rPr>
                    <a:t>c</a:t>
                  </a:r>
                  <a:r>
                    <a:rPr kumimoji="1" lang="zh-CN" altLang="en-US" sz="2000" b="1">
                      <a:solidFill>
                        <a:srgbClr val="2F2F2F"/>
                      </a:solidFill>
                      <a:latin typeface="Times New Roman" panose="02020603050405020304" pitchFamily="18" charset="0"/>
                      <a:ea typeface="楷体_GB2312"/>
                      <a:cs typeface="楷体_GB2312"/>
                    </a:rPr>
                    <a:t>中的任何一个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21" name="Rectangle 48">
                  <a:extLst>
                    <a:ext uri="{FF2B5EF4-FFF2-40B4-BE49-F238E27FC236}">
                      <a16:creationId xmlns:a16="http://schemas.microsoft.com/office/drawing/2014/main" id="{66193719-C041-E1EA-5AD0-1B43350E3E3B}"/>
                    </a:ext>
                  </a:extLst>
                </p:cNvPr>
                <p:cNvSpPr>
                  <a:spLocks noChangeArrowheads="1"/>
                </p:cNvSpPr>
                <p:nvPr/>
              </p:nvSpPr>
              <p:spPr bwMode="auto">
                <a:xfrm>
                  <a:off x="1872" y="1583"/>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2" name="Group 49">
                <a:extLst>
                  <a:ext uri="{FF2B5EF4-FFF2-40B4-BE49-F238E27FC236}">
                    <a16:creationId xmlns:a16="http://schemas.microsoft.com/office/drawing/2014/main" id="{DBCB74DD-3345-AD19-BDA9-E0549DE0EF89}"/>
                  </a:ext>
                </a:extLst>
              </p:cNvPr>
              <p:cNvGrpSpPr>
                <a:grpSpLocks/>
              </p:cNvGrpSpPr>
              <p:nvPr/>
            </p:nvGrpSpPr>
            <p:grpSpPr bwMode="auto">
              <a:xfrm>
                <a:off x="0" y="1957"/>
                <a:ext cx="562" cy="374"/>
                <a:chOff x="0" y="1957"/>
                <a:chExt cx="562" cy="374"/>
              </a:xfrm>
            </p:grpSpPr>
            <p:sp>
              <p:nvSpPr>
                <p:cNvPr id="225318" name="Rectangle 50">
                  <a:extLst>
                    <a:ext uri="{FF2B5EF4-FFF2-40B4-BE49-F238E27FC236}">
                      <a16:creationId xmlns:a16="http://schemas.microsoft.com/office/drawing/2014/main" id="{C0FCDB6F-DBF6-0D58-7108-8ECB5C3FCB7B}"/>
                    </a:ext>
                  </a:extLst>
                </p:cNvPr>
                <p:cNvSpPr>
                  <a:spLocks noChangeArrowheads="1"/>
                </p:cNvSpPr>
                <p:nvPr/>
              </p:nvSpPr>
              <p:spPr bwMode="auto">
                <a:xfrm>
                  <a:off x="43" y="1957"/>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19" name="Rectangle 51">
                  <a:extLst>
                    <a:ext uri="{FF2B5EF4-FFF2-40B4-BE49-F238E27FC236}">
                      <a16:creationId xmlns:a16="http://schemas.microsoft.com/office/drawing/2014/main" id="{86EAEC4F-2F3F-1A38-CA36-828A771355AA}"/>
                    </a:ext>
                  </a:extLst>
                </p:cNvPr>
                <p:cNvSpPr>
                  <a:spLocks noChangeArrowheads="1"/>
                </p:cNvSpPr>
                <p:nvPr/>
              </p:nvSpPr>
              <p:spPr bwMode="auto">
                <a:xfrm>
                  <a:off x="0" y="1957"/>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3" name="Group 52">
                <a:extLst>
                  <a:ext uri="{FF2B5EF4-FFF2-40B4-BE49-F238E27FC236}">
                    <a16:creationId xmlns:a16="http://schemas.microsoft.com/office/drawing/2014/main" id="{9A0879FF-B8F8-C8EB-4909-AF4F5CB3C389}"/>
                  </a:ext>
                </a:extLst>
              </p:cNvPr>
              <p:cNvGrpSpPr>
                <a:grpSpLocks/>
              </p:cNvGrpSpPr>
              <p:nvPr/>
            </p:nvGrpSpPr>
            <p:grpSpPr bwMode="auto">
              <a:xfrm>
                <a:off x="562" y="1957"/>
                <a:ext cx="1310" cy="374"/>
                <a:chOff x="562" y="1957"/>
                <a:chExt cx="1310" cy="374"/>
              </a:xfrm>
            </p:grpSpPr>
            <p:sp>
              <p:nvSpPr>
                <p:cNvPr id="225316" name="Rectangle 53">
                  <a:extLst>
                    <a:ext uri="{FF2B5EF4-FFF2-40B4-BE49-F238E27FC236}">
                      <a16:creationId xmlns:a16="http://schemas.microsoft.com/office/drawing/2014/main" id="{B86B7A37-BF3C-1176-8F66-7F980BF5F3D6}"/>
                    </a:ext>
                  </a:extLst>
                </p:cNvPr>
                <p:cNvSpPr>
                  <a:spLocks noChangeArrowheads="1"/>
                </p:cNvSpPr>
                <p:nvPr/>
              </p:nvSpPr>
              <p:spPr bwMode="auto">
                <a:xfrm>
                  <a:off x="605" y="1957"/>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指定范围</a:t>
                  </a:r>
                </a:p>
                <a:p>
                  <a:pP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17" name="Rectangle 54">
                  <a:extLst>
                    <a:ext uri="{FF2B5EF4-FFF2-40B4-BE49-F238E27FC236}">
                      <a16:creationId xmlns:a16="http://schemas.microsoft.com/office/drawing/2014/main" id="{9DB92CB1-F6E7-2447-6706-EFBD6EF7B6C5}"/>
                    </a:ext>
                  </a:extLst>
                </p:cNvPr>
                <p:cNvSpPr>
                  <a:spLocks noChangeArrowheads="1"/>
                </p:cNvSpPr>
                <p:nvPr/>
              </p:nvSpPr>
              <p:spPr bwMode="auto">
                <a:xfrm>
                  <a:off x="562" y="1957"/>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4" name="Group 55">
                <a:extLst>
                  <a:ext uri="{FF2B5EF4-FFF2-40B4-BE49-F238E27FC236}">
                    <a16:creationId xmlns:a16="http://schemas.microsoft.com/office/drawing/2014/main" id="{663193D8-401F-0E04-728B-71239DE62F8D}"/>
                  </a:ext>
                </a:extLst>
              </p:cNvPr>
              <p:cNvGrpSpPr>
                <a:grpSpLocks/>
              </p:cNvGrpSpPr>
              <p:nvPr/>
            </p:nvGrpSpPr>
            <p:grpSpPr bwMode="auto">
              <a:xfrm>
                <a:off x="1872" y="1957"/>
                <a:ext cx="1652" cy="374"/>
                <a:chOff x="1872" y="1957"/>
                <a:chExt cx="1652" cy="374"/>
              </a:xfrm>
            </p:grpSpPr>
            <p:sp>
              <p:nvSpPr>
                <p:cNvPr id="225314" name="Rectangle 56">
                  <a:extLst>
                    <a:ext uri="{FF2B5EF4-FFF2-40B4-BE49-F238E27FC236}">
                      <a16:creationId xmlns:a16="http://schemas.microsoft.com/office/drawing/2014/main" id="{4C888185-36BB-DAE5-A08C-DFD89CFFCA3F}"/>
                    </a:ext>
                  </a:extLst>
                </p:cNvPr>
                <p:cNvSpPr>
                  <a:spLocks noChangeArrowheads="1"/>
                </p:cNvSpPr>
                <p:nvPr/>
              </p:nvSpPr>
              <p:spPr bwMode="auto">
                <a:xfrm>
                  <a:off x="1915" y="1957"/>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[a-z]</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a:t>
                  </a:r>
                  <a:r>
                    <a:rPr kumimoji="1" lang="zh-CN" altLang="en-US" sz="2000" b="1">
                      <a:solidFill>
                        <a:srgbClr val="2F2F2F"/>
                      </a:solidFill>
                      <a:latin typeface="Times New Roman" panose="02020603050405020304" pitchFamily="18" charset="0"/>
                      <a:ea typeface="楷体_GB2312"/>
                      <a:cs typeface="楷体_GB2312"/>
                    </a:rPr>
                    <a:t>和</a:t>
                  </a:r>
                  <a:r>
                    <a:rPr kumimoji="1" lang="en-US" altLang="zh-CN" sz="2000" b="1">
                      <a:solidFill>
                        <a:srgbClr val="2F2F2F"/>
                      </a:solidFill>
                      <a:latin typeface="Times New Roman" panose="02020603050405020304" pitchFamily="18" charset="0"/>
                      <a:ea typeface="楷体_GB2312"/>
                      <a:cs typeface="楷体_GB2312"/>
                    </a:rPr>
                    <a:t>z</a:t>
                  </a:r>
                  <a:r>
                    <a:rPr kumimoji="1" lang="zh-CN" altLang="en-US" sz="2000" b="1">
                      <a:solidFill>
                        <a:srgbClr val="2F2F2F"/>
                      </a:solidFill>
                      <a:latin typeface="Times New Roman" panose="02020603050405020304" pitchFamily="18" charset="0"/>
                      <a:ea typeface="楷体_GB2312"/>
                      <a:cs typeface="楷体_GB2312"/>
                    </a:rPr>
                    <a:t>之间的任何一个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15" name="Rectangle 57">
                  <a:extLst>
                    <a:ext uri="{FF2B5EF4-FFF2-40B4-BE49-F238E27FC236}">
                      <a16:creationId xmlns:a16="http://schemas.microsoft.com/office/drawing/2014/main" id="{30222E79-F29E-BAAF-B6AC-127BADA917F4}"/>
                    </a:ext>
                  </a:extLst>
                </p:cNvPr>
                <p:cNvSpPr>
                  <a:spLocks noChangeArrowheads="1"/>
                </p:cNvSpPr>
                <p:nvPr/>
              </p:nvSpPr>
              <p:spPr bwMode="auto">
                <a:xfrm>
                  <a:off x="1872" y="1957"/>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5" name="Group 58">
                <a:extLst>
                  <a:ext uri="{FF2B5EF4-FFF2-40B4-BE49-F238E27FC236}">
                    <a16:creationId xmlns:a16="http://schemas.microsoft.com/office/drawing/2014/main" id="{63FFDC6A-2BD5-818D-FB51-D948DFAB36B6}"/>
                  </a:ext>
                </a:extLst>
              </p:cNvPr>
              <p:cNvGrpSpPr>
                <a:grpSpLocks/>
              </p:cNvGrpSpPr>
              <p:nvPr/>
            </p:nvGrpSpPr>
            <p:grpSpPr bwMode="auto">
              <a:xfrm>
                <a:off x="0" y="2331"/>
                <a:ext cx="562" cy="374"/>
                <a:chOff x="0" y="2331"/>
                <a:chExt cx="562" cy="374"/>
              </a:xfrm>
            </p:grpSpPr>
            <p:sp>
              <p:nvSpPr>
                <p:cNvPr id="225312" name="Rectangle 59">
                  <a:extLst>
                    <a:ext uri="{FF2B5EF4-FFF2-40B4-BE49-F238E27FC236}">
                      <a16:creationId xmlns:a16="http://schemas.microsoft.com/office/drawing/2014/main" id="{24E85411-2D37-6B88-3318-A780F9B932D5}"/>
                    </a:ext>
                  </a:extLst>
                </p:cNvPr>
                <p:cNvSpPr>
                  <a:spLocks noChangeArrowheads="1"/>
                </p:cNvSpPr>
                <p:nvPr/>
              </p:nvSpPr>
              <p:spPr bwMode="auto">
                <a:xfrm>
                  <a:off x="43" y="2331"/>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13" name="Rectangle 60">
                  <a:extLst>
                    <a:ext uri="{FF2B5EF4-FFF2-40B4-BE49-F238E27FC236}">
                      <a16:creationId xmlns:a16="http://schemas.microsoft.com/office/drawing/2014/main" id="{6DCD5B2C-B53F-C3A3-D91A-7A69F63DF57E}"/>
                    </a:ext>
                  </a:extLst>
                </p:cNvPr>
                <p:cNvSpPr>
                  <a:spLocks noChangeArrowheads="1"/>
                </p:cNvSpPr>
                <p:nvPr/>
              </p:nvSpPr>
              <p:spPr bwMode="auto">
                <a:xfrm>
                  <a:off x="0" y="2331"/>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6" name="Group 61">
                <a:extLst>
                  <a:ext uri="{FF2B5EF4-FFF2-40B4-BE49-F238E27FC236}">
                    <a16:creationId xmlns:a16="http://schemas.microsoft.com/office/drawing/2014/main" id="{7A763EBB-038D-895B-CF2E-7E97B7DA89C1}"/>
                  </a:ext>
                </a:extLst>
              </p:cNvPr>
              <p:cNvGrpSpPr>
                <a:grpSpLocks/>
              </p:cNvGrpSpPr>
              <p:nvPr/>
            </p:nvGrpSpPr>
            <p:grpSpPr bwMode="auto">
              <a:xfrm>
                <a:off x="562" y="2331"/>
                <a:ext cx="1310" cy="374"/>
                <a:chOff x="562" y="2331"/>
                <a:chExt cx="1310" cy="374"/>
              </a:xfrm>
            </p:grpSpPr>
            <p:sp>
              <p:nvSpPr>
                <p:cNvPr id="225310" name="Rectangle 62">
                  <a:extLst>
                    <a:ext uri="{FF2B5EF4-FFF2-40B4-BE49-F238E27FC236}">
                      <a16:creationId xmlns:a16="http://schemas.microsoft.com/office/drawing/2014/main" id="{A3BBEA52-EF55-48C4-F471-38265FA06B25}"/>
                    </a:ext>
                  </a:extLst>
                </p:cNvPr>
                <p:cNvSpPr>
                  <a:spLocks noChangeArrowheads="1"/>
                </p:cNvSpPr>
                <p:nvPr/>
              </p:nvSpPr>
              <p:spPr bwMode="auto">
                <a:xfrm>
                  <a:off x="605" y="2331"/>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否定</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11" name="Rectangle 63">
                  <a:extLst>
                    <a:ext uri="{FF2B5EF4-FFF2-40B4-BE49-F238E27FC236}">
                      <a16:creationId xmlns:a16="http://schemas.microsoft.com/office/drawing/2014/main" id="{4D2E0600-4CA7-E1AD-C2DE-7BCE9DABA31F}"/>
                    </a:ext>
                  </a:extLst>
                </p:cNvPr>
                <p:cNvSpPr>
                  <a:spLocks noChangeArrowheads="1"/>
                </p:cNvSpPr>
                <p:nvPr/>
              </p:nvSpPr>
              <p:spPr bwMode="auto">
                <a:xfrm>
                  <a:off x="562" y="2331"/>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5307" name="Group 64">
                <a:extLst>
                  <a:ext uri="{FF2B5EF4-FFF2-40B4-BE49-F238E27FC236}">
                    <a16:creationId xmlns:a16="http://schemas.microsoft.com/office/drawing/2014/main" id="{2F0D1800-0623-F98B-5E39-E5A78D283083}"/>
                  </a:ext>
                </a:extLst>
              </p:cNvPr>
              <p:cNvGrpSpPr>
                <a:grpSpLocks/>
              </p:cNvGrpSpPr>
              <p:nvPr/>
            </p:nvGrpSpPr>
            <p:grpSpPr bwMode="auto">
              <a:xfrm>
                <a:off x="1872" y="2331"/>
                <a:ext cx="1652" cy="374"/>
                <a:chOff x="1872" y="2331"/>
                <a:chExt cx="1652" cy="374"/>
              </a:xfrm>
            </p:grpSpPr>
            <p:sp>
              <p:nvSpPr>
                <p:cNvPr id="225308" name="Rectangle 65">
                  <a:extLst>
                    <a:ext uri="{FF2B5EF4-FFF2-40B4-BE49-F238E27FC236}">
                      <a16:creationId xmlns:a16="http://schemas.microsoft.com/office/drawing/2014/main" id="{C342CC66-4E33-6362-3833-56903DC61AA4}"/>
                    </a:ext>
                  </a:extLst>
                </p:cNvPr>
                <p:cNvSpPr>
                  <a:spLocks noChangeArrowheads="1"/>
                </p:cNvSpPr>
                <p:nvPr/>
              </p:nvSpPr>
              <p:spPr bwMode="auto">
                <a:xfrm>
                  <a:off x="1915" y="2331"/>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匹配除了</a:t>
                  </a:r>
                  <a:r>
                    <a:rPr kumimoji="1" lang="en-US" altLang="zh-CN" sz="2000" b="1">
                      <a:solidFill>
                        <a:srgbClr val="2F2F2F"/>
                      </a:solidFill>
                      <a:latin typeface="Times New Roman" panose="02020603050405020304" pitchFamily="18" charset="0"/>
                      <a:ea typeface="楷体_GB2312"/>
                      <a:cs typeface="楷体_GB2312"/>
                    </a:rPr>
                    <a:t>a</a:t>
                  </a:r>
                  <a:r>
                    <a:rPr kumimoji="1" lang="zh-CN" altLang="en-US" sz="2000" b="1">
                      <a:solidFill>
                        <a:srgbClr val="2F2F2F"/>
                      </a:solidFill>
                      <a:latin typeface="Times New Roman" panose="02020603050405020304" pitchFamily="18" charset="0"/>
                      <a:ea typeface="楷体_GB2312"/>
                      <a:cs typeface="楷体_GB2312"/>
                    </a:rPr>
                    <a:t>和</a:t>
                  </a:r>
                  <a:r>
                    <a:rPr kumimoji="1" lang="en-US" altLang="zh-CN" sz="2000" b="1">
                      <a:solidFill>
                        <a:srgbClr val="2F2F2F"/>
                      </a:solidFill>
                      <a:latin typeface="Times New Roman" panose="02020603050405020304" pitchFamily="18" charset="0"/>
                      <a:ea typeface="楷体_GB2312"/>
                      <a:cs typeface="楷体_GB2312"/>
                    </a:rPr>
                    <a:t>b</a:t>
                  </a:r>
                  <a:r>
                    <a:rPr kumimoji="1" lang="zh-CN" altLang="en-US" sz="2000" b="1">
                      <a:solidFill>
                        <a:srgbClr val="2F2F2F"/>
                      </a:solidFill>
                      <a:latin typeface="Times New Roman" panose="02020603050405020304" pitchFamily="18" charset="0"/>
                      <a:ea typeface="楷体_GB2312"/>
                      <a:cs typeface="楷体_GB2312"/>
                    </a:rPr>
                    <a:t>之外的任意字符</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5309" name="Rectangle 66">
                  <a:extLst>
                    <a:ext uri="{FF2B5EF4-FFF2-40B4-BE49-F238E27FC236}">
                      <a16:creationId xmlns:a16="http://schemas.microsoft.com/office/drawing/2014/main" id="{544597E0-58A9-6FC9-7521-189A34484413}"/>
                    </a:ext>
                  </a:extLst>
                </p:cNvPr>
                <p:cNvSpPr>
                  <a:spLocks noChangeArrowheads="1"/>
                </p:cNvSpPr>
                <p:nvPr/>
              </p:nvSpPr>
              <p:spPr bwMode="auto">
                <a:xfrm>
                  <a:off x="1872" y="2331"/>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sp>
          <p:nvSpPr>
            <p:cNvPr id="225286" name="Rectangle 67">
              <a:extLst>
                <a:ext uri="{FF2B5EF4-FFF2-40B4-BE49-F238E27FC236}">
                  <a16:creationId xmlns:a16="http://schemas.microsoft.com/office/drawing/2014/main" id="{A4C5D040-1F54-3607-FA54-BF9510273220}"/>
                </a:ext>
              </a:extLst>
            </p:cNvPr>
            <p:cNvSpPr>
              <a:spLocks noChangeArrowheads="1"/>
            </p:cNvSpPr>
            <p:nvPr/>
          </p:nvSpPr>
          <p:spPr bwMode="auto">
            <a:xfrm>
              <a:off x="-3" y="-3"/>
              <a:ext cx="3530" cy="2711"/>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225283" name="Text Box 68">
            <a:extLst>
              <a:ext uri="{FF2B5EF4-FFF2-40B4-BE49-F238E27FC236}">
                <a16:creationId xmlns:a16="http://schemas.microsoft.com/office/drawing/2014/main" id="{5E448E0C-06FA-D8C1-10C8-4323AD059E4A}"/>
              </a:ext>
            </a:extLst>
          </p:cNvPr>
          <p:cNvSpPr txBox="1">
            <a:spLocks noChangeArrowheads="1"/>
          </p:cNvSpPr>
          <p:nvPr/>
        </p:nvSpPr>
        <p:spPr bwMode="auto">
          <a:xfrm>
            <a:off x="6629400" y="2400301"/>
            <a:ext cx="350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在</a:t>
            </a:r>
            <a:r>
              <a:rPr kumimoji="1" lang="en-US" altLang="zh-CN" sz="2000" b="1">
                <a:solidFill>
                  <a:srgbClr val="2F2F2F"/>
                </a:solidFill>
                <a:latin typeface="Times New Roman" panose="02020603050405020304" pitchFamily="18" charset="0"/>
                <a:ea typeface="楷体_GB2312"/>
                <a:cs typeface="楷体_GB2312"/>
              </a:rPr>
              <a:t>LEX</a:t>
            </a:r>
            <a:r>
              <a:rPr kumimoji="1" lang="zh-CN" altLang="en-US" sz="2000" b="1">
                <a:solidFill>
                  <a:srgbClr val="2F2F2F"/>
                </a:solidFill>
                <a:latin typeface="Times New Roman" panose="02020603050405020304" pitchFamily="18" charset="0"/>
                <a:ea typeface="楷体_GB2312"/>
                <a:cs typeface="楷体_GB2312"/>
              </a:rPr>
              <a:t>源文件识别规则的最后应加一条规则：</a:t>
            </a:r>
            <a:r>
              <a:rPr kumimoji="1" lang="en-US" altLang="zh-CN" sz="2000" b="1">
                <a:solidFill>
                  <a:srgbClr val="2F2F2F"/>
                </a:solidFill>
                <a:latin typeface="Times New Roman" panose="02020603050405020304" pitchFamily="18" charset="0"/>
                <a:ea typeface="楷体_GB2312"/>
                <a:cs typeface="楷体_GB2312"/>
              </a:rPr>
              <a:t>.   {…};</a:t>
            </a:r>
          </a:p>
        </p:txBody>
      </p:sp>
      <p:sp>
        <p:nvSpPr>
          <p:cNvPr id="736325" name="AutoShape 69">
            <a:extLst>
              <a:ext uri="{FF2B5EF4-FFF2-40B4-BE49-F238E27FC236}">
                <a16:creationId xmlns:a16="http://schemas.microsoft.com/office/drawing/2014/main" id="{CDE5E793-B84C-0755-0330-286074279B51}"/>
              </a:ext>
            </a:extLst>
          </p:cNvPr>
          <p:cNvSpPr>
            <a:spLocks noChangeArrowheads="1"/>
          </p:cNvSpPr>
          <p:nvPr/>
        </p:nvSpPr>
        <p:spPr bwMode="auto">
          <a:xfrm>
            <a:off x="1524000" y="214313"/>
            <a:ext cx="4114800" cy="533400"/>
          </a:xfrm>
          <a:prstGeom prst="roundRect">
            <a:avLst>
              <a:gd name="adj" fmla="val 16667"/>
            </a:avLst>
          </a:prstGeom>
          <a:solidFill>
            <a:srgbClr val="EBF7FF"/>
          </a:solidFill>
          <a:ln w="9525">
            <a:noFill/>
            <a:round/>
            <a:headEnd/>
            <a:tailEnd/>
          </a:ln>
          <a:effectLst>
            <a:prstShdw prst="shdw17" dist="17961" dir="2700000">
              <a:schemeClr val="accent1">
                <a:gamma/>
                <a:shade val="60000"/>
                <a:invGamma/>
              </a:schemeClr>
            </a:prstShdw>
          </a:effectLst>
        </p:spPr>
        <p:txBody>
          <a:bodyPr wrap="none" anchor="ctr"/>
          <a:lstStyle/>
          <a:p>
            <a:pPr fontAlgn="base">
              <a:spcBef>
                <a:spcPct val="0"/>
              </a:spcBef>
              <a:spcAft>
                <a:spcPct val="0"/>
              </a:spcAft>
              <a:defRPr/>
            </a:pPr>
            <a:r>
              <a:rPr kumimoji="1" lang="en-US" altLang="zh-CN" sz="2400" b="1" dirty="0">
                <a:solidFill>
                  <a:srgbClr val="FF0000"/>
                </a:solidFill>
                <a:latin typeface="Times New Roman" pitchFamily="18" charset="0"/>
                <a:ea typeface="楷体_GB2312" pitchFamily="49" charset="-122"/>
              </a:rPr>
              <a:t>LEX</a:t>
            </a:r>
            <a:r>
              <a:rPr kumimoji="1" lang="zh-CN" altLang="zh-CN" sz="2400" b="1" dirty="0">
                <a:solidFill>
                  <a:srgbClr val="FF0000"/>
                </a:solidFill>
                <a:latin typeface="Times New Roman" pitchFamily="18" charset="0"/>
                <a:ea typeface="楷体_GB2312" pitchFamily="49" charset="-122"/>
              </a:rPr>
              <a:t>的</a:t>
            </a:r>
            <a:r>
              <a:rPr kumimoji="1" lang="zh-CN" altLang="en-US" sz="2400" b="1" dirty="0">
                <a:solidFill>
                  <a:srgbClr val="FF0000"/>
                </a:solidFill>
                <a:latin typeface="Times New Roman" pitchFamily="18" charset="0"/>
                <a:ea typeface="楷体_GB2312" pitchFamily="49" charset="-122"/>
              </a:rPr>
              <a:t>正规式</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27330" name="Group 2">
            <a:extLst>
              <a:ext uri="{FF2B5EF4-FFF2-40B4-BE49-F238E27FC236}">
                <a16:creationId xmlns:a16="http://schemas.microsoft.com/office/drawing/2014/main" id="{D2FD4160-58FC-D8FF-91D7-6BE2690EE4D3}"/>
              </a:ext>
            </a:extLst>
          </p:cNvPr>
          <p:cNvGrpSpPr>
            <a:grpSpLocks/>
          </p:cNvGrpSpPr>
          <p:nvPr/>
        </p:nvGrpSpPr>
        <p:grpSpPr bwMode="auto">
          <a:xfrm>
            <a:off x="1612900" y="685800"/>
            <a:ext cx="9055100" cy="5562600"/>
            <a:chOff x="-3" y="-3"/>
            <a:chExt cx="3530" cy="2624"/>
          </a:xfrm>
        </p:grpSpPr>
        <p:grpSp>
          <p:nvGrpSpPr>
            <p:cNvPr id="227331" name="Group 3">
              <a:extLst>
                <a:ext uri="{FF2B5EF4-FFF2-40B4-BE49-F238E27FC236}">
                  <a16:creationId xmlns:a16="http://schemas.microsoft.com/office/drawing/2014/main" id="{DD63E75E-2ABE-60B5-8516-0E631FA2D0B4}"/>
                </a:ext>
              </a:extLst>
            </p:cNvPr>
            <p:cNvGrpSpPr>
              <a:grpSpLocks/>
            </p:cNvGrpSpPr>
            <p:nvPr/>
          </p:nvGrpSpPr>
          <p:grpSpPr bwMode="auto">
            <a:xfrm>
              <a:off x="0" y="0"/>
              <a:ext cx="3524" cy="2618"/>
              <a:chOff x="0" y="0"/>
              <a:chExt cx="3524" cy="2618"/>
            </a:xfrm>
          </p:grpSpPr>
          <p:grpSp>
            <p:nvGrpSpPr>
              <p:cNvPr id="227333" name="Group 4">
                <a:extLst>
                  <a:ext uri="{FF2B5EF4-FFF2-40B4-BE49-F238E27FC236}">
                    <a16:creationId xmlns:a16="http://schemas.microsoft.com/office/drawing/2014/main" id="{7B74EB9F-F969-8537-4B82-ED19F544E9BF}"/>
                  </a:ext>
                </a:extLst>
              </p:cNvPr>
              <p:cNvGrpSpPr>
                <a:grpSpLocks/>
              </p:cNvGrpSpPr>
              <p:nvPr/>
            </p:nvGrpSpPr>
            <p:grpSpPr bwMode="auto">
              <a:xfrm>
                <a:off x="0" y="0"/>
                <a:ext cx="562" cy="374"/>
                <a:chOff x="0" y="0"/>
                <a:chExt cx="562" cy="374"/>
              </a:xfrm>
            </p:grpSpPr>
            <p:sp>
              <p:nvSpPr>
                <p:cNvPr id="227394" name="Rectangle 5">
                  <a:extLst>
                    <a:ext uri="{FF2B5EF4-FFF2-40B4-BE49-F238E27FC236}">
                      <a16:creationId xmlns:a16="http://schemas.microsoft.com/office/drawing/2014/main" id="{FF43B822-4AD8-FBC9-BBA2-68836AC94CD8}"/>
                    </a:ext>
                  </a:extLst>
                </p:cNvPr>
                <p:cNvSpPr>
                  <a:spLocks noChangeArrowheads="1"/>
                </p:cNvSpPr>
                <p:nvPr/>
              </p:nvSpPr>
              <p:spPr bwMode="auto">
                <a:xfrm>
                  <a:off x="43" y="0"/>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FF0000"/>
                    </a:solidFill>
                    <a:latin typeface="Times New Roman" panose="02020603050405020304" pitchFamily="18" charset="0"/>
                    <a:ea typeface="楷体_GB2312"/>
                    <a:cs typeface="楷体_GB2312"/>
                  </a:endParaRPr>
                </a:p>
              </p:txBody>
            </p:sp>
            <p:sp>
              <p:nvSpPr>
                <p:cNvPr id="227395" name="Rectangle 6">
                  <a:extLst>
                    <a:ext uri="{FF2B5EF4-FFF2-40B4-BE49-F238E27FC236}">
                      <a16:creationId xmlns:a16="http://schemas.microsoft.com/office/drawing/2014/main" id="{9C483C03-182E-4CD2-37B6-F8F88B36D7C3}"/>
                    </a:ext>
                  </a:extLst>
                </p:cNvPr>
                <p:cNvSpPr>
                  <a:spLocks noChangeArrowheads="1"/>
                </p:cNvSpPr>
                <p:nvPr/>
              </p:nvSpPr>
              <p:spPr bwMode="auto">
                <a:xfrm>
                  <a:off x="0" y="0"/>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4" name="Group 7">
                <a:extLst>
                  <a:ext uri="{FF2B5EF4-FFF2-40B4-BE49-F238E27FC236}">
                    <a16:creationId xmlns:a16="http://schemas.microsoft.com/office/drawing/2014/main" id="{255F7E9A-6784-09B2-9E52-66EE6AACB09A}"/>
                  </a:ext>
                </a:extLst>
              </p:cNvPr>
              <p:cNvGrpSpPr>
                <a:grpSpLocks/>
              </p:cNvGrpSpPr>
              <p:nvPr/>
            </p:nvGrpSpPr>
            <p:grpSpPr bwMode="auto">
              <a:xfrm>
                <a:off x="562" y="0"/>
                <a:ext cx="1310" cy="374"/>
                <a:chOff x="562" y="0"/>
                <a:chExt cx="1310" cy="374"/>
              </a:xfrm>
            </p:grpSpPr>
            <p:sp>
              <p:nvSpPr>
                <p:cNvPr id="227392" name="Rectangle 8">
                  <a:extLst>
                    <a:ext uri="{FF2B5EF4-FFF2-40B4-BE49-F238E27FC236}">
                      <a16:creationId xmlns:a16="http://schemas.microsoft.com/office/drawing/2014/main" id="{2F688ECF-21B2-1DE7-3908-2D970A7904C4}"/>
                    </a:ext>
                  </a:extLst>
                </p:cNvPr>
                <p:cNvSpPr>
                  <a:spLocks noChangeArrowheads="1"/>
                </p:cNvSpPr>
                <p:nvPr/>
              </p:nvSpPr>
              <p:spPr bwMode="auto">
                <a:xfrm>
                  <a:off x="605" y="0"/>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0</a:t>
                  </a:r>
                  <a:r>
                    <a:rPr kumimoji="1" lang="zh-CN" altLang="en-US" sz="2000" b="1">
                      <a:solidFill>
                        <a:srgbClr val="2F2F2F"/>
                      </a:solidFill>
                      <a:latin typeface="Times New Roman" panose="02020603050405020304" pitchFamily="18" charset="0"/>
                      <a:ea typeface="楷体_GB2312"/>
                      <a:cs typeface="楷体_GB2312"/>
                    </a:rPr>
                    <a:t>个或多个</a:t>
                  </a:r>
                  <a:r>
                    <a:rPr kumimoji="1" lang="en-US" altLang="zh-CN" sz="2000" b="1">
                      <a:solidFill>
                        <a:srgbClr val="2F2F2F"/>
                      </a:solidFill>
                      <a:latin typeface="Times New Roman" panose="02020603050405020304" pitchFamily="18" charset="0"/>
                      <a:ea typeface="楷体_GB2312"/>
                      <a:cs typeface="楷体_GB2312"/>
                    </a:rPr>
                    <a:t>R(R</a:t>
                  </a:r>
                  <a:r>
                    <a:rPr kumimoji="1" lang="zh-CN" altLang="en-US" sz="2000" b="1">
                      <a:solidFill>
                        <a:srgbClr val="2F2F2F"/>
                      </a:solidFill>
                      <a:latin typeface="Times New Roman" panose="02020603050405020304" pitchFamily="18" charset="0"/>
                      <a:ea typeface="楷体_GB2312"/>
                      <a:cs typeface="楷体_GB2312"/>
                    </a:rPr>
                    <a:t>是正规式</a:t>
                  </a:r>
                  <a:r>
                    <a:rPr kumimoji="1" lang="en-US" altLang="zh-CN" sz="2000" b="1">
                      <a:solidFill>
                        <a:srgbClr val="2F2F2F"/>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93" name="Rectangle 9">
                  <a:extLst>
                    <a:ext uri="{FF2B5EF4-FFF2-40B4-BE49-F238E27FC236}">
                      <a16:creationId xmlns:a16="http://schemas.microsoft.com/office/drawing/2014/main" id="{AA2C6DDF-A1E2-DDCC-63CF-35E0B2ACA927}"/>
                    </a:ext>
                  </a:extLst>
                </p:cNvPr>
                <p:cNvSpPr>
                  <a:spLocks noChangeArrowheads="1"/>
                </p:cNvSpPr>
                <p:nvPr/>
              </p:nvSpPr>
              <p:spPr bwMode="auto">
                <a:xfrm>
                  <a:off x="562" y="0"/>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5" name="Group 10">
                <a:extLst>
                  <a:ext uri="{FF2B5EF4-FFF2-40B4-BE49-F238E27FC236}">
                    <a16:creationId xmlns:a16="http://schemas.microsoft.com/office/drawing/2014/main" id="{259E2B66-E0E7-C818-902D-584BC5268ADD}"/>
                  </a:ext>
                </a:extLst>
              </p:cNvPr>
              <p:cNvGrpSpPr>
                <a:grpSpLocks/>
              </p:cNvGrpSpPr>
              <p:nvPr/>
            </p:nvGrpSpPr>
            <p:grpSpPr bwMode="auto">
              <a:xfrm>
                <a:off x="1872" y="0"/>
                <a:ext cx="1652" cy="374"/>
                <a:chOff x="1872" y="0"/>
                <a:chExt cx="1652" cy="374"/>
              </a:xfrm>
            </p:grpSpPr>
            <p:sp>
              <p:nvSpPr>
                <p:cNvPr id="227390" name="Rectangle 11">
                  <a:extLst>
                    <a:ext uri="{FF2B5EF4-FFF2-40B4-BE49-F238E27FC236}">
                      <a16:creationId xmlns:a16="http://schemas.microsoft.com/office/drawing/2014/main" id="{A1AE703D-903B-C0EB-AE16-C239055CBF7D}"/>
                    </a:ext>
                  </a:extLst>
                </p:cNvPr>
                <p:cNvSpPr>
                  <a:spLocks noChangeArrowheads="1"/>
                </p:cNvSpPr>
                <p:nvPr/>
              </p:nvSpPr>
              <p:spPr bwMode="auto">
                <a:xfrm>
                  <a:off x="1915" y="0"/>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a:t>
                  </a:r>
                  <a:r>
                    <a:rPr kumimoji="1" lang="en-US" altLang="zh-CN" sz="2000" b="1" baseline="30000">
                      <a:solidFill>
                        <a:srgbClr val="2F2F2F"/>
                      </a:solidFill>
                      <a:latin typeface="Times New Roman" panose="02020603050405020304" pitchFamily="18" charset="0"/>
                      <a:ea typeface="楷体_GB2312"/>
                      <a:cs typeface="楷体_GB2312"/>
                    </a:rPr>
                    <a:t> </a:t>
                  </a:r>
                  <a:r>
                    <a:rPr kumimoji="1" lang="en-US" altLang="zh-CN" sz="2000" b="1">
                      <a:solidFill>
                        <a:srgbClr val="2F2F2F"/>
                      </a:solidFill>
                      <a:latin typeface="Times New Roman" panose="02020603050405020304" pitchFamily="18" charset="0"/>
                      <a:ea typeface="楷体_GB2312"/>
                      <a:cs typeface="楷体_GB2312"/>
                    </a:rPr>
                    <a:t>*</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{ε,ab,abab,ababab,…}</a:t>
                  </a:r>
                  <a:r>
                    <a:rPr kumimoji="1" lang="zh-CN" altLang="en-US" sz="2000" b="1">
                      <a:solidFill>
                        <a:srgbClr val="2F2F2F"/>
                      </a:solidFill>
                      <a:latin typeface="Times New Roman" panose="02020603050405020304" pitchFamily="18" charset="0"/>
                      <a:ea typeface="楷体_GB2312"/>
                      <a:cs typeface="楷体_GB2312"/>
                    </a:rPr>
                    <a:t>中任何一个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91" name="Rectangle 12">
                  <a:extLst>
                    <a:ext uri="{FF2B5EF4-FFF2-40B4-BE49-F238E27FC236}">
                      <a16:creationId xmlns:a16="http://schemas.microsoft.com/office/drawing/2014/main" id="{3C69D98F-6285-2B3C-BD37-D552F840D49A}"/>
                    </a:ext>
                  </a:extLst>
                </p:cNvPr>
                <p:cNvSpPr>
                  <a:spLocks noChangeArrowheads="1"/>
                </p:cNvSpPr>
                <p:nvPr/>
              </p:nvSpPr>
              <p:spPr bwMode="auto">
                <a:xfrm>
                  <a:off x="1872" y="0"/>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6" name="Group 13">
                <a:extLst>
                  <a:ext uri="{FF2B5EF4-FFF2-40B4-BE49-F238E27FC236}">
                    <a16:creationId xmlns:a16="http://schemas.microsoft.com/office/drawing/2014/main" id="{C293A59C-4BE6-AAC5-4587-118FFE1F2DFA}"/>
                  </a:ext>
                </a:extLst>
              </p:cNvPr>
              <p:cNvGrpSpPr>
                <a:grpSpLocks/>
              </p:cNvGrpSpPr>
              <p:nvPr/>
            </p:nvGrpSpPr>
            <p:grpSpPr bwMode="auto">
              <a:xfrm>
                <a:off x="0" y="374"/>
                <a:ext cx="562" cy="374"/>
                <a:chOff x="0" y="374"/>
                <a:chExt cx="562" cy="374"/>
              </a:xfrm>
            </p:grpSpPr>
            <p:sp>
              <p:nvSpPr>
                <p:cNvPr id="227388" name="Rectangle 14">
                  <a:extLst>
                    <a:ext uri="{FF2B5EF4-FFF2-40B4-BE49-F238E27FC236}">
                      <a16:creationId xmlns:a16="http://schemas.microsoft.com/office/drawing/2014/main" id="{A11BDA11-1AAA-A5EC-99F7-809D1440928B}"/>
                    </a:ext>
                  </a:extLst>
                </p:cNvPr>
                <p:cNvSpPr>
                  <a:spLocks noChangeArrowheads="1"/>
                </p:cNvSpPr>
                <p:nvPr/>
              </p:nvSpPr>
              <p:spPr bwMode="auto">
                <a:xfrm>
                  <a:off x="43" y="374"/>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r>
                    <a:rPr kumimoji="1" lang="zh-CN" altLang="en-US" sz="2000" b="1">
                      <a:solidFill>
                        <a:srgbClr val="FF0000"/>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89" name="Rectangle 15">
                  <a:extLst>
                    <a:ext uri="{FF2B5EF4-FFF2-40B4-BE49-F238E27FC236}">
                      <a16:creationId xmlns:a16="http://schemas.microsoft.com/office/drawing/2014/main" id="{53984C45-0240-E4FE-89E8-38F4CDFEEFA0}"/>
                    </a:ext>
                  </a:extLst>
                </p:cNvPr>
                <p:cNvSpPr>
                  <a:spLocks noChangeArrowheads="1"/>
                </p:cNvSpPr>
                <p:nvPr/>
              </p:nvSpPr>
              <p:spPr bwMode="auto">
                <a:xfrm>
                  <a:off x="0" y="374"/>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7" name="Group 16">
                <a:extLst>
                  <a:ext uri="{FF2B5EF4-FFF2-40B4-BE49-F238E27FC236}">
                    <a16:creationId xmlns:a16="http://schemas.microsoft.com/office/drawing/2014/main" id="{9D7DA322-5E7F-4351-1E67-65494099770D}"/>
                  </a:ext>
                </a:extLst>
              </p:cNvPr>
              <p:cNvGrpSpPr>
                <a:grpSpLocks/>
              </p:cNvGrpSpPr>
              <p:nvPr/>
            </p:nvGrpSpPr>
            <p:grpSpPr bwMode="auto">
              <a:xfrm>
                <a:off x="562" y="374"/>
                <a:ext cx="1310" cy="374"/>
                <a:chOff x="562" y="374"/>
                <a:chExt cx="1310" cy="374"/>
              </a:xfrm>
            </p:grpSpPr>
            <p:sp>
              <p:nvSpPr>
                <p:cNvPr id="227386" name="Rectangle 17">
                  <a:extLst>
                    <a:ext uri="{FF2B5EF4-FFF2-40B4-BE49-F238E27FC236}">
                      <a16:creationId xmlns:a16="http://schemas.microsoft.com/office/drawing/2014/main" id="{26647E09-F3A5-3920-3C02-459A880C9219}"/>
                    </a:ext>
                  </a:extLst>
                </p:cNvPr>
                <p:cNvSpPr>
                  <a:spLocks noChangeArrowheads="1"/>
                </p:cNvSpPr>
                <p:nvPr/>
              </p:nvSpPr>
              <p:spPr bwMode="auto">
                <a:xfrm>
                  <a:off x="605" y="374"/>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1</a:t>
                  </a:r>
                  <a:r>
                    <a:rPr kumimoji="1" lang="zh-CN" altLang="en-US" sz="2000" b="1">
                      <a:solidFill>
                        <a:srgbClr val="2F2F2F"/>
                      </a:solidFill>
                      <a:latin typeface="Times New Roman" panose="02020603050405020304" pitchFamily="18" charset="0"/>
                      <a:ea typeface="楷体_GB2312"/>
                      <a:cs typeface="楷体_GB2312"/>
                    </a:rPr>
                    <a:t>个或多个</a:t>
                  </a:r>
                  <a:r>
                    <a:rPr kumimoji="1" lang="en-US" altLang="zh-CN" sz="2000" b="1">
                      <a:solidFill>
                        <a:srgbClr val="2F2F2F"/>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87" name="Rectangle 18">
                  <a:extLst>
                    <a:ext uri="{FF2B5EF4-FFF2-40B4-BE49-F238E27FC236}">
                      <a16:creationId xmlns:a16="http://schemas.microsoft.com/office/drawing/2014/main" id="{3CEBCD38-D900-457A-ACF9-F945FE7912CE}"/>
                    </a:ext>
                  </a:extLst>
                </p:cNvPr>
                <p:cNvSpPr>
                  <a:spLocks noChangeArrowheads="1"/>
                </p:cNvSpPr>
                <p:nvPr/>
              </p:nvSpPr>
              <p:spPr bwMode="auto">
                <a:xfrm>
                  <a:off x="562" y="374"/>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8" name="Group 19">
                <a:extLst>
                  <a:ext uri="{FF2B5EF4-FFF2-40B4-BE49-F238E27FC236}">
                    <a16:creationId xmlns:a16="http://schemas.microsoft.com/office/drawing/2014/main" id="{C9CBDB58-AB3A-C5AE-D1D0-B820E3499DED}"/>
                  </a:ext>
                </a:extLst>
              </p:cNvPr>
              <p:cNvGrpSpPr>
                <a:grpSpLocks/>
              </p:cNvGrpSpPr>
              <p:nvPr/>
            </p:nvGrpSpPr>
            <p:grpSpPr bwMode="auto">
              <a:xfrm>
                <a:off x="1872" y="374"/>
                <a:ext cx="1652" cy="374"/>
                <a:chOff x="1872" y="374"/>
                <a:chExt cx="1652" cy="374"/>
              </a:xfrm>
            </p:grpSpPr>
            <p:sp>
              <p:nvSpPr>
                <p:cNvPr id="227384" name="Rectangle 20">
                  <a:extLst>
                    <a:ext uri="{FF2B5EF4-FFF2-40B4-BE49-F238E27FC236}">
                      <a16:creationId xmlns:a16="http://schemas.microsoft.com/office/drawing/2014/main" id="{1775A081-0077-2C0D-2DEE-A12E86807599}"/>
                    </a:ext>
                  </a:extLst>
                </p:cNvPr>
                <p:cNvSpPr>
                  <a:spLocks noChangeArrowheads="1"/>
                </p:cNvSpPr>
                <p:nvPr/>
              </p:nvSpPr>
              <p:spPr bwMode="auto">
                <a:xfrm>
                  <a:off x="1915" y="374"/>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{ab,abab,ababab,…}</a:t>
                  </a:r>
                  <a:r>
                    <a:rPr kumimoji="1" lang="zh-CN" altLang="en-US" sz="2000" b="1">
                      <a:solidFill>
                        <a:srgbClr val="2F2F2F"/>
                      </a:solidFill>
                      <a:latin typeface="Times New Roman" panose="02020603050405020304" pitchFamily="18" charset="0"/>
                      <a:ea typeface="楷体_GB2312"/>
                      <a:cs typeface="楷体_GB2312"/>
                    </a:rPr>
                    <a:t>中的任何一个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85" name="Rectangle 21">
                  <a:extLst>
                    <a:ext uri="{FF2B5EF4-FFF2-40B4-BE49-F238E27FC236}">
                      <a16:creationId xmlns:a16="http://schemas.microsoft.com/office/drawing/2014/main" id="{B222ED7B-E2D9-D007-0A41-93E255BE600B}"/>
                    </a:ext>
                  </a:extLst>
                </p:cNvPr>
                <p:cNvSpPr>
                  <a:spLocks noChangeArrowheads="1"/>
                </p:cNvSpPr>
                <p:nvPr/>
              </p:nvSpPr>
              <p:spPr bwMode="auto">
                <a:xfrm>
                  <a:off x="1872" y="374"/>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39" name="Group 22">
                <a:extLst>
                  <a:ext uri="{FF2B5EF4-FFF2-40B4-BE49-F238E27FC236}">
                    <a16:creationId xmlns:a16="http://schemas.microsoft.com/office/drawing/2014/main" id="{D3C0CC16-1DAE-0F8E-9B4D-6C1B3896BB82}"/>
                  </a:ext>
                </a:extLst>
              </p:cNvPr>
              <p:cNvGrpSpPr>
                <a:grpSpLocks/>
              </p:cNvGrpSpPr>
              <p:nvPr/>
            </p:nvGrpSpPr>
            <p:grpSpPr bwMode="auto">
              <a:xfrm>
                <a:off x="0" y="748"/>
                <a:ext cx="562" cy="374"/>
                <a:chOff x="0" y="748"/>
                <a:chExt cx="562" cy="374"/>
              </a:xfrm>
            </p:grpSpPr>
            <p:sp>
              <p:nvSpPr>
                <p:cNvPr id="227382" name="Rectangle 23">
                  <a:extLst>
                    <a:ext uri="{FF2B5EF4-FFF2-40B4-BE49-F238E27FC236}">
                      <a16:creationId xmlns:a16="http://schemas.microsoft.com/office/drawing/2014/main" id="{489013BE-1AB9-F49F-A54D-9DACBD2873B0}"/>
                    </a:ext>
                  </a:extLst>
                </p:cNvPr>
                <p:cNvSpPr>
                  <a:spLocks noChangeArrowheads="1"/>
                </p:cNvSpPr>
                <p:nvPr/>
              </p:nvSpPr>
              <p:spPr bwMode="auto">
                <a:xfrm>
                  <a:off x="43" y="748"/>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83" name="Rectangle 24">
                  <a:extLst>
                    <a:ext uri="{FF2B5EF4-FFF2-40B4-BE49-F238E27FC236}">
                      <a16:creationId xmlns:a16="http://schemas.microsoft.com/office/drawing/2014/main" id="{49BD141F-3635-336B-EEF8-5CE1BD810E6A}"/>
                    </a:ext>
                  </a:extLst>
                </p:cNvPr>
                <p:cNvSpPr>
                  <a:spLocks noChangeArrowheads="1"/>
                </p:cNvSpPr>
                <p:nvPr/>
              </p:nvSpPr>
              <p:spPr bwMode="auto">
                <a:xfrm>
                  <a:off x="0" y="748"/>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0" name="Group 25">
                <a:extLst>
                  <a:ext uri="{FF2B5EF4-FFF2-40B4-BE49-F238E27FC236}">
                    <a16:creationId xmlns:a16="http://schemas.microsoft.com/office/drawing/2014/main" id="{457971D0-0197-2154-CE1C-897A50445574}"/>
                  </a:ext>
                </a:extLst>
              </p:cNvPr>
              <p:cNvGrpSpPr>
                <a:grpSpLocks/>
              </p:cNvGrpSpPr>
              <p:nvPr/>
            </p:nvGrpSpPr>
            <p:grpSpPr bwMode="auto">
              <a:xfrm>
                <a:off x="562" y="748"/>
                <a:ext cx="1310" cy="374"/>
                <a:chOff x="562" y="748"/>
                <a:chExt cx="1310" cy="374"/>
              </a:xfrm>
            </p:grpSpPr>
            <p:sp>
              <p:nvSpPr>
                <p:cNvPr id="227380" name="Rectangle 26">
                  <a:extLst>
                    <a:ext uri="{FF2B5EF4-FFF2-40B4-BE49-F238E27FC236}">
                      <a16:creationId xmlns:a16="http://schemas.microsoft.com/office/drawing/2014/main" id="{F54725FF-D81E-8006-3110-31106FAF47E8}"/>
                    </a:ext>
                  </a:extLst>
                </p:cNvPr>
                <p:cNvSpPr>
                  <a:spLocks noChangeArrowheads="1"/>
                </p:cNvSpPr>
                <p:nvPr/>
              </p:nvSpPr>
              <p:spPr bwMode="auto">
                <a:xfrm>
                  <a:off x="605" y="748"/>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0</a:t>
                  </a:r>
                  <a:r>
                    <a:rPr kumimoji="1" lang="zh-CN" altLang="en-US" sz="2000" b="1">
                      <a:solidFill>
                        <a:srgbClr val="2F2F2F"/>
                      </a:solidFill>
                      <a:latin typeface="Times New Roman" panose="02020603050405020304" pitchFamily="18" charset="0"/>
                      <a:ea typeface="楷体_GB2312"/>
                      <a:cs typeface="楷体_GB2312"/>
                    </a:rPr>
                    <a:t>个或</a:t>
                  </a:r>
                  <a:r>
                    <a:rPr kumimoji="1" lang="en-US" altLang="zh-CN" sz="2000" b="1">
                      <a:solidFill>
                        <a:srgbClr val="2F2F2F"/>
                      </a:solidFill>
                      <a:latin typeface="Times New Roman" panose="02020603050405020304" pitchFamily="18" charset="0"/>
                      <a:ea typeface="楷体_GB2312"/>
                      <a:cs typeface="楷体_GB2312"/>
                    </a:rPr>
                    <a:t>1</a:t>
                  </a:r>
                  <a:r>
                    <a:rPr kumimoji="1" lang="zh-CN" altLang="en-US" sz="2000" b="1">
                      <a:solidFill>
                        <a:srgbClr val="2F2F2F"/>
                      </a:solidFill>
                      <a:latin typeface="Times New Roman" panose="02020603050405020304" pitchFamily="18" charset="0"/>
                      <a:ea typeface="楷体_GB2312"/>
                      <a:cs typeface="楷体_GB2312"/>
                    </a:rPr>
                    <a:t>个</a:t>
                  </a:r>
                  <a:r>
                    <a:rPr kumimoji="1" lang="en-US" altLang="zh-CN" sz="2000" b="1">
                      <a:solidFill>
                        <a:srgbClr val="2F2F2F"/>
                      </a:solidFill>
                      <a:latin typeface="Times New Roman" panose="02020603050405020304" pitchFamily="18" charset="0"/>
                      <a:ea typeface="楷体_GB2312"/>
                      <a:cs typeface="楷体_GB2312"/>
                    </a:rPr>
                    <a:t>R</a:t>
                  </a:r>
                </a:p>
                <a:p>
                  <a:pP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81" name="Rectangle 27">
                  <a:extLst>
                    <a:ext uri="{FF2B5EF4-FFF2-40B4-BE49-F238E27FC236}">
                      <a16:creationId xmlns:a16="http://schemas.microsoft.com/office/drawing/2014/main" id="{73CA7579-651F-132F-3398-57CE45993A42}"/>
                    </a:ext>
                  </a:extLst>
                </p:cNvPr>
                <p:cNvSpPr>
                  <a:spLocks noChangeArrowheads="1"/>
                </p:cNvSpPr>
                <p:nvPr/>
              </p:nvSpPr>
              <p:spPr bwMode="auto">
                <a:xfrm>
                  <a:off x="562" y="748"/>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1" name="Group 28">
                <a:extLst>
                  <a:ext uri="{FF2B5EF4-FFF2-40B4-BE49-F238E27FC236}">
                    <a16:creationId xmlns:a16="http://schemas.microsoft.com/office/drawing/2014/main" id="{3EC8C28F-458A-E450-983D-9127AEAFD426}"/>
                  </a:ext>
                </a:extLst>
              </p:cNvPr>
              <p:cNvGrpSpPr>
                <a:grpSpLocks/>
              </p:cNvGrpSpPr>
              <p:nvPr/>
            </p:nvGrpSpPr>
            <p:grpSpPr bwMode="auto">
              <a:xfrm>
                <a:off x="1872" y="748"/>
                <a:ext cx="1652" cy="374"/>
                <a:chOff x="1872" y="748"/>
                <a:chExt cx="1652" cy="374"/>
              </a:xfrm>
            </p:grpSpPr>
            <p:sp>
              <p:nvSpPr>
                <p:cNvPr id="227378" name="Rectangle 29">
                  <a:extLst>
                    <a:ext uri="{FF2B5EF4-FFF2-40B4-BE49-F238E27FC236}">
                      <a16:creationId xmlns:a16="http://schemas.microsoft.com/office/drawing/2014/main" id="{6D5B4352-A8AC-54FE-5484-1DF9068B6689}"/>
                    </a:ext>
                  </a:extLst>
                </p:cNvPr>
                <p:cNvSpPr>
                  <a:spLocks noChangeArrowheads="1"/>
                </p:cNvSpPr>
                <p:nvPr/>
              </p:nvSpPr>
              <p:spPr bwMode="auto">
                <a:xfrm>
                  <a:off x="1915" y="748"/>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ε</a:t>
                  </a:r>
                  <a:r>
                    <a:rPr kumimoji="1" lang="zh-CN" altLang="en-US" sz="2000" b="1">
                      <a:solidFill>
                        <a:srgbClr val="2F2F2F"/>
                      </a:solidFill>
                      <a:latin typeface="Times New Roman" panose="02020603050405020304" pitchFamily="18" charset="0"/>
                      <a:ea typeface="楷体_GB2312"/>
                      <a:cs typeface="楷体_GB2312"/>
                    </a:rPr>
                    <a:t>或</a:t>
                  </a:r>
                  <a:r>
                    <a:rPr kumimoji="1" lang="en-US" altLang="zh-CN" sz="2000" b="1">
                      <a:solidFill>
                        <a:srgbClr val="2F2F2F"/>
                      </a:solidFill>
                      <a:latin typeface="Times New Roman" panose="02020603050405020304" pitchFamily="18" charset="0"/>
                      <a:ea typeface="楷体_GB2312"/>
                      <a:cs typeface="楷体_GB2312"/>
                    </a:rPr>
                    <a:t>ab</a:t>
                  </a:r>
                </a:p>
                <a:p>
                  <a:pP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79" name="Rectangle 30">
                  <a:extLst>
                    <a:ext uri="{FF2B5EF4-FFF2-40B4-BE49-F238E27FC236}">
                      <a16:creationId xmlns:a16="http://schemas.microsoft.com/office/drawing/2014/main" id="{62919E2A-4B94-2215-D427-1D32840FC019}"/>
                    </a:ext>
                  </a:extLst>
                </p:cNvPr>
                <p:cNvSpPr>
                  <a:spLocks noChangeArrowheads="1"/>
                </p:cNvSpPr>
                <p:nvPr/>
              </p:nvSpPr>
              <p:spPr bwMode="auto">
                <a:xfrm>
                  <a:off x="1872" y="748"/>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2" name="Group 31">
                <a:extLst>
                  <a:ext uri="{FF2B5EF4-FFF2-40B4-BE49-F238E27FC236}">
                    <a16:creationId xmlns:a16="http://schemas.microsoft.com/office/drawing/2014/main" id="{21020367-1EFF-41E7-7BC5-51B6C95FE627}"/>
                  </a:ext>
                </a:extLst>
              </p:cNvPr>
              <p:cNvGrpSpPr>
                <a:grpSpLocks/>
              </p:cNvGrpSpPr>
              <p:nvPr/>
            </p:nvGrpSpPr>
            <p:grpSpPr bwMode="auto">
              <a:xfrm>
                <a:off x="0" y="1122"/>
                <a:ext cx="562" cy="374"/>
                <a:chOff x="0" y="1122"/>
                <a:chExt cx="562" cy="374"/>
              </a:xfrm>
            </p:grpSpPr>
            <p:sp>
              <p:nvSpPr>
                <p:cNvPr id="227376" name="Rectangle 32">
                  <a:extLst>
                    <a:ext uri="{FF2B5EF4-FFF2-40B4-BE49-F238E27FC236}">
                      <a16:creationId xmlns:a16="http://schemas.microsoft.com/office/drawing/2014/main" id="{33B4F033-77A1-3F71-A9D5-EB17764A1F59}"/>
                    </a:ext>
                  </a:extLst>
                </p:cNvPr>
                <p:cNvSpPr>
                  <a:spLocks noChangeArrowheads="1"/>
                </p:cNvSpPr>
                <p:nvPr/>
              </p:nvSpPr>
              <p:spPr bwMode="auto">
                <a:xfrm>
                  <a:off x="43" y="1122"/>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R{m,n}</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77" name="Rectangle 33">
                  <a:extLst>
                    <a:ext uri="{FF2B5EF4-FFF2-40B4-BE49-F238E27FC236}">
                      <a16:creationId xmlns:a16="http://schemas.microsoft.com/office/drawing/2014/main" id="{46E306BF-0EE2-5CAE-98EF-6D4CDE0AB956}"/>
                    </a:ext>
                  </a:extLst>
                </p:cNvPr>
                <p:cNvSpPr>
                  <a:spLocks noChangeArrowheads="1"/>
                </p:cNvSpPr>
                <p:nvPr/>
              </p:nvSpPr>
              <p:spPr bwMode="auto">
                <a:xfrm>
                  <a:off x="0" y="1122"/>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3" name="Group 34">
                <a:extLst>
                  <a:ext uri="{FF2B5EF4-FFF2-40B4-BE49-F238E27FC236}">
                    <a16:creationId xmlns:a16="http://schemas.microsoft.com/office/drawing/2014/main" id="{A7B4626C-7BE4-BD3B-A848-6E1845B49A3D}"/>
                  </a:ext>
                </a:extLst>
              </p:cNvPr>
              <p:cNvGrpSpPr>
                <a:grpSpLocks/>
              </p:cNvGrpSpPr>
              <p:nvPr/>
            </p:nvGrpSpPr>
            <p:grpSpPr bwMode="auto">
              <a:xfrm>
                <a:off x="562" y="1122"/>
                <a:ext cx="1310" cy="374"/>
                <a:chOff x="562" y="1122"/>
                <a:chExt cx="1310" cy="374"/>
              </a:xfrm>
            </p:grpSpPr>
            <p:sp>
              <p:nvSpPr>
                <p:cNvPr id="227374" name="Rectangle 35">
                  <a:extLst>
                    <a:ext uri="{FF2B5EF4-FFF2-40B4-BE49-F238E27FC236}">
                      <a16:creationId xmlns:a16="http://schemas.microsoft.com/office/drawing/2014/main" id="{44DD6DBF-450E-E5F7-FAC8-CEB5BAA76FFA}"/>
                    </a:ext>
                  </a:extLst>
                </p:cNvPr>
                <p:cNvSpPr>
                  <a:spLocks noChangeArrowheads="1"/>
                </p:cNvSpPr>
                <p:nvPr/>
              </p:nvSpPr>
              <p:spPr bwMode="auto">
                <a:xfrm>
                  <a:off x="605" y="1122"/>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m</a:t>
                  </a:r>
                  <a:r>
                    <a:rPr kumimoji="1" lang="zh-CN" altLang="en-US" sz="2000" b="1">
                      <a:solidFill>
                        <a:srgbClr val="2F2F2F"/>
                      </a:solidFill>
                      <a:latin typeface="Times New Roman" panose="02020603050405020304" pitchFamily="18" charset="0"/>
                      <a:ea typeface="楷体_GB2312"/>
                      <a:cs typeface="楷体_GB2312"/>
                    </a:rPr>
                    <a:t>到</a:t>
                  </a:r>
                  <a:r>
                    <a:rPr kumimoji="1" lang="en-US" altLang="zh-CN" sz="2000" b="1">
                      <a:solidFill>
                        <a:srgbClr val="2F2F2F"/>
                      </a:solidFill>
                      <a:latin typeface="Times New Roman" panose="02020603050405020304" pitchFamily="18" charset="0"/>
                      <a:ea typeface="楷体_GB2312"/>
                      <a:cs typeface="楷体_GB2312"/>
                    </a:rPr>
                    <a:t>n</a:t>
                  </a:r>
                  <a:r>
                    <a:rPr kumimoji="1" lang="zh-CN" altLang="en-US" sz="2000" b="1">
                      <a:solidFill>
                        <a:srgbClr val="2F2F2F"/>
                      </a:solidFill>
                      <a:latin typeface="Times New Roman" panose="02020603050405020304" pitchFamily="18" charset="0"/>
                      <a:ea typeface="楷体_GB2312"/>
                      <a:cs typeface="楷体_GB2312"/>
                    </a:rPr>
                    <a:t>之间次的</a:t>
                  </a:r>
                  <a:r>
                    <a:rPr kumimoji="1" lang="en-US" altLang="zh-CN" sz="2000" b="1">
                      <a:solidFill>
                        <a:srgbClr val="2F2F2F"/>
                      </a:solidFill>
                      <a:latin typeface="Times New Roman" panose="02020603050405020304" pitchFamily="18" charset="0"/>
                      <a:ea typeface="楷体_GB2312"/>
                      <a:cs typeface="楷体_GB2312"/>
                    </a:rPr>
                    <a:t>R(m,n</a:t>
                  </a:r>
                  <a:r>
                    <a:rPr kumimoji="1" lang="zh-CN" altLang="en-US" sz="2000" b="1">
                      <a:solidFill>
                        <a:srgbClr val="2F2F2F"/>
                      </a:solidFill>
                      <a:latin typeface="Times New Roman" panose="02020603050405020304" pitchFamily="18" charset="0"/>
                      <a:ea typeface="楷体_GB2312"/>
                      <a:cs typeface="楷体_GB2312"/>
                    </a:rPr>
                    <a:t>是整数</a:t>
                  </a:r>
                  <a:r>
                    <a:rPr kumimoji="1" lang="en-US" altLang="zh-CN" sz="2000" b="1">
                      <a:solidFill>
                        <a:srgbClr val="2F2F2F"/>
                      </a:solidFill>
                      <a:latin typeface="Times New Roman" panose="02020603050405020304" pitchFamily="18" charset="0"/>
                      <a:ea typeface="楷体_GB2312"/>
                      <a:cs typeface="楷体_GB2312"/>
                    </a:rPr>
                    <a:t>)</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75" name="Rectangle 36">
                  <a:extLst>
                    <a:ext uri="{FF2B5EF4-FFF2-40B4-BE49-F238E27FC236}">
                      <a16:creationId xmlns:a16="http://schemas.microsoft.com/office/drawing/2014/main" id="{394160E1-6B91-6023-0B4C-3F13C4440EDC}"/>
                    </a:ext>
                  </a:extLst>
                </p:cNvPr>
                <p:cNvSpPr>
                  <a:spLocks noChangeArrowheads="1"/>
                </p:cNvSpPr>
                <p:nvPr/>
              </p:nvSpPr>
              <p:spPr bwMode="auto">
                <a:xfrm>
                  <a:off x="562" y="1122"/>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4" name="Group 37">
                <a:extLst>
                  <a:ext uri="{FF2B5EF4-FFF2-40B4-BE49-F238E27FC236}">
                    <a16:creationId xmlns:a16="http://schemas.microsoft.com/office/drawing/2014/main" id="{D034C3ED-83DF-B90C-8C1A-9CECD765A73B}"/>
                  </a:ext>
                </a:extLst>
              </p:cNvPr>
              <p:cNvGrpSpPr>
                <a:grpSpLocks/>
              </p:cNvGrpSpPr>
              <p:nvPr/>
            </p:nvGrpSpPr>
            <p:grpSpPr bwMode="auto">
              <a:xfrm>
                <a:off x="1872" y="1122"/>
                <a:ext cx="1652" cy="374"/>
                <a:chOff x="1872" y="1122"/>
                <a:chExt cx="1652" cy="374"/>
              </a:xfrm>
            </p:grpSpPr>
            <p:sp>
              <p:nvSpPr>
                <p:cNvPr id="227372" name="Rectangle 38">
                  <a:extLst>
                    <a:ext uri="{FF2B5EF4-FFF2-40B4-BE49-F238E27FC236}">
                      <a16:creationId xmlns:a16="http://schemas.microsoft.com/office/drawing/2014/main" id="{0A9AC05F-CC62-1CE6-EC7A-7BE83196B00F}"/>
                    </a:ext>
                  </a:extLst>
                </p:cNvPr>
                <p:cNvSpPr>
                  <a:spLocks noChangeArrowheads="1"/>
                </p:cNvSpPr>
                <p:nvPr/>
              </p:nvSpPr>
              <p:spPr bwMode="auto">
                <a:xfrm>
                  <a:off x="1915" y="1122"/>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a{2,4}</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{aa,aaa,aaaa}</a:t>
                  </a:r>
                  <a:r>
                    <a:rPr kumimoji="1" lang="zh-CN" altLang="en-US" sz="2000" b="1">
                      <a:solidFill>
                        <a:srgbClr val="2F2F2F"/>
                      </a:solidFill>
                      <a:latin typeface="Times New Roman" panose="02020603050405020304" pitchFamily="18" charset="0"/>
                      <a:ea typeface="楷体_GB2312"/>
                      <a:cs typeface="楷体_GB2312"/>
                    </a:rPr>
                    <a:t>中的任何一个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73" name="Rectangle 39">
                  <a:extLst>
                    <a:ext uri="{FF2B5EF4-FFF2-40B4-BE49-F238E27FC236}">
                      <a16:creationId xmlns:a16="http://schemas.microsoft.com/office/drawing/2014/main" id="{1217124E-7CA4-3864-81E5-330CE3BFF8C0}"/>
                    </a:ext>
                  </a:extLst>
                </p:cNvPr>
                <p:cNvSpPr>
                  <a:spLocks noChangeArrowheads="1"/>
                </p:cNvSpPr>
                <p:nvPr/>
              </p:nvSpPr>
              <p:spPr bwMode="auto">
                <a:xfrm>
                  <a:off x="1872" y="1122"/>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5" name="Group 40">
                <a:extLst>
                  <a:ext uri="{FF2B5EF4-FFF2-40B4-BE49-F238E27FC236}">
                    <a16:creationId xmlns:a16="http://schemas.microsoft.com/office/drawing/2014/main" id="{DB1275D5-1504-6D4F-1847-AA3C3EF3C4E3}"/>
                  </a:ext>
                </a:extLst>
              </p:cNvPr>
              <p:cNvGrpSpPr>
                <a:grpSpLocks/>
              </p:cNvGrpSpPr>
              <p:nvPr/>
            </p:nvGrpSpPr>
            <p:grpSpPr bwMode="auto">
              <a:xfrm>
                <a:off x="0" y="1496"/>
                <a:ext cx="562" cy="374"/>
                <a:chOff x="0" y="1496"/>
                <a:chExt cx="562" cy="374"/>
              </a:xfrm>
            </p:grpSpPr>
            <p:sp>
              <p:nvSpPr>
                <p:cNvPr id="227370" name="Rectangle 41">
                  <a:extLst>
                    <a:ext uri="{FF2B5EF4-FFF2-40B4-BE49-F238E27FC236}">
                      <a16:creationId xmlns:a16="http://schemas.microsoft.com/office/drawing/2014/main" id="{C845AFBE-EABA-126B-41F8-4E6ADFF2AE9B}"/>
                    </a:ext>
                  </a:extLst>
                </p:cNvPr>
                <p:cNvSpPr>
                  <a:spLocks noChangeArrowheads="1"/>
                </p:cNvSpPr>
                <p:nvPr/>
              </p:nvSpPr>
              <p:spPr bwMode="auto">
                <a:xfrm>
                  <a:off x="43" y="1496"/>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R{m,}</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71" name="Rectangle 42">
                  <a:extLst>
                    <a:ext uri="{FF2B5EF4-FFF2-40B4-BE49-F238E27FC236}">
                      <a16:creationId xmlns:a16="http://schemas.microsoft.com/office/drawing/2014/main" id="{A4081796-8C27-3939-6CB5-0C0D9BBB37A1}"/>
                    </a:ext>
                  </a:extLst>
                </p:cNvPr>
                <p:cNvSpPr>
                  <a:spLocks noChangeArrowheads="1"/>
                </p:cNvSpPr>
                <p:nvPr/>
              </p:nvSpPr>
              <p:spPr bwMode="auto">
                <a:xfrm>
                  <a:off x="0" y="1496"/>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6" name="Group 43">
                <a:extLst>
                  <a:ext uri="{FF2B5EF4-FFF2-40B4-BE49-F238E27FC236}">
                    <a16:creationId xmlns:a16="http://schemas.microsoft.com/office/drawing/2014/main" id="{9C96716D-052F-DE18-B8A8-A10E08F513BF}"/>
                  </a:ext>
                </a:extLst>
              </p:cNvPr>
              <p:cNvGrpSpPr>
                <a:grpSpLocks/>
              </p:cNvGrpSpPr>
              <p:nvPr/>
            </p:nvGrpSpPr>
            <p:grpSpPr bwMode="auto">
              <a:xfrm>
                <a:off x="562" y="1496"/>
                <a:ext cx="1310" cy="374"/>
                <a:chOff x="562" y="1496"/>
                <a:chExt cx="1310" cy="374"/>
              </a:xfrm>
            </p:grpSpPr>
            <p:sp>
              <p:nvSpPr>
                <p:cNvPr id="227368" name="Rectangle 44">
                  <a:extLst>
                    <a:ext uri="{FF2B5EF4-FFF2-40B4-BE49-F238E27FC236}">
                      <a16:creationId xmlns:a16="http://schemas.microsoft.com/office/drawing/2014/main" id="{554E3FBD-1F22-4F05-9741-0A82661D7E5C}"/>
                    </a:ext>
                  </a:extLst>
                </p:cNvPr>
                <p:cNvSpPr>
                  <a:spLocks noChangeArrowheads="1"/>
                </p:cNvSpPr>
                <p:nvPr/>
              </p:nvSpPr>
              <p:spPr bwMode="auto">
                <a:xfrm>
                  <a:off x="605" y="1496"/>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m</a:t>
                  </a:r>
                  <a:r>
                    <a:rPr kumimoji="1" lang="zh-CN" altLang="en-US" sz="2000" b="1">
                      <a:solidFill>
                        <a:srgbClr val="2F2F2F"/>
                      </a:solidFill>
                      <a:latin typeface="Times New Roman" panose="02020603050405020304" pitchFamily="18" charset="0"/>
                      <a:ea typeface="楷体_GB2312"/>
                      <a:cs typeface="楷体_GB2312"/>
                    </a:rPr>
                    <a:t>次以上的</a:t>
                  </a:r>
                  <a:r>
                    <a:rPr kumimoji="1" lang="en-US" altLang="zh-CN" sz="2000" b="1">
                      <a:solidFill>
                        <a:srgbClr val="2F2F2F"/>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69" name="Rectangle 45">
                  <a:extLst>
                    <a:ext uri="{FF2B5EF4-FFF2-40B4-BE49-F238E27FC236}">
                      <a16:creationId xmlns:a16="http://schemas.microsoft.com/office/drawing/2014/main" id="{41CBCC1F-B499-7190-67A7-32E9078CD6B2}"/>
                    </a:ext>
                  </a:extLst>
                </p:cNvPr>
                <p:cNvSpPr>
                  <a:spLocks noChangeArrowheads="1"/>
                </p:cNvSpPr>
                <p:nvPr/>
              </p:nvSpPr>
              <p:spPr bwMode="auto">
                <a:xfrm>
                  <a:off x="562" y="1496"/>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7" name="Group 46">
                <a:extLst>
                  <a:ext uri="{FF2B5EF4-FFF2-40B4-BE49-F238E27FC236}">
                    <a16:creationId xmlns:a16="http://schemas.microsoft.com/office/drawing/2014/main" id="{768342F6-CF13-A1C7-5624-B0448E979124}"/>
                  </a:ext>
                </a:extLst>
              </p:cNvPr>
              <p:cNvGrpSpPr>
                <a:grpSpLocks/>
              </p:cNvGrpSpPr>
              <p:nvPr/>
            </p:nvGrpSpPr>
            <p:grpSpPr bwMode="auto">
              <a:xfrm>
                <a:off x="1872" y="1496"/>
                <a:ext cx="1652" cy="374"/>
                <a:chOff x="1872" y="1496"/>
                <a:chExt cx="1652" cy="374"/>
              </a:xfrm>
            </p:grpSpPr>
            <p:sp>
              <p:nvSpPr>
                <p:cNvPr id="227366" name="Rectangle 47">
                  <a:extLst>
                    <a:ext uri="{FF2B5EF4-FFF2-40B4-BE49-F238E27FC236}">
                      <a16:creationId xmlns:a16="http://schemas.microsoft.com/office/drawing/2014/main" id="{2ED37691-154A-4BC5-1570-166812E8FE7D}"/>
                    </a:ext>
                  </a:extLst>
                </p:cNvPr>
                <p:cNvSpPr>
                  <a:spLocks noChangeArrowheads="1"/>
                </p:cNvSpPr>
                <p:nvPr/>
              </p:nvSpPr>
              <p:spPr bwMode="auto">
                <a:xfrm>
                  <a:off x="1915" y="1496"/>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a{2,}</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{aa,aaa,aaaa…}</a:t>
                  </a:r>
                  <a:r>
                    <a:rPr kumimoji="1" lang="zh-CN" altLang="en-US" sz="2000" b="1">
                      <a:solidFill>
                        <a:srgbClr val="2F2F2F"/>
                      </a:solidFill>
                      <a:latin typeface="Times New Roman" panose="02020603050405020304" pitchFamily="18" charset="0"/>
                      <a:ea typeface="楷体_GB2312"/>
                      <a:cs typeface="楷体_GB2312"/>
                    </a:rPr>
                    <a:t>中的任何一个</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67" name="Rectangle 48">
                  <a:extLst>
                    <a:ext uri="{FF2B5EF4-FFF2-40B4-BE49-F238E27FC236}">
                      <a16:creationId xmlns:a16="http://schemas.microsoft.com/office/drawing/2014/main" id="{0DFB0B0F-F6F3-1DF9-4838-C606A453BF56}"/>
                    </a:ext>
                  </a:extLst>
                </p:cNvPr>
                <p:cNvSpPr>
                  <a:spLocks noChangeArrowheads="1"/>
                </p:cNvSpPr>
                <p:nvPr/>
              </p:nvSpPr>
              <p:spPr bwMode="auto">
                <a:xfrm>
                  <a:off x="1872" y="1496"/>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8" name="Group 49">
                <a:extLst>
                  <a:ext uri="{FF2B5EF4-FFF2-40B4-BE49-F238E27FC236}">
                    <a16:creationId xmlns:a16="http://schemas.microsoft.com/office/drawing/2014/main" id="{E125FE65-BDFB-65D1-143B-9A6E4F8604AD}"/>
                  </a:ext>
                </a:extLst>
              </p:cNvPr>
              <p:cNvGrpSpPr>
                <a:grpSpLocks/>
              </p:cNvGrpSpPr>
              <p:nvPr/>
            </p:nvGrpSpPr>
            <p:grpSpPr bwMode="auto">
              <a:xfrm>
                <a:off x="0" y="1870"/>
                <a:ext cx="562" cy="374"/>
                <a:chOff x="0" y="1870"/>
                <a:chExt cx="562" cy="374"/>
              </a:xfrm>
            </p:grpSpPr>
            <p:sp>
              <p:nvSpPr>
                <p:cNvPr id="227364" name="Rectangle 50">
                  <a:extLst>
                    <a:ext uri="{FF2B5EF4-FFF2-40B4-BE49-F238E27FC236}">
                      <a16:creationId xmlns:a16="http://schemas.microsoft.com/office/drawing/2014/main" id="{18657C93-887B-E835-E185-F9A84A239E88}"/>
                    </a:ext>
                  </a:extLst>
                </p:cNvPr>
                <p:cNvSpPr>
                  <a:spLocks noChangeArrowheads="1"/>
                </p:cNvSpPr>
                <p:nvPr/>
              </p:nvSpPr>
              <p:spPr bwMode="auto">
                <a:xfrm>
                  <a:off x="43" y="1870"/>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R{m}</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65" name="Rectangle 51">
                  <a:extLst>
                    <a:ext uri="{FF2B5EF4-FFF2-40B4-BE49-F238E27FC236}">
                      <a16:creationId xmlns:a16="http://schemas.microsoft.com/office/drawing/2014/main" id="{37AC39D5-3C60-6554-C156-40DF232BDEE6}"/>
                    </a:ext>
                  </a:extLst>
                </p:cNvPr>
                <p:cNvSpPr>
                  <a:spLocks noChangeArrowheads="1"/>
                </p:cNvSpPr>
                <p:nvPr/>
              </p:nvSpPr>
              <p:spPr bwMode="auto">
                <a:xfrm>
                  <a:off x="0" y="1870"/>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49" name="Group 52">
                <a:extLst>
                  <a:ext uri="{FF2B5EF4-FFF2-40B4-BE49-F238E27FC236}">
                    <a16:creationId xmlns:a16="http://schemas.microsoft.com/office/drawing/2014/main" id="{6E316CC0-84D2-F841-BB14-CE47F6D98E16}"/>
                  </a:ext>
                </a:extLst>
              </p:cNvPr>
              <p:cNvGrpSpPr>
                <a:grpSpLocks/>
              </p:cNvGrpSpPr>
              <p:nvPr/>
            </p:nvGrpSpPr>
            <p:grpSpPr bwMode="auto">
              <a:xfrm>
                <a:off x="562" y="1870"/>
                <a:ext cx="1310" cy="374"/>
                <a:chOff x="562" y="1870"/>
                <a:chExt cx="1310" cy="374"/>
              </a:xfrm>
            </p:grpSpPr>
            <p:sp>
              <p:nvSpPr>
                <p:cNvPr id="227362" name="Rectangle 53">
                  <a:extLst>
                    <a:ext uri="{FF2B5EF4-FFF2-40B4-BE49-F238E27FC236}">
                      <a16:creationId xmlns:a16="http://schemas.microsoft.com/office/drawing/2014/main" id="{A6DBDA63-CD45-DBA9-AA05-8DB795D0F6A5}"/>
                    </a:ext>
                  </a:extLst>
                </p:cNvPr>
                <p:cNvSpPr>
                  <a:spLocks noChangeArrowheads="1"/>
                </p:cNvSpPr>
                <p:nvPr/>
              </p:nvSpPr>
              <p:spPr bwMode="auto">
                <a:xfrm>
                  <a:off x="605" y="1870"/>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m</a:t>
                  </a:r>
                  <a:r>
                    <a:rPr kumimoji="1" lang="zh-CN" altLang="en-US" sz="2000" b="1">
                      <a:solidFill>
                        <a:srgbClr val="2F2F2F"/>
                      </a:solidFill>
                      <a:latin typeface="Times New Roman" panose="02020603050405020304" pitchFamily="18" charset="0"/>
                      <a:ea typeface="楷体_GB2312"/>
                      <a:cs typeface="楷体_GB2312"/>
                    </a:rPr>
                    <a:t>次</a:t>
                  </a:r>
                  <a:r>
                    <a:rPr kumimoji="1" lang="en-US" altLang="zh-CN" sz="2000" b="1">
                      <a:solidFill>
                        <a:srgbClr val="2F2F2F"/>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63" name="Rectangle 54">
                  <a:extLst>
                    <a:ext uri="{FF2B5EF4-FFF2-40B4-BE49-F238E27FC236}">
                      <a16:creationId xmlns:a16="http://schemas.microsoft.com/office/drawing/2014/main" id="{643BB7C2-A633-DE93-E4AD-CC59FAE92552}"/>
                    </a:ext>
                  </a:extLst>
                </p:cNvPr>
                <p:cNvSpPr>
                  <a:spLocks noChangeArrowheads="1"/>
                </p:cNvSpPr>
                <p:nvPr/>
              </p:nvSpPr>
              <p:spPr bwMode="auto">
                <a:xfrm>
                  <a:off x="562" y="1870"/>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50" name="Group 55">
                <a:extLst>
                  <a:ext uri="{FF2B5EF4-FFF2-40B4-BE49-F238E27FC236}">
                    <a16:creationId xmlns:a16="http://schemas.microsoft.com/office/drawing/2014/main" id="{58F2D61E-A84C-CC39-400A-B632627A6838}"/>
                  </a:ext>
                </a:extLst>
              </p:cNvPr>
              <p:cNvGrpSpPr>
                <a:grpSpLocks/>
              </p:cNvGrpSpPr>
              <p:nvPr/>
            </p:nvGrpSpPr>
            <p:grpSpPr bwMode="auto">
              <a:xfrm>
                <a:off x="1872" y="1870"/>
                <a:ext cx="1652" cy="374"/>
                <a:chOff x="1872" y="1870"/>
                <a:chExt cx="1652" cy="374"/>
              </a:xfrm>
            </p:grpSpPr>
            <p:sp>
              <p:nvSpPr>
                <p:cNvPr id="227360" name="Rectangle 56">
                  <a:extLst>
                    <a:ext uri="{FF2B5EF4-FFF2-40B4-BE49-F238E27FC236}">
                      <a16:creationId xmlns:a16="http://schemas.microsoft.com/office/drawing/2014/main" id="{95989852-010A-CA3D-6290-F3AF984B6AF0}"/>
                    </a:ext>
                  </a:extLst>
                </p:cNvPr>
                <p:cNvSpPr>
                  <a:spLocks noChangeArrowheads="1"/>
                </p:cNvSpPr>
                <p:nvPr/>
              </p:nvSpPr>
              <p:spPr bwMode="auto">
                <a:xfrm>
                  <a:off x="1915" y="1870"/>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a{2}</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aa</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61" name="Rectangle 57">
                  <a:extLst>
                    <a:ext uri="{FF2B5EF4-FFF2-40B4-BE49-F238E27FC236}">
                      <a16:creationId xmlns:a16="http://schemas.microsoft.com/office/drawing/2014/main" id="{6C6C86DC-45BA-2C25-EE34-BD691C19C283}"/>
                    </a:ext>
                  </a:extLst>
                </p:cNvPr>
                <p:cNvSpPr>
                  <a:spLocks noChangeArrowheads="1"/>
                </p:cNvSpPr>
                <p:nvPr/>
              </p:nvSpPr>
              <p:spPr bwMode="auto">
                <a:xfrm>
                  <a:off x="1872" y="1870"/>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51" name="Group 58">
                <a:extLst>
                  <a:ext uri="{FF2B5EF4-FFF2-40B4-BE49-F238E27FC236}">
                    <a16:creationId xmlns:a16="http://schemas.microsoft.com/office/drawing/2014/main" id="{616D18A2-696F-AC57-7DF0-86E4723388CA}"/>
                  </a:ext>
                </a:extLst>
              </p:cNvPr>
              <p:cNvGrpSpPr>
                <a:grpSpLocks/>
              </p:cNvGrpSpPr>
              <p:nvPr/>
            </p:nvGrpSpPr>
            <p:grpSpPr bwMode="auto">
              <a:xfrm>
                <a:off x="0" y="2244"/>
                <a:ext cx="562" cy="374"/>
                <a:chOff x="0" y="2244"/>
                <a:chExt cx="562" cy="374"/>
              </a:xfrm>
            </p:grpSpPr>
            <p:sp>
              <p:nvSpPr>
                <p:cNvPr id="227358" name="Rectangle 59">
                  <a:extLst>
                    <a:ext uri="{FF2B5EF4-FFF2-40B4-BE49-F238E27FC236}">
                      <a16:creationId xmlns:a16="http://schemas.microsoft.com/office/drawing/2014/main" id="{D829A183-BA76-14AF-3E4C-0318F16D0AD4}"/>
                    </a:ext>
                  </a:extLst>
                </p:cNvPr>
                <p:cNvSpPr>
                  <a:spLocks noChangeArrowheads="1"/>
                </p:cNvSpPr>
                <p:nvPr/>
              </p:nvSpPr>
              <p:spPr bwMode="auto">
                <a:xfrm>
                  <a:off x="43" y="2244"/>
                  <a:ext cx="47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59" name="Rectangle 60">
                  <a:extLst>
                    <a:ext uri="{FF2B5EF4-FFF2-40B4-BE49-F238E27FC236}">
                      <a16:creationId xmlns:a16="http://schemas.microsoft.com/office/drawing/2014/main" id="{217A7E74-0F09-424A-8441-5E54A71F0807}"/>
                    </a:ext>
                  </a:extLst>
                </p:cNvPr>
                <p:cNvSpPr>
                  <a:spLocks noChangeArrowheads="1"/>
                </p:cNvSpPr>
                <p:nvPr/>
              </p:nvSpPr>
              <p:spPr bwMode="auto">
                <a:xfrm>
                  <a:off x="0" y="2244"/>
                  <a:ext cx="56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52" name="Group 61">
                <a:extLst>
                  <a:ext uri="{FF2B5EF4-FFF2-40B4-BE49-F238E27FC236}">
                    <a16:creationId xmlns:a16="http://schemas.microsoft.com/office/drawing/2014/main" id="{05A82736-67E6-8F7B-5DC7-B19F5F0908DC}"/>
                  </a:ext>
                </a:extLst>
              </p:cNvPr>
              <p:cNvGrpSpPr>
                <a:grpSpLocks/>
              </p:cNvGrpSpPr>
              <p:nvPr/>
            </p:nvGrpSpPr>
            <p:grpSpPr bwMode="auto">
              <a:xfrm>
                <a:off x="562" y="2244"/>
                <a:ext cx="1310" cy="374"/>
                <a:chOff x="562" y="2244"/>
                <a:chExt cx="1310" cy="374"/>
              </a:xfrm>
            </p:grpSpPr>
            <p:sp>
              <p:nvSpPr>
                <p:cNvPr id="227356" name="Rectangle 62">
                  <a:extLst>
                    <a:ext uri="{FF2B5EF4-FFF2-40B4-BE49-F238E27FC236}">
                      <a16:creationId xmlns:a16="http://schemas.microsoft.com/office/drawing/2014/main" id="{C6D37D1B-EBF2-7E1C-3BC2-F573264336D9}"/>
                    </a:ext>
                  </a:extLst>
                </p:cNvPr>
                <p:cNvSpPr>
                  <a:spLocks noChangeArrowheads="1"/>
                </p:cNvSpPr>
                <p:nvPr/>
              </p:nvSpPr>
              <p:spPr bwMode="auto">
                <a:xfrm>
                  <a:off x="605" y="2244"/>
                  <a:ext cx="12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，且</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中运算符优先</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57" name="Rectangle 63">
                  <a:extLst>
                    <a:ext uri="{FF2B5EF4-FFF2-40B4-BE49-F238E27FC236}">
                      <a16:creationId xmlns:a16="http://schemas.microsoft.com/office/drawing/2014/main" id="{9872D0DA-DED3-109E-A025-B312FC1AA4D8}"/>
                    </a:ext>
                  </a:extLst>
                </p:cNvPr>
                <p:cNvSpPr>
                  <a:spLocks noChangeArrowheads="1"/>
                </p:cNvSpPr>
                <p:nvPr/>
              </p:nvSpPr>
              <p:spPr bwMode="auto">
                <a:xfrm>
                  <a:off x="562" y="2244"/>
                  <a:ext cx="1310"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7353" name="Group 64">
                <a:extLst>
                  <a:ext uri="{FF2B5EF4-FFF2-40B4-BE49-F238E27FC236}">
                    <a16:creationId xmlns:a16="http://schemas.microsoft.com/office/drawing/2014/main" id="{0A753230-B71C-0E48-6785-36C2D015A3E4}"/>
                  </a:ext>
                </a:extLst>
              </p:cNvPr>
              <p:cNvGrpSpPr>
                <a:grpSpLocks/>
              </p:cNvGrpSpPr>
              <p:nvPr/>
            </p:nvGrpSpPr>
            <p:grpSpPr bwMode="auto">
              <a:xfrm>
                <a:off x="1872" y="2244"/>
                <a:ext cx="1652" cy="374"/>
                <a:chOff x="1872" y="2244"/>
                <a:chExt cx="1652" cy="374"/>
              </a:xfrm>
            </p:grpSpPr>
            <p:sp>
              <p:nvSpPr>
                <p:cNvPr id="227354" name="Rectangle 65">
                  <a:extLst>
                    <a:ext uri="{FF2B5EF4-FFF2-40B4-BE49-F238E27FC236}">
                      <a16:creationId xmlns:a16="http://schemas.microsoft.com/office/drawing/2014/main" id="{1A122D71-2530-FA2D-FBE3-83BE7E63EE20}"/>
                    </a:ext>
                  </a:extLst>
                </p:cNvPr>
                <p:cNvSpPr>
                  <a:spLocks noChangeArrowheads="1"/>
                </p:cNvSpPr>
                <p:nvPr/>
              </p:nvSpPr>
              <p:spPr bwMode="auto">
                <a:xfrm>
                  <a:off x="1915" y="2244"/>
                  <a:ext cx="156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ab</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7355" name="Rectangle 66">
                  <a:extLst>
                    <a:ext uri="{FF2B5EF4-FFF2-40B4-BE49-F238E27FC236}">
                      <a16:creationId xmlns:a16="http://schemas.microsoft.com/office/drawing/2014/main" id="{B621F4CA-C22E-E320-4BC6-087A2CC90DD3}"/>
                    </a:ext>
                  </a:extLst>
                </p:cNvPr>
                <p:cNvSpPr>
                  <a:spLocks noChangeArrowheads="1"/>
                </p:cNvSpPr>
                <p:nvPr/>
              </p:nvSpPr>
              <p:spPr bwMode="auto">
                <a:xfrm>
                  <a:off x="1872" y="2244"/>
                  <a:ext cx="165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sp>
          <p:nvSpPr>
            <p:cNvPr id="227332" name="Rectangle 67">
              <a:extLst>
                <a:ext uri="{FF2B5EF4-FFF2-40B4-BE49-F238E27FC236}">
                  <a16:creationId xmlns:a16="http://schemas.microsoft.com/office/drawing/2014/main" id="{888B1DF9-0012-A26A-8776-73E38F8C7066}"/>
                </a:ext>
              </a:extLst>
            </p:cNvPr>
            <p:cNvSpPr>
              <a:spLocks noChangeArrowheads="1"/>
            </p:cNvSpPr>
            <p:nvPr/>
          </p:nvSpPr>
          <p:spPr bwMode="auto">
            <a:xfrm>
              <a:off x="-3" y="-3"/>
              <a:ext cx="3530" cy="262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229378" name="Text Box 2">
            <a:extLst>
              <a:ext uri="{FF2B5EF4-FFF2-40B4-BE49-F238E27FC236}">
                <a16:creationId xmlns:a16="http://schemas.microsoft.com/office/drawing/2014/main" id="{11E3E10D-1E8D-B8DB-DB11-B3CE22E8916D}"/>
              </a:ext>
            </a:extLst>
          </p:cNvPr>
          <p:cNvSpPr txBox="1">
            <a:spLocks noChangeArrowheads="1"/>
          </p:cNvSpPr>
          <p:nvPr/>
        </p:nvSpPr>
        <p:spPr bwMode="auto">
          <a:xfrm>
            <a:off x="1524000" y="6324601"/>
            <a:ext cx="91440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grpSp>
        <p:nvGrpSpPr>
          <p:cNvPr id="229379" name="Group 3">
            <a:extLst>
              <a:ext uri="{FF2B5EF4-FFF2-40B4-BE49-F238E27FC236}">
                <a16:creationId xmlns:a16="http://schemas.microsoft.com/office/drawing/2014/main" id="{B64098C9-00AF-0F43-6E03-03EB2C96FF63}"/>
              </a:ext>
            </a:extLst>
          </p:cNvPr>
          <p:cNvGrpSpPr>
            <a:grpSpLocks/>
          </p:cNvGrpSpPr>
          <p:nvPr/>
        </p:nvGrpSpPr>
        <p:grpSpPr bwMode="auto">
          <a:xfrm>
            <a:off x="1587500" y="914400"/>
            <a:ext cx="8991600" cy="5105400"/>
            <a:chOff x="-3" y="-3"/>
            <a:chExt cx="3530" cy="2538"/>
          </a:xfrm>
        </p:grpSpPr>
        <p:grpSp>
          <p:nvGrpSpPr>
            <p:cNvPr id="229380" name="Group 4">
              <a:extLst>
                <a:ext uri="{FF2B5EF4-FFF2-40B4-BE49-F238E27FC236}">
                  <a16:creationId xmlns:a16="http://schemas.microsoft.com/office/drawing/2014/main" id="{B45E418F-CA94-0233-4C31-9EB102CEB82A}"/>
                </a:ext>
              </a:extLst>
            </p:cNvPr>
            <p:cNvGrpSpPr>
              <a:grpSpLocks/>
            </p:cNvGrpSpPr>
            <p:nvPr/>
          </p:nvGrpSpPr>
          <p:grpSpPr bwMode="auto">
            <a:xfrm>
              <a:off x="0" y="0"/>
              <a:ext cx="3524" cy="2532"/>
              <a:chOff x="0" y="0"/>
              <a:chExt cx="3524" cy="2532"/>
            </a:xfrm>
          </p:grpSpPr>
          <p:grpSp>
            <p:nvGrpSpPr>
              <p:cNvPr id="229382" name="Group 5">
                <a:extLst>
                  <a:ext uri="{FF2B5EF4-FFF2-40B4-BE49-F238E27FC236}">
                    <a16:creationId xmlns:a16="http://schemas.microsoft.com/office/drawing/2014/main" id="{36348C52-C82B-4053-41F8-99CA86FBF2FE}"/>
                  </a:ext>
                </a:extLst>
              </p:cNvPr>
              <p:cNvGrpSpPr>
                <a:grpSpLocks/>
              </p:cNvGrpSpPr>
              <p:nvPr/>
            </p:nvGrpSpPr>
            <p:grpSpPr bwMode="auto">
              <a:xfrm>
                <a:off x="0" y="0"/>
                <a:ext cx="562" cy="403"/>
                <a:chOff x="0" y="0"/>
                <a:chExt cx="562" cy="403"/>
              </a:xfrm>
            </p:grpSpPr>
            <p:sp>
              <p:nvSpPr>
                <p:cNvPr id="229434" name="Rectangle 6">
                  <a:extLst>
                    <a:ext uri="{FF2B5EF4-FFF2-40B4-BE49-F238E27FC236}">
                      <a16:creationId xmlns:a16="http://schemas.microsoft.com/office/drawing/2014/main" id="{7ACD795F-070F-661C-FB9B-54BD487BA9BE}"/>
                    </a:ext>
                  </a:extLst>
                </p:cNvPr>
                <p:cNvSpPr>
                  <a:spLocks noChangeArrowheads="1"/>
                </p:cNvSpPr>
                <p:nvPr/>
              </p:nvSpPr>
              <p:spPr bwMode="auto">
                <a:xfrm>
                  <a:off x="43" y="0"/>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R|S</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35" name="Rectangle 7">
                  <a:extLst>
                    <a:ext uri="{FF2B5EF4-FFF2-40B4-BE49-F238E27FC236}">
                      <a16:creationId xmlns:a16="http://schemas.microsoft.com/office/drawing/2014/main" id="{ED29B740-E1CC-AFBC-F173-035482F0C0B6}"/>
                    </a:ext>
                  </a:extLst>
                </p:cNvPr>
                <p:cNvSpPr>
                  <a:spLocks noChangeArrowheads="1"/>
                </p:cNvSpPr>
                <p:nvPr/>
              </p:nvSpPr>
              <p:spPr bwMode="auto">
                <a:xfrm>
                  <a:off x="0" y="0"/>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3" name="Group 8">
                <a:extLst>
                  <a:ext uri="{FF2B5EF4-FFF2-40B4-BE49-F238E27FC236}">
                    <a16:creationId xmlns:a16="http://schemas.microsoft.com/office/drawing/2014/main" id="{F8829FDF-42C3-06DA-F213-FDC9AF25BE54}"/>
                  </a:ext>
                </a:extLst>
              </p:cNvPr>
              <p:cNvGrpSpPr>
                <a:grpSpLocks/>
              </p:cNvGrpSpPr>
              <p:nvPr/>
            </p:nvGrpSpPr>
            <p:grpSpPr bwMode="auto">
              <a:xfrm>
                <a:off x="562" y="0"/>
                <a:ext cx="1310" cy="403"/>
                <a:chOff x="562" y="0"/>
                <a:chExt cx="1310" cy="403"/>
              </a:xfrm>
            </p:grpSpPr>
            <p:sp>
              <p:nvSpPr>
                <p:cNvPr id="229432" name="Rectangle 9">
                  <a:extLst>
                    <a:ext uri="{FF2B5EF4-FFF2-40B4-BE49-F238E27FC236}">
                      <a16:creationId xmlns:a16="http://schemas.microsoft.com/office/drawing/2014/main" id="{0920E020-756B-1AD1-9E92-35E7AF6110B1}"/>
                    </a:ext>
                  </a:extLst>
                </p:cNvPr>
                <p:cNvSpPr>
                  <a:spLocks noChangeArrowheads="1"/>
                </p:cNvSpPr>
                <p:nvPr/>
              </p:nvSpPr>
              <p:spPr bwMode="auto">
                <a:xfrm>
                  <a:off x="605" y="0"/>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或</a:t>
                  </a:r>
                  <a:r>
                    <a:rPr kumimoji="1" lang="en-US" altLang="zh-CN" sz="2000" b="1">
                      <a:solidFill>
                        <a:srgbClr val="2F2F2F"/>
                      </a:solidFill>
                      <a:latin typeface="Times New Roman" panose="02020603050405020304" pitchFamily="18" charset="0"/>
                      <a:ea typeface="楷体_GB2312"/>
                      <a:cs typeface="楷体_GB2312"/>
                    </a:rPr>
                    <a:t>S</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33" name="Rectangle 10">
                  <a:extLst>
                    <a:ext uri="{FF2B5EF4-FFF2-40B4-BE49-F238E27FC236}">
                      <a16:creationId xmlns:a16="http://schemas.microsoft.com/office/drawing/2014/main" id="{6880E267-196F-DE96-8344-6EDC862EAF84}"/>
                    </a:ext>
                  </a:extLst>
                </p:cNvPr>
                <p:cNvSpPr>
                  <a:spLocks noChangeArrowheads="1"/>
                </p:cNvSpPr>
                <p:nvPr/>
              </p:nvSpPr>
              <p:spPr bwMode="auto">
                <a:xfrm>
                  <a:off x="562" y="0"/>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4" name="Group 11">
                <a:extLst>
                  <a:ext uri="{FF2B5EF4-FFF2-40B4-BE49-F238E27FC236}">
                    <a16:creationId xmlns:a16="http://schemas.microsoft.com/office/drawing/2014/main" id="{2D39C22A-31E5-6E91-F96E-86470AAE2C03}"/>
                  </a:ext>
                </a:extLst>
              </p:cNvPr>
              <p:cNvGrpSpPr>
                <a:grpSpLocks/>
              </p:cNvGrpSpPr>
              <p:nvPr/>
            </p:nvGrpSpPr>
            <p:grpSpPr bwMode="auto">
              <a:xfrm>
                <a:off x="1872" y="0"/>
                <a:ext cx="1652" cy="403"/>
                <a:chOff x="1872" y="0"/>
                <a:chExt cx="1652" cy="403"/>
              </a:xfrm>
            </p:grpSpPr>
            <p:sp>
              <p:nvSpPr>
                <p:cNvPr id="229430" name="Rectangle 12">
                  <a:extLst>
                    <a:ext uri="{FF2B5EF4-FFF2-40B4-BE49-F238E27FC236}">
                      <a16:creationId xmlns:a16="http://schemas.microsoft.com/office/drawing/2014/main" id="{4BA9D7A7-06D4-BC5F-0CD8-3B2A0FD7C0DF}"/>
                    </a:ext>
                  </a:extLst>
                </p:cNvPr>
                <p:cNvSpPr>
                  <a:spLocks noChangeArrowheads="1"/>
                </p:cNvSpPr>
                <p:nvPr/>
              </p:nvSpPr>
              <p:spPr bwMode="auto">
                <a:xfrm>
                  <a:off x="1915" y="0"/>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ab|ba</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或</a:t>
                  </a:r>
                  <a:r>
                    <a:rPr kumimoji="1" lang="en-US" altLang="zh-CN" sz="2000" b="1">
                      <a:solidFill>
                        <a:srgbClr val="2F2F2F"/>
                      </a:solidFill>
                      <a:latin typeface="Times New Roman" panose="02020603050405020304" pitchFamily="18" charset="0"/>
                      <a:ea typeface="楷体_GB2312"/>
                      <a:cs typeface="楷体_GB2312"/>
                    </a:rPr>
                    <a:t>ba</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31" name="Rectangle 13">
                  <a:extLst>
                    <a:ext uri="{FF2B5EF4-FFF2-40B4-BE49-F238E27FC236}">
                      <a16:creationId xmlns:a16="http://schemas.microsoft.com/office/drawing/2014/main" id="{13A128D4-07B6-0624-1864-9CC5DD4BB8CE}"/>
                    </a:ext>
                  </a:extLst>
                </p:cNvPr>
                <p:cNvSpPr>
                  <a:spLocks noChangeArrowheads="1"/>
                </p:cNvSpPr>
                <p:nvPr/>
              </p:nvSpPr>
              <p:spPr bwMode="auto">
                <a:xfrm>
                  <a:off x="1872" y="0"/>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5" name="Group 14">
                <a:extLst>
                  <a:ext uri="{FF2B5EF4-FFF2-40B4-BE49-F238E27FC236}">
                    <a16:creationId xmlns:a16="http://schemas.microsoft.com/office/drawing/2014/main" id="{6EBCBF35-C4C3-0796-858A-45B262CA4952}"/>
                  </a:ext>
                </a:extLst>
              </p:cNvPr>
              <p:cNvGrpSpPr>
                <a:grpSpLocks/>
              </p:cNvGrpSpPr>
              <p:nvPr/>
            </p:nvGrpSpPr>
            <p:grpSpPr bwMode="auto">
              <a:xfrm>
                <a:off x="0" y="403"/>
                <a:ext cx="562" cy="403"/>
                <a:chOff x="0" y="403"/>
                <a:chExt cx="562" cy="403"/>
              </a:xfrm>
            </p:grpSpPr>
            <p:sp>
              <p:nvSpPr>
                <p:cNvPr id="229428" name="Rectangle 15">
                  <a:extLst>
                    <a:ext uri="{FF2B5EF4-FFF2-40B4-BE49-F238E27FC236}">
                      <a16:creationId xmlns:a16="http://schemas.microsoft.com/office/drawing/2014/main" id="{47050036-FD69-9778-8DBB-6243DC63960E}"/>
                    </a:ext>
                  </a:extLst>
                </p:cNvPr>
                <p:cNvSpPr>
                  <a:spLocks noChangeArrowheads="1"/>
                </p:cNvSpPr>
                <p:nvPr/>
              </p:nvSpPr>
              <p:spPr bwMode="auto">
                <a:xfrm>
                  <a:off x="43" y="403"/>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RS</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29" name="Rectangle 16">
                  <a:extLst>
                    <a:ext uri="{FF2B5EF4-FFF2-40B4-BE49-F238E27FC236}">
                      <a16:creationId xmlns:a16="http://schemas.microsoft.com/office/drawing/2014/main" id="{D9B1CCEA-1425-CC48-ADC1-B6FD887707CE}"/>
                    </a:ext>
                  </a:extLst>
                </p:cNvPr>
                <p:cNvSpPr>
                  <a:spLocks noChangeArrowheads="1"/>
                </p:cNvSpPr>
                <p:nvPr/>
              </p:nvSpPr>
              <p:spPr bwMode="auto">
                <a:xfrm>
                  <a:off x="0" y="403"/>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6" name="Group 17">
                <a:extLst>
                  <a:ext uri="{FF2B5EF4-FFF2-40B4-BE49-F238E27FC236}">
                    <a16:creationId xmlns:a16="http://schemas.microsoft.com/office/drawing/2014/main" id="{71E37797-7662-3DEC-6320-68BB33488CD0}"/>
                  </a:ext>
                </a:extLst>
              </p:cNvPr>
              <p:cNvGrpSpPr>
                <a:grpSpLocks/>
              </p:cNvGrpSpPr>
              <p:nvPr/>
            </p:nvGrpSpPr>
            <p:grpSpPr bwMode="auto">
              <a:xfrm>
                <a:off x="562" y="403"/>
                <a:ext cx="1310" cy="403"/>
                <a:chOff x="562" y="403"/>
                <a:chExt cx="1310" cy="403"/>
              </a:xfrm>
            </p:grpSpPr>
            <p:sp>
              <p:nvSpPr>
                <p:cNvPr id="229426" name="Rectangle 18">
                  <a:extLst>
                    <a:ext uri="{FF2B5EF4-FFF2-40B4-BE49-F238E27FC236}">
                      <a16:creationId xmlns:a16="http://schemas.microsoft.com/office/drawing/2014/main" id="{8109836D-CDB8-E157-7A70-4CC19A68A729}"/>
                    </a:ext>
                  </a:extLst>
                </p:cNvPr>
                <p:cNvSpPr>
                  <a:spLocks noChangeArrowheads="1"/>
                </p:cNvSpPr>
                <p:nvPr/>
              </p:nvSpPr>
              <p:spPr bwMode="auto">
                <a:xfrm>
                  <a:off x="605" y="403"/>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和</a:t>
                  </a:r>
                  <a:r>
                    <a:rPr kumimoji="1" lang="en-US" altLang="zh-CN" sz="2000" b="1">
                      <a:solidFill>
                        <a:srgbClr val="2F2F2F"/>
                      </a:solidFill>
                      <a:latin typeface="Times New Roman" panose="02020603050405020304" pitchFamily="18" charset="0"/>
                      <a:ea typeface="楷体_GB2312"/>
                      <a:cs typeface="楷体_GB2312"/>
                    </a:rPr>
                    <a:t>S</a:t>
                  </a:r>
                  <a:r>
                    <a:rPr kumimoji="1" lang="zh-CN" altLang="en-US" sz="2000" b="1">
                      <a:solidFill>
                        <a:srgbClr val="2F2F2F"/>
                      </a:solidFill>
                      <a:latin typeface="Times New Roman" panose="02020603050405020304" pitchFamily="18" charset="0"/>
                      <a:ea typeface="楷体_GB2312"/>
                      <a:cs typeface="楷体_GB2312"/>
                    </a:rPr>
                    <a:t>的连接</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27" name="Rectangle 19">
                  <a:extLst>
                    <a:ext uri="{FF2B5EF4-FFF2-40B4-BE49-F238E27FC236}">
                      <a16:creationId xmlns:a16="http://schemas.microsoft.com/office/drawing/2014/main" id="{84F63919-637C-F6F0-67FD-6FFA69BFC727}"/>
                    </a:ext>
                  </a:extLst>
                </p:cNvPr>
                <p:cNvSpPr>
                  <a:spLocks noChangeArrowheads="1"/>
                </p:cNvSpPr>
                <p:nvPr/>
              </p:nvSpPr>
              <p:spPr bwMode="auto">
                <a:xfrm>
                  <a:off x="562" y="403"/>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7" name="Group 20">
                <a:extLst>
                  <a:ext uri="{FF2B5EF4-FFF2-40B4-BE49-F238E27FC236}">
                    <a16:creationId xmlns:a16="http://schemas.microsoft.com/office/drawing/2014/main" id="{D3B6D95A-0244-5F5F-CD3F-33370A1AA50D}"/>
                  </a:ext>
                </a:extLst>
              </p:cNvPr>
              <p:cNvGrpSpPr>
                <a:grpSpLocks/>
              </p:cNvGrpSpPr>
              <p:nvPr/>
            </p:nvGrpSpPr>
            <p:grpSpPr bwMode="auto">
              <a:xfrm>
                <a:off x="1872" y="403"/>
                <a:ext cx="1652" cy="403"/>
                <a:chOff x="1872" y="403"/>
                <a:chExt cx="1652" cy="403"/>
              </a:xfrm>
            </p:grpSpPr>
            <p:sp>
              <p:nvSpPr>
                <p:cNvPr id="229424" name="Rectangle 21">
                  <a:extLst>
                    <a:ext uri="{FF2B5EF4-FFF2-40B4-BE49-F238E27FC236}">
                      <a16:creationId xmlns:a16="http://schemas.microsoft.com/office/drawing/2014/main" id="{4223778A-C3F1-B39B-FEEB-7FD77847F689}"/>
                    </a:ext>
                  </a:extLst>
                </p:cNvPr>
                <p:cNvSpPr>
                  <a:spLocks noChangeArrowheads="1"/>
                </p:cNvSpPr>
                <p:nvPr/>
              </p:nvSpPr>
              <p:spPr bwMode="auto">
                <a:xfrm>
                  <a:off x="1915" y="403"/>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abba</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abba</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25" name="Rectangle 22">
                  <a:extLst>
                    <a:ext uri="{FF2B5EF4-FFF2-40B4-BE49-F238E27FC236}">
                      <a16:creationId xmlns:a16="http://schemas.microsoft.com/office/drawing/2014/main" id="{2DB9E366-8E5D-C8E3-720E-9F8083BD553E}"/>
                    </a:ext>
                  </a:extLst>
                </p:cNvPr>
                <p:cNvSpPr>
                  <a:spLocks noChangeArrowheads="1"/>
                </p:cNvSpPr>
                <p:nvPr/>
              </p:nvSpPr>
              <p:spPr bwMode="auto">
                <a:xfrm>
                  <a:off x="1872" y="403"/>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8" name="Group 23">
                <a:extLst>
                  <a:ext uri="{FF2B5EF4-FFF2-40B4-BE49-F238E27FC236}">
                    <a16:creationId xmlns:a16="http://schemas.microsoft.com/office/drawing/2014/main" id="{3804135C-F48C-131D-39E1-BE1255A311EF}"/>
                  </a:ext>
                </a:extLst>
              </p:cNvPr>
              <p:cNvGrpSpPr>
                <a:grpSpLocks/>
              </p:cNvGrpSpPr>
              <p:nvPr/>
            </p:nvGrpSpPr>
            <p:grpSpPr bwMode="auto">
              <a:xfrm>
                <a:off x="0" y="806"/>
                <a:ext cx="562" cy="460"/>
                <a:chOff x="0" y="806"/>
                <a:chExt cx="562" cy="460"/>
              </a:xfrm>
            </p:grpSpPr>
            <p:sp>
              <p:nvSpPr>
                <p:cNvPr id="229422" name="Rectangle 24">
                  <a:extLst>
                    <a:ext uri="{FF2B5EF4-FFF2-40B4-BE49-F238E27FC236}">
                      <a16:creationId xmlns:a16="http://schemas.microsoft.com/office/drawing/2014/main" id="{61170064-B51E-D218-29B9-1639EA1C929D}"/>
                    </a:ext>
                  </a:extLst>
                </p:cNvPr>
                <p:cNvSpPr>
                  <a:spLocks noChangeArrowheads="1"/>
                </p:cNvSpPr>
                <p:nvPr/>
              </p:nvSpPr>
              <p:spPr bwMode="auto">
                <a:xfrm>
                  <a:off x="43" y="806"/>
                  <a:ext cx="476"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R/S</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23" name="Rectangle 25">
                  <a:extLst>
                    <a:ext uri="{FF2B5EF4-FFF2-40B4-BE49-F238E27FC236}">
                      <a16:creationId xmlns:a16="http://schemas.microsoft.com/office/drawing/2014/main" id="{31C9DCB4-B7DC-E77B-AD9C-FDB19FA661D1}"/>
                    </a:ext>
                  </a:extLst>
                </p:cNvPr>
                <p:cNvSpPr>
                  <a:spLocks noChangeArrowheads="1"/>
                </p:cNvSpPr>
                <p:nvPr/>
              </p:nvSpPr>
              <p:spPr bwMode="auto">
                <a:xfrm>
                  <a:off x="0" y="806"/>
                  <a:ext cx="562"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89" name="Group 26">
                <a:extLst>
                  <a:ext uri="{FF2B5EF4-FFF2-40B4-BE49-F238E27FC236}">
                    <a16:creationId xmlns:a16="http://schemas.microsoft.com/office/drawing/2014/main" id="{90682292-4A51-FFA1-552E-5FB004493690}"/>
                  </a:ext>
                </a:extLst>
              </p:cNvPr>
              <p:cNvGrpSpPr>
                <a:grpSpLocks/>
              </p:cNvGrpSpPr>
              <p:nvPr/>
            </p:nvGrpSpPr>
            <p:grpSpPr bwMode="auto">
              <a:xfrm>
                <a:off x="562" y="806"/>
                <a:ext cx="1310" cy="460"/>
                <a:chOff x="562" y="806"/>
                <a:chExt cx="1310" cy="460"/>
              </a:xfrm>
            </p:grpSpPr>
            <p:sp>
              <p:nvSpPr>
                <p:cNvPr id="229420" name="Rectangle 27">
                  <a:extLst>
                    <a:ext uri="{FF2B5EF4-FFF2-40B4-BE49-F238E27FC236}">
                      <a16:creationId xmlns:a16="http://schemas.microsoft.com/office/drawing/2014/main" id="{FEC0D700-8E77-42A8-0140-CF89B327F192}"/>
                    </a:ext>
                  </a:extLst>
                </p:cNvPr>
                <p:cNvSpPr>
                  <a:spLocks noChangeArrowheads="1"/>
                </p:cNvSpPr>
                <p:nvPr/>
              </p:nvSpPr>
              <p:spPr bwMode="auto">
                <a:xfrm>
                  <a:off x="605" y="806"/>
                  <a:ext cx="122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，但</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之后一定是</a:t>
                  </a:r>
                  <a:r>
                    <a:rPr kumimoji="1" lang="en-US" altLang="zh-CN" sz="2000" b="1">
                      <a:solidFill>
                        <a:srgbClr val="2F2F2F"/>
                      </a:solidFill>
                      <a:latin typeface="Times New Roman" panose="02020603050405020304" pitchFamily="18" charset="0"/>
                      <a:ea typeface="楷体_GB2312"/>
                      <a:cs typeface="楷体_GB2312"/>
                    </a:rPr>
                    <a:t>S</a:t>
                  </a:r>
                  <a:r>
                    <a:rPr kumimoji="1" lang="zh-CN" altLang="en-US" sz="2000" b="1">
                      <a:solidFill>
                        <a:srgbClr val="2F2F2F"/>
                      </a:solidFill>
                      <a:latin typeface="Times New Roman" panose="02020603050405020304" pitchFamily="18" charset="0"/>
                      <a:ea typeface="楷体_GB2312"/>
                      <a:cs typeface="楷体_GB2312"/>
                    </a:rPr>
                    <a:t>，称</a:t>
                  </a:r>
                  <a:r>
                    <a:rPr kumimoji="1" lang="en-US" altLang="zh-CN" sz="2000" b="1">
                      <a:solidFill>
                        <a:srgbClr val="2F2F2F"/>
                      </a:solidFill>
                      <a:latin typeface="Times New Roman" panose="02020603050405020304" pitchFamily="18" charset="0"/>
                      <a:ea typeface="楷体_GB2312"/>
                      <a:cs typeface="楷体_GB2312"/>
                    </a:rPr>
                    <a:t>S</a:t>
                  </a:r>
                  <a:r>
                    <a:rPr kumimoji="1" lang="zh-CN" altLang="en-US" sz="2000" b="1">
                      <a:solidFill>
                        <a:srgbClr val="2F2F2F"/>
                      </a:solidFill>
                      <a:latin typeface="Times New Roman" panose="02020603050405020304" pitchFamily="18" charset="0"/>
                      <a:ea typeface="楷体_GB2312"/>
                      <a:cs typeface="楷体_GB2312"/>
                    </a:rPr>
                    <a:t>为</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的尾部条件</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21" name="Rectangle 28">
                  <a:extLst>
                    <a:ext uri="{FF2B5EF4-FFF2-40B4-BE49-F238E27FC236}">
                      <a16:creationId xmlns:a16="http://schemas.microsoft.com/office/drawing/2014/main" id="{3B4E662A-9CBD-431D-5E2B-020894492867}"/>
                    </a:ext>
                  </a:extLst>
                </p:cNvPr>
                <p:cNvSpPr>
                  <a:spLocks noChangeArrowheads="1"/>
                </p:cNvSpPr>
                <p:nvPr/>
              </p:nvSpPr>
              <p:spPr bwMode="auto">
                <a:xfrm>
                  <a:off x="562" y="806"/>
                  <a:ext cx="1310"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0" name="Group 29">
                <a:extLst>
                  <a:ext uri="{FF2B5EF4-FFF2-40B4-BE49-F238E27FC236}">
                    <a16:creationId xmlns:a16="http://schemas.microsoft.com/office/drawing/2014/main" id="{995C429B-BC30-7C91-E593-A730E1FEA4E1}"/>
                  </a:ext>
                </a:extLst>
              </p:cNvPr>
              <p:cNvGrpSpPr>
                <a:grpSpLocks/>
              </p:cNvGrpSpPr>
              <p:nvPr/>
            </p:nvGrpSpPr>
            <p:grpSpPr bwMode="auto">
              <a:xfrm>
                <a:off x="1872" y="806"/>
                <a:ext cx="1652" cy="460"/>
                <a:chOff x="1872" y="806"/>
                <a:chExt cx="1652" cy="460"/>
              </a:xfrm>
            </p:grpSpPr>
            <p:sp>
              <p:nvSpPr>
                <p:cNvPr id="229418" name="Rectangle 30">
                  <a:extLst>
                    <a:ext uri="{FF2B5EF4-FFF2-40B4-BE49-F238E27FC236}">
                      <a16:creationId xmlns:a16="http://schemas.microsoft.com/office/drawing/2014/main" id="{49E26502-08D1-2FE3-A955-F1A053BD13EA}"/>
                    </a:ext>
                  </a:extLst>
                </p:cNvPr>
                <p:cNvSpPr>
                  <a:spLocks noChangeArrowheads="1"/>
                </p:cNvSpPr>
                <p:nvPr/>
              </p:nvSpPr>
              <p:spPr bwMode="auto">
                <a:xfrm>
                  <a:off x="1915" y="806"/>
                  <a:ext cx="1566"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ab/ba</a:t>
                  </a: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，但</a:t>
                  </a:r>
                  <a:r>
                    <a:rPr kumimoji="1" lang="en-US" altLang="zh-CN" sz="2000" b="1">
                      <a:solidFill>
                        <a:srgbClr val="2F2F2F"/>
                      </a:solidFill>
                      <a:latin typeface="Times New Roman" panose="02020603050405020304" pitchFamily="18" charset="0"/>
                      <a:ea typeface="楷体_GB2312"/>
                      <a:cs typeface="楷体_GB2312"/>
                    </a:rPr>
                    <a:t>ab</a:t>
                  </a:r>
                  <a:r>
                    <a:rPr kumimoji="1" lang="zh-CN" altLang="en-US" sz="2000" b="1">
                      <a:solidFill>
                        <a:srgbClr val="2F2F2F"/>
                      </a:solidFill>
                      <a:latin typeface="Times New Roman" panose="02020603050405020304" pitchFamily="18" charset="0"/>
                      <a:ea typeface="楷体_GB2312"/>
                      <a:cs typeface="楷体_GB2312"/>
                    </a:rPr>
                    <a:t>之后一定是</a:t>
                  </a:r>
                  <a:r>
                    <a:rPr kumimoji="1" lang="en-US" altLang="zh-CN" sz="2000" b="1">
                      <a:solidFill>
                        <a:srgbClr val="2F2F2F"/>
                      </a:solidFill>
                      <a:latin typeface="Times New Roman" panose="02020603050405020304" pitchFamily="18" charset="0"/>
                      <a:ea typeface="楷体_GB2312"/>
                      <a:cs typeface="楷体_GB2312"/>
                    </a:rPr>
                    <a:t>ba</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19" name="Rectangle 31">
                  <a:extLst>
                    <a:ext uri="{FF2B5EF4-FFF2-40B4-BE49-F238E27FC236}">
                      <a16:creationId xmlns:a16="http://schemas.microsoft.com/office/drawing/2014/main" id="{B893B12D-A0BB-00FE-280E-9E7552766935}"/>
                    </a:ext>
                  </a:extLst>
                </p:cNvPr>
                <p:cNvSpPr>
                  <a:spLocks noChangeArrowheads="1"/>
                </p:cNvSpPr>
                <p:nvPr/>
              </p:nvSpPr>
              <p:spPr bwMode="auto">
                <a:xfrm>
                  <a:off x="1872" y="806"/>
                  <a:ext cx="1652"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1" name="Group 32">
                <a:extLst>
                  <a:ext uri="{FF2B5EF4-FFF2-40B4-BE49-F238E27FC236}">
                    <a16:creationId xmlns:a16="http://schemas.microsoft.com/office/drawing/2014/main" id="{18CDC93A-1E0C-CC99-3726-961931050F67}"/>
                  </a:ext>
                </a:extLst>
              </p:cNvPr>
              <p:cNvGrpSpPr>
                <a:grpSpLocks/>
              </p:cNvGrpSpPr>
              <p:nvPr/>
            </p:nvGrpSpPr>
            <p:grpSpPr bwMode="auto">
              <a:xfrm>
                <a:off x="0" y="1266"/>
                <a:ext cx="562" cy="403"/>
                <a:chOff x="0" y="1266"/>
                <a:chExt cx="562" cy="403"/>
              </a:xfrm>
            </p:grpSpPr>
            <p:sp>
              <p:nvSpPr>
                <p:cNvPr id="229416" name="Rectangle 33">
                  <a:extLst>
                    <a:ext uri="{FF2B5EF4-FFF2-40B4-BE49-F238E27FC236}">
                      <a16:creationId xmlns:a16="http://schemas.microsoft.com/office/drawing/2014/main" id="{F12D610D-2CA9-A0D1-AF44-9419B4ED8D12}"/>
                    </a:ext>
                  </a:extLst>
                </p:cNvPr>
                <p:cNvSpPr>
                  <a:spLocks noChangeArrowheads="1"/>
                </p:cNvSpPr>
                <p:nvPr/>
              </p:nvSpPr>
              <p:spPr bwMode="auto">
                <a:xfrm>
                  <a:off x="43" y="1266"/>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17" name="Rectangle 34">
                  <a:extLst>
                    <a:ext uri="{FF2B5EF4-FFF2-40B4-BE49-F238E27FC236}">
                      <a16:creationId xmlns:a16="http://schemas.microsoft.com/office/drawing/2014/main" id="{2850BF35-ADD7-504E-52BA-470ACB8AF959}"/>
                    </a:ext>
                  </a:extLst>
                </p:cNvPr>
                <p:cNvSpPr>
                  <a:spLocks noChangeArrowheads="1"/>
                </p:cNvSpPr>
                <p:nvPr/>
              </p:nvSpPr>
              <p:spPr bwMode="auto">
                <a:xfrm>
                  <a:off x="0" y="1266"/>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2" name="Group 35">
                <a:extLst>
                  <a:ext uri="{FF2B5EF4-FFF2-40B4-BE49-F238E27FC236}">
                    <a16:creationId xmlns:a16="http://schemas.microsoft.com/office/drawing/2014/main" id="{D4524195-FAC9-7AA4-64D9-4292B019297F}"/>
                  </a:ext>
                </a:extLst>
              </p:cNvPr>
              <p:cNvGrpSpPr>
                <a:grpSpLocks/>
              </p:cNvGrpSpPr>
              <p:nvPr/>
            </p:nvGrpSpPr>
            <p:grpSpPr bwMode="auto">
              <a:xfrm>
                <a:off x="562" y="1266"/>
                <a:ext cx="1310" cy="403"/>
                <a:chOff x="562" y="1266"/>
                <a:chExt cx="1310" cy="403"/>
              </a:xfrm>
            </p:grpSpPr>
            <p:sp>
              <p:nvSpPr>
                <p:cNvPr id="229414" name="Rectangle 36">
                  <a:extLst>
                    <a:ext uri="{FF2B5EF4-FFF2-40B4-BE49-F238E27FC236}">
                      <a16:creationId xmlns:a16="http://schemas.microsoft.com/office/drawing/2014/main" id="{13F3DA87-6491-3EBC-E188-0EF3CB464C5A}"/>
                    </a:ext>
                  </a:extLst>
                </p:cNvPr>
                <p:cNvSpPr>
                  <a:spLocks noChangeArrowheads="1"/>
                </p:cNvSpPr>
                <p:nvPr/>
              </p:nvSpPr>
              <p:spPr bwMode="auto">
                <a:xfrm>
                  <a:off x="605" y="1266"/>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，但</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一定出现在行首</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15" name="Rectangle 37">
                  <a:extLst>
                    <a:ext uri="{FF2B5EF4-FFF2-40B4-BE49-F238E27FC236}">
                      <a16:creationId xmlns:a16="http://schemas.microsoft.com/office/drawing/2014/main" id="{A9E47F53-57DD-8C37-14B3-D215D50DDAAA}"/>
                    </a:ext>
                  </a:extLst>
                </p:cNvPr>
                <p:cNvSpPr>
                  <a:spLocks noChangeArrowheads="1"/>
                </p:cNvSpPr>
                <p:nvPr/>
              </p:nvSpPr>
              <p:spPr bwMode="auto">
                <a:xfrm>
                  <a:off x="562" y="1266"/>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3" name="Group 38">
                <a:extLst>
                  <a:ext uri="{FF2B5EF4-FFF2-40B4-BE49-F238E27FC236}">
                    <a16:creationId xmlns:a16="http://schemas.microsoft.com/office/drawing/2014/main" id="{3271E037-670E-8159-AFB5-43965A24202B}"/>
                  </a:ext>
                </a:extLst>
              </p:cNvPr>
              <p:cNvGrpSpPr>
                <a:grpSpLocks/>
              </p:cNvGrpSpPr>
              <p:nvPr/>
            </p:nvGrpSpPr>
            <p:grpSpPr bwMode="auto">
              <a:xfrm>
                <a:off x="1872" y="1266"/>
                <a:ext cx="1652" cy="403"/>
                <a:chOff x="1872" y="1266"/>
                <a:chExt cx="1652" cy="403"/>
              </a:xfrm>
            </p:grpSpPr>
            <p:sp>
              <p:nvSpPr>
                <p:cNvPr id="229412" name="Rectangle 39">
                  <a:extLst>
                    <a:ext uri="{FF2B5EF4-FFF2-40B4-BE49-F238E27FC236}">
                      <a16:creationId xmlns:a16="http://schemas.microsoft.com/office/drawing/2014/main" id="{97DD2549-2B5B-C113-D5BB-A3151B6C81B6}"/>
                    </a:ext>
                  </a:extLst>
                </p:cNvPr>
                <p:cNvSpPr>
                  <a:spLocks noChangeArrowheads="1"/>
                </p:cNvSpPr>
                <p:nvPr/>
              </p:nvSpPr>
              <p:spPr bwMode="auto">
                <a:xfrm>
                  <a:off x="1915" y="1266"/>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13" name="Rectangle 40">
                  <a:extLst>
                    <a:ext uri="{FF2B5EF4-FFF2-40B4-BE49-F238E27FC236}">
                      <a16:creationId xmlns:a16="http://schemas.microsoft.com/office/drawing/2014/main" id="{9CFA54A8-D265-A593-DFC6-9ADF48ED13AD}"/>
                    </a:ext>
                  </a:extLst>
                </p:cNvPr>
                <p:cNvSpPr>
                  <a:spLocks noChangeArrowheads="1"/>
                </p:cNvSpPr>
                <p:nvPr/>
              </p:nvSpPr>
              <p:spPr bwMode="auto">
                <a:xfrm>
                  <a:off x="1872" y="1266"/>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4" name="Group 41">
                <a:extLst>
                  <a:ext uri="{FF2B5EF4-FFF2-40B4-BE49-F238E27FC236}">
                    <a16:creationId xmlns:a16="http://schemas.microsoft.com/office/drawing/2014/main" id="{F0ABF90D-0A3D-F16B-03CF-3755B268E599}"/>
                  </a:ext>
                </a:extLst>
              </p:cNvPr>
              <p:cNvGrpSpPr>
                <a:grpSpLocks/>
              </p:cNvGrpSpPr>
              <p:nvPr/>
            </p:nvGrpSpPr>
            <p:grpSpPr bwMode="auto">
              <a:xfrm>
                <a:off x="0" y="1669"/>
                <a:ext cx="562" cy="460"/>
                <a:chOff x="0" y="1669"/>
                <a:chExt cx="562" cy="460"/>
              </a:xfrm>
            </p:grpSpPr>
            <p:sp>
              <p:nvSpPr>
                <p:cNvPr id="229410" name="Rectangle 42">
                  <a:extLst>
                    <a:ext uri="{FF2B5EF4-FFF2-40B4-BE49-F238E27FC236}">
                      <a16:creationId xmlns:a16="http://schemas.microsoft.com/office/drawing/2014/main" id="{8C0E5341-0EB3-9FBF-78E3-67354BDF5D02}"/>
                    </a:ext>
                  </a:extLst>
                </p:cNvPr>
                <p:cNvSpPr>
                  <a:spLocks noChangeArrowheads="1"/>
                </p:cNvSpPr>
                <p:nvPr/>
              </p:nvSpPr>
              <p:spPr bwMode="auto">
                <a:xfrm>
                  <a:off x="43" y="1669"/>
                  <a:ext cx="476"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R$</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11" name="Rectangle 43">
                  <a:extLst>
                    <a:ext uri="{FF2B5EF4-FFF2-40B4-BE49-F238E27FC236}">
                      <a16:creationId xmlns:a16="http://schemas.microsoft.com/office/drawing/2014/main" id="{0CB12DA1-AD24-2746-F1C1-C24A0AD0854C}"/>
                    </a:ext>
                  </a:extLst>
                </p:cNvPr>
                <p:cNvSpPr>
                  <a:spLocks noChangeArrowheads="1"/>
                </p:cNvSpPr>
                <p:nvPr/>
              </p:nvSpPr>
              <p:spPr bwMode="auto">
                <a:xfrm>
                  <a:off x="0" y="1669"/>
                  <a:ext cx="562"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5" name="Group 44">
                <a:extLst>
                  <a:ext uri="{FF2B5EF4-FFF2-40B4-BE49-F238E27FC236}">
                    <a16:creationId xmlns:a16="http://schemas.microsoft.com/office/drawing/2014/main" id="{26F0548B-0500-E041-A849-9DFE8210DF30}"/>
                  </a:ext>
                </a:extLst>
              </p:cNvPr>
              <p:cNvGrpSpPr>
                <a:grpSpLocks/>
              </p:cNvGrpSpPr>
              <p:nvPr/>
            </p:nvGrpSpPr>
            <p:grpSpPr bwMode="auto">
              <a:xfrm>
                <a:off x="562" y="1669"/>
                <a:ext cx="1310" cy="460"/>
                <a:chOff x="562" y="1669"/>
                <a:chExt cx="1310" cy="460"/>
              </a:xfrm>
            </p:grpSpPr>
            <p:sp>
              <p:nvSpPr>
                <p:cNvPr id="229408" name="Rectangle 45">
                  <a:extLst>
                    <a:ext uri="{FF2B5EF4-FFF2-40B4-BE49-F238E27FC236}">
                      <a16:creationId xmlns:a16="http://schemas.microsoft.com/office/drawing/2014/main" id="{CAEA0682-3957-3AA9-E773-47DBF335E934}"/>
                    </a:ext>
                  </a:extLst>
                </p:cNvPr>
                <p:cNvSpPr>
                  <a:spLocks noChangeArrowheads="1"/>
                </p:cNvSpPr>
                <p:nvPr/>
              </p:nvSpPr>
              <p:spPr bwMode="auto">
                <a:xfrm>
                  <a:off x="605" y="1669"/>
                  <a:ext cx="122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，但</a:t>
                  </a:r>
                  <a:r>
                    <a:rPr kumimoji="1" lang="en-US" altLang="zh-CN" sz="2000" b="1">
                      <a:solidFill>
                        <a:srgbClr val="2F2F2F"/>
                      </a:solidFill>
                      <a:latin typeface="Times New Roman" panose="02020603050405020304" pitchFamily="18" charset="0"/>
                      <a:ea typeface="楷体_GB2312"/>
                      <a:cs typeface="楷体_GB2312"/>
                    </a:rPr>
                    <a:t>R</a:t>
                  </a:r>
                  <a:r>
                    <a:rPr kumimoji="1" lang="zh-CN" altLang="en-US" sz="2000" b="1">
                      <a:solidFill>
                        <a:srgbClr val="2F2F2F"/>
                      </a:solidFill>
                      <a:latin typeface="Times New Roman" panose="02020603050405020304" pitchFamily="18" charset="0"/>
                      <a:ea typeface="楷体_GB2312"/>
                      <a:cs typeface="楷体_GB2312"/>
                    </a:rPr>
                    <a:t>一定出现在行尾，等价于</a:t>
                  </a:r>
                  <a:r>
                    <a:rPr kumimoji="1" lang="en-US" altLang="zh-CN" sz="2000" b="1">
                      <a:solidFill>
                        <a:srgbClr val="2F2F2F"/>
                      </a:solidFill>
                      <a:latin typeface="Times New Roman" panose="02020603050405020304" pitchFamily="18" charset="0"/>
                      <a:ea typeface="楷体_GB2312"/>
                      <a:cs typeface="楷体_GB2312"/>
                    </a:rPr>
                    <a:t>R/\n</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09" name="Rectangle 46">
                  <a:extLst>
                    <a:ext uri="{FF2B5EF4-FFF2-40B4-BE49-F238E27FC236}">
                      <a16:creationId xmlns:a16="http://schemas.microsoft.com/office/drawing/2014/main" id="{FB8E0E47-0674-3E93-D9C5-1CC79A8F4C32}"/>
                    </a:ext>
                  </a:extLst>
                </p:cNvPr>
                <p:cNvSpPr>
                  <a:spLocks noChangeArrowheads="1"/>
                </p:cNvSpPr>
                <p:nvPr/>
              </p:nvSpPr>
              <p:spPr bwMode="auto">
                <a:xfrm>
                  <a:off x="562" y="1669"/>
                  <a:ext cx="1310"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6" name="Group 47">
                <a:extLst>
                  <a:ext uri="{FF2B5EF4-FFF2-40B4-BE49-F238E27FC236}">
                    <a16:creationId xmlns:a16="http://schemas.microsoft.com/office/drawing/2014/main" id="{0DC4179E-25E6-2DA2-B073-146492D0E8CE}"/>
                  </a:ext>
                </a:extLst>
              </p:cNvPr>
              <p:cNvGrpSpPr>
                <a:grpSpLocks/>
              </p:cNvGrpSpPr>
              <p:nvPr/>
            </p:nvGrpSpPr>
            <p:grpSpPr bwMode="auto">
              <a:xfrm>
                <a:off x="1872" y="1669"/>
                <a:ext cx="1652" cy="460"/>
                <a:chOff x="1872" y="1669"/>
                <a:chExt cx="1652" cy="460"/>
              </a:xfrm>
            </p:grpSpPr>
            <p:sp>
              <p:nvSpPr>
                <p:cNvPr id="229406" name="Rectangle 48">
                  <a:extLst>
                    <a:ext uri="{FF2B5EF4-FFF2-40B4-BE49-F238E27FC236}">
                      <a16:creationId xmlns:a16="http://schemas.microsoft.com/office/drawing/2014/main" id="{53CE70EA-FAC6-5DCE-BF07-B84C6D26A85E}"/>
                    </a:ext>
                  </a:extLst>
                </p:cNvPr>
                <p:cNvSpPr>
                  <a:spLocks noChangeArrowheads="1"/>
                </p:cNvSpPr>
                <p:nvPr/>
              </p:nvSpPr>
              <p:spPr bwMode="auto">
                <a:xfrm>
                  <a:off x="1915" y="1669"/>
                  <a:ext cx="1566"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07" name="Rectangle 49">
                  <a:extLst>
                    <a:ext uri="{FF2B5EF4-FFF2-40B4-BE49-F238E27FC236}">
                      <a16:creationId xmlns:a16="http://schemas.microsoft.com/office/drawing/2014/main" id="{90F17EB2-E542-DA52-9FA8-5C2F877A5572}"/>
                    </a:ext>
                  </a:extLst>
                </p:cNvPr>
                <p:cNvSpPr>
                  <a:spLocks noChangeArrowheads="1"/>
                </p:cNvSpPr>
                <p:nvPr/>
              </p:nvSpPr>
              <p:spPr bwMode="auto">
                <a:xfrm>
                  <a:off x="1872" y="1669"/>
                  <a:ext cx="1652"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7" name="Group 50">
                <a:extLst>
                  <a:ext uri="{FF2B5EF4-FFF2-40B4-BE49-F238E27FC236}">
                    <a16:creationId xmlns:a16="http://schemas.microsoft.com/office/drawing/2014/main" id="{C2B73AFE-CAE7-75D9-14BC-1751A0D996ED}"/>
                  </a:ext>
                </a:extLst>
              </p:cNvPr>
              <p:cNvGrpSpPr>
                <a:grpSpLocks/>
              </p:cNvGrpSpPr>
              <p:nvPr/>
            </p:nvGrpSpPr>
            <p:grpSpPr bwMode="auto">
              <a:xfrm>
                <a:off x="0" y="2129"/>
                <a:ext cx="562" cy="403"/>
                <a:chOff x="0" y="2129"/>
                <a:chExt cx="562" cy="403"/>
              </a:xfrm>
            </p:grpSpPr>
            <p:sp>
              <p:nvSpPr>
                <p:cNvPr id="229404" name="Rectangle 51">
                  <a:extLst>
                    <a:ext uri="{FF2B5EF4-FFF2-40B4-BE49-F238E27FC236}">
                      <a16:creationId xmlns:a16="http://schemas.microsoft.com/office/drawing/2014/main" id="{7F8C8085-9E49-BADA-2A96-F00055C44CD9}"/>
                    </a:ext>
                  </a:extLst>
                </p:cNvPr>
                <p:cNvSpPr>
                  <a:spLocks noChangeArrowheads="1"/>
                </p:cNvSpPr>
                <p:nvPr/>
              </p:nvSpPr>
              <p:spPr bwMode="auto">
                <a:xfrm>
                  <a:off x="43" y="2129"/>
                  <a:ext cx="47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FF0000"/>
                      </a:solidFill>
                      <a:latin typeface="Times New Roman" panose="02020603050405020304" pitchFamily="18" charset="0"/>
                      <a:ea typeface="楷体_GB2312"/>
                      <a:cs typeface="楷体_GB2312"/>
                    </a:rPr>
                    <a:t>{name}</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05" name="Rectangle 52">
                  <a:extLst>
                    <a:ext uri="{FF2B5EF4-FFF2-40B4-BE49-F238E27FC236}">
                      <a16:creationId xmlns:a16="http://schemas.microsoft.com/office/drawing/2014/main" id="{D7578C9C-954F-8039-8E1E-F8455330B5B0}"/>
                    </a:ext>
                  </a:extLst>
                </p:cNvPr>
                <p:cNvSpPr>
                  <a:spLocks noChangeArrowheads="1"/>
                </p:cNvSpPr>
                <p:nvPr/>
              </p:nvSpPr>
              <p:spPr bwMode="auto">
                <a:xfrm>
                  <a:off x="0" y="2129"/>
                  <a:ext cx="56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8" name="Group 53">
                <a:extLst>
                  <a:ext uri="{FF2B5EF4-FFF2-40B4-BE49-F238E27FC236}">
                    <a16:creationId xmlns:a16="http://schemas.microsoft.com/office/drawing/2014/main" id="{97B0E30B-D26D-206D-2D17-0C7F7E1A1D88}"/>
                  </a:ext>
                </a:extLst>
              </p:cNvPr>
              <p:cNvGrpSpPr>
                <a:grpSpLocks/>
              </p:cNvGrpSpPr>
              <p:nvPr/>
            </p:nvGrpSpPr>
            <p:grpSpPr bwMode="auto">
              <a:xfrm>
                <a:off x="562" y="2129"/>
                <a:ext cx="1310" cy="403"/>
                <a:chOff x="562" y="2129"/>
                <a:chExt cx="1310" cy="403"/>
              </a:xfrm>
            </p:grpSpPr>
            <p:sp>
              <p:nvSpPr>
                <p:cNvPr id="229402" name="Rectangle 54">
                  <a:extLst>
                    <a:ext uri="{FF2B5EF4-FFF2-40B4-BE49-F238E27FC236}">
                      <a16:creationId xmlns:a16="http://schemas.microsoft.com/office/drawing/2014/main" id="{00F68D2A-7CDC-7F41-E495-C50C06E08130}"/>
                    </a:ext>
                  </a:extLst>
                </p:cNvPr>
                <p:cNvSpPr>
                  <a:spLocks noChangeArrowheads="1"/>
                </p:cNvSpPr>
                <p:nvPr/>
              </p:nvSpPr>
              <p:spPr bwMode="auto">
                <a:xfrm>
                  <a:off x="605" y="2129"/>
                  <a:ext cx="122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匹配名字为</a:t>
                  </a:r>
                  <a:r>
                    <a:rPr kumimoji="1" lang="en-US" altLang="zh-CN" sz="2000" b="1">
                      <a:solidFill>
                        <a:srgbClr val="2F2F2F"/>
                      </a:solidFill>
                      <a:latin typeface="Times New Roman" panose="02020603050405020304" pitchFamily="18" charset="0"/>
                      <a:ea typeface="楷体_GB2312"/>
                      <a:cs typeface="楷体_GB2312"/>
                    </a:rPr>
                    <a:t>name</a:t>
                  </a:r>
                  <a:r>
                    <a:rPr kumimoji="1" lang="zh-CN" altLang="en-US" sz="2000" b="1">
                      <a:solidFill>
                        <a:srgbClr val="2F2F2F"/>
                      </a:solidFill>
                      <a:latin typeface="Times New Roman" panose="02020603050405020304" pitchFamily="18" charset="0"/>
                      <a:ea typeface="楷体_GB2312"/>
                      <a:cs typeface="楷体_GB2312"/>
                    </a:rPr>
                    <a:t>的正规式</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03" name="Rectangle 55">
                  <a:extLst>
                    <a:ext uri="{FF2B5EF4-FFF2-40B4-BE49-F238E27FC236}">
                      <a16:creationId xmlns:a16="http://schemas.microsoft.com/office/drawing/2014/main" id="{C8D0D563-0E8A-8D54-8FFA-7F671BBF4E3C}"/>
                    </a:ext>
                  </a:extLst>
                </p:cNvPr>
                <p:cNvSpPr>
                  <a:spLocks noChangeArrowheads="1"/>
                </p:cNvSpPr>
                <p:nvPr/>
              </p:nvSpPr>
              <p:spPr bwMode="auto">
                <a:xfrm>
                  <a:off x="562" y="2129"/>
                  <a:ext cx="131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29399" name="Group 56">
                <a:extLst>
                  <a:ext uri="{FF2B5EF4-FFF2-40B4-BE49-F238E27FC236}">
                    <a16:creationId xmlns:a16="http://schemas.microsoft.com/office/drawing/2014/main" id="{578A3248-41B7-2FE1-AF0E-3E636896B81C}"/>
                  </a:ext>
                </a:extLst>
              </p:cNvPr>
              <p:cNvGrpSpPr>
                <a:grpSpLocks/>
              </p:cNvGrpSpPr>
              <p:nvPr/>
            </p:nvGrpSpPr>
            <p:grpSpPr bwMode="auto">
              <a:xfrm>
                <a:off x="1872" y="2129"/>
                <a:ext cx="1652" cy="403"/>
                <a:chOff x="1872" y="2129"/>
                <a:chExt cx="1652" cy="403"/>
              </a:xfrm>
            </p:grpSpPr>
            <p:sp>
              <p:nvSpPr>
                <p:cNvPr id="229400" name="Rectangle 57">
                  <a:extLst>
                    <a:ext uri="{FF2B5EF4-FFF2-40B4-BE49-F238E27FC236}">
                      <a16:creationId xmlns:a16="http://schemas.microsoft.com/office/drawing/2014/main" id="{971276FF-40FC-3C5A-274F-D8FBDBDAD783}"/>
                    </a:ext>
                  </a:extLst>
                </p:cNvPr>
                <p:cNvSpPr>
                  <a:spLocks noChangeArrowheads="1"/>
                </p:cNvSpPr>
                <p:nvPr/>
              </p:nvSpPr>
              <p:spPr bwMode="auto">
                <a:xfrm>
                  <a:off x="1915" y="2129"/>
                  <a:ext cx="15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000" b="1">
                      <a:solidFill>
                        <a:srgbClr val="2F2F2F"/>
                      </a:solidFill>
                      <a:latin typeface="Times New Roman" panose="02020603050405020304" pitchFamily="18" charset="0"/>
                      <a:ea typeface="楷体_GB2312"/>
                      <a:cs typeface="楷体_GB2312"/>
                    </a:rPr>
                    <a:t> </a:t>
                  </a:r>
                </a:p>
                <a:p>
                  <a:pPr algn="ctr" eaLnBrk="0" fontAlgn="base" hangingPunct="0">
                    <a:spcBef>
                      <a:spcPct val="0"/>
                    </a:spcBef>
                    <a:spcAft>
                      <a:spcPct val="0"/>
                    </a:spcAft>
                    <a:buClrTx/>
                    <a:buSzTx/>
                    <a:buNone/>
                  </a:pPr>
                  <a:endParaRPr kumimoji="1" lang="zh-CN" altLang="en-US" sz="2000" b="1">
                    <a:solidFill>
                      <a:srgbClr val="2F2F2F"/>
                    </a:solidFill>
                    <a:latin typeface="Times New Roman" panose="02020603050405020304" pitchFamily="18" charset="0"/>
                    <a:ea typeface="楷体_GB2312"/>
                    <a:cs typeface="楷体_GB2312"/>
                  </a:endParaRPr>
                </a:p>
              </p:txBody>
            </p:sp>
            <p:sp>
              <p:nvSpPr>
                <p:cNvPr id="229401" name="Rectangle 58">
                  <a:extLst>
                    <a:ext uri="{FF2B5EF4-FFF2-40B4-BE49-F238E27FC236}">
                      <a16:creationId xmlns:a16="http://schemas.microsoft.com/office/drawing/2014/main" id="{C58489DE-0662-9A82-DE73-8F256F06F6B5}"/>
                    </a:ext>
                  </a:extLst>
                </p:cNvPr>
                <p:cNvSpPr>
                  <a:spLocks noChangeArrowheads="1"/>
                </p:cNvSpPr>
                <p:nvPr/>
              </p:nvSpPr>
              <p:spPr bwMode="auto">
                <a:xfrm>
                  <a:off x="1872" y="2129"/>
                  <a:ext cx="165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sp>
          <p:nvSpPr>
            <p:cNvPr id="229381" name="Rectangle 59">
              <a:extLst>
                <a:ext uri="{FF2B5EF4-FFF2-40B4-BE49-F238E27FC236}">
                  <a16:creationId xmlns:a16="http://schemas.microsoft.com/office/drawing/2014/main" id="{4C5A0AE2-1345-273E-9F82-24A4FAFD4E0D}"/>
                </a:ext>
              </a:extLst>
            </p:cNvPr>
            <p:cNvSpPr>
              <a:spLocks noChangeArrowheads="1"/>
            </p:cNvSpPr>
            <p:nvPr/>
          </p:nvSpPr>
          <p:spPr bwMode="auto">
            <a:xfrm>
              <a:off x="-3" y="-3"/>
              <a:ext cx="3530" cy="2538"/>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31426" name="Group 2">
            <a:extLst>
              <a:ext uri="{FF2B5EF4-FFF2-40B4-BE49-F238E27FC236}">
                <a16:creationId xmlns:a16="http://schemas.microsoft.com/office/drawing/2014/main" id="{E30FE117-C4B7-EAC1-3264-1BB475C0458B}"/>
              </a:ext>
            </a:extLst>
          </p:cNvPr>
          <p:cNvGrpSpPr>
            <a:grpSpLocks/>
          </p:cNvGrpSpPr>
          <p:nvPr/>
        </p:nvGrpSpPr>
        <p:grpSpPr bwMode="auto">
          <a:xfrm>
            <a:off x="1828800" y="990600"/>
            <a:ext cx="8534400" cy="4419600"/>
            <a:chOff x="-3" y="371"/>
            <a:chExt cx="2466" cy="2721"/>
          </a:xfrm>
        </p:grpSpPr>
        <p:grpSp>
          <p:nvGrpSpPr>
            <p:cNvPr id="231428" name="Group 3">
              <a:extLst>
                <a:ext uri="{FF2B5EF4-FFF2-40B4-BE49-F238E27FC236}">
                  <a16:creationId xmlns:a16="http://schemas.microsoft.com/office/drawing/2014/main" id="{92271722-3D47-29CF-DA5B-638AAE736D38}"/>
                </a:ext>
              </a:extLst>
            </p:cNvPr>
            <p:cNvGrpSpPr>
              <a:grpSpLocks/>
            </p:cNvGrpSpPr>
            <p:nvPr/>
          </p:nvGrpSpPr>
          <p:grpSpPr bwMode="auto">
            <a:xfrm>
              <a:off x="0" y="374"/>
              <a:ext cx="2460" cy="2715"/>
              <a:chOff x="0" y="374"/>
              <a:chExt cx="2460" cy="2715"/>
            </a:xfrm>
          </p:grpSpPr>
          <p:grpSp>
            <p:nvGrpSpPr>
              <p:cNvPr id="231430" name="Group 4">
                <a:extLst>
                  <a:ext uri="{FF2B5EF4-FFF2-40B4-BE49-F238E27FC236}">
                    <a16:creationId xmlns:a16="http://schemas.microsoft.com/office/drawing/2014/main" id="{4586D11E-2E92-BE78-07F8-06F40BD2341F}"/>
                  </a:ext>
                </a:extLst>
              </p:cNvPr>
              <p:cNvGrpSpPr>
                <a:grpSpLocks/>
              </p:cNvGrpSpPr>
              <p:nvPr/>
            </p:nvGrpSpPr>
            <p:grpSpPr bwMode="auto">
              <a:xfrm>
                <a:off x="0" y="374"/>
                <a:ext cx="666" cy="374"/>
                <a:chOff x="0" y="374"/>
                <a:chExt cx="666" cy="374"/>
              </a:xfrm>
            </p:grpSpPr>
            <p:sp>
              <p:nvSpPr>
                <p:cNvPr id="231491" name="Rectangle 5">
                  <a:extLst>
                    <a:ext uri="{FF2B5EF4-FFF2-40B4-BE49-F238E27FC236}">
                      <a16:creationId xmlns:a16="http://schemas.microsoft.com/office/drawing/2014/main" id="{3E9F726E-07EB-8EFA-00BF-1F1525DFDE2A}"/>
                    </a:ext>
                  </a:extLst>
                </p:cNvPr>
                <p:cNvSpPr>
                  <a:spLocks noChangeArrowheads="1"/>
                </p:cNvSpPr>
                <p:nvPr/>
              </p:nvSpPr>
              <p:spPr bwMode="auto">
                <a:xfrm>
                  <a:off x="43" y="374"/>
                  <a:ext cx="580"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tabLst>
                      <a:tab pos="1257300" algn="l"/>
                    </a:tabLst>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tabLst>
                      <a:tab pos="1257300" algn="l"/>
                    </a:tabLst>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tabLst>
                      <a:tab pos="1257300" algn="l"/>
                    </a:tabLst>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运算符</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92" name="Rectangle 6">
                  <a:extLst>
                    <a:ext uri="{FF2B5EF4-FFF2-40B4-BE49-F238E27FC236}">
                      <a16:creationId xmlns:a16="http://schemas.microsoft.com/office/drawing/2014/main" id="{F3844AB8-ACA7-1A21-D6D9-849D5CF85ED0}"/>
                    </a:ext>
                  </a:extLst>
                </p:cNvPr>
                <p:cNvSpPr>
                  <a:spLocks noChangeArrowheads="1"/>
                </p:cNvSpPr>
                <p:nvPr/>
              </p:nvSpPr>
              <p:spPr bwMode="auto">
                <a:xfrm>
                  <a:off x="0" y="374"/>
                  <a:ext cx="666"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1" name="Group 7">
                <a:extLst>
                  <a:ext uri="{FF2B5EF4-FFF2-40B4-BE49-F238E27FC236}">
                    <a16:creationId xmlns:a16="http://schemas.microsoft.com/office/drawing/2014/main" id="{7F8D869A-4895-AEA6-4ECF-49B0215DDD97}"/>
                  </a:ext>
                </a:extLst>
              </p:cNvPr>
              <p:cNvGrpSpPr>
                <a:grpSpLocks/>
              </p:cNvGrpSpPr>
              <p:nvPr/>
            </p:nvGrpSpPr>
            <p:grpSpPr bwMode="auto">
              <a:xfrm>
                <a:off x="666" y="374"/>
                <a:ext cx="922" cy="374"/>
                <a:chOff x="666" y="374"/>
                <a:chExt cx="922" cy="374"/>
              </a:xfrm>
            </p:grpSpPr>
            <p:sp>
              <p:nvSpPr>
                <p:cNvPr id="231489" name="Rectangle 8">
                  <a:extLst>
                    <a:ext uri="{FF2B5EF4-FFF2-40B4-BE49-F238E27FC236}">
                      <a16:creationId xmlns:a16="http://schemas.microsoft.com/office/drawing/2014/main" id="{72C70C47-6BCC-2A99-CC66-F13C3571D6EF}"/>
                    </a:ext>
                  </a:extLst>
                </p:cNvPr>
                <p:cNvSpPr>
                  <a:spLocks noChangeArrowheads="1"/>
                </p:cNvSpPr>
                <p:nvPr/>
              </p:nvSpPr>
              <p:spPr bwMode="auto">
                <a:xfrm>
                  <a:off x="709" y="374"/>
                  <a:ext cx="83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说明</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90" name="Rectangle 9">
                  <a:extLst>
                    <a:ext uri="{FF2B5EF4-FFF2-40B4-BE49-F238E27FC236}">
                      <a16:creationId xmlns:a16="http://schemas.microsoft.com/office/drawing/2014/main" id="{F126C1A1-3B48-F488-486C-253110171005}"/>
                    </a:ext>
                  </a:extLst>
                </p:cNvPr>
                <p:cNvSpPr>
                  <a:spLocks noChangeArrowheads="1"/>
                </p:cNvSpPr>
                <p:nvPr/>
              </p:nvSpPr>
              <p:spPr bwMode="auto">
                <a:xfrm>
                  <a:off x="666" y="374"/>
                  <a:ext cx="92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2" name="Group 10">
                <a:extLst>
                  <a:ext uri="{FF2B5EF4-FFF2-40B4-BE49-F238E27FC236}">
                    <a16:creationId xmlns:a16="http://schemas.microsoft.com/office/drawing/2014/main" id="{371D7C57-E8AC-68B8-97E6-E7F1418CF9D6}"/>
                  </a:ext>
                </a:extLst>
              </p:cNvPr>
              <p:cNvGrpSpPr>
                <a:grpSpLocks/>
              </p:cNvGrpSpPr>
              <p:nvPr/>
            </p:nvGrpSpPr>
            <p:grpSpPr bwMode="auto">
              <a:xfrm>
                <a:off x="1588" y="374"/>
                <a:ext cx="872" cy="374"/>
                <a:chOff x="1588" y="374"/>
                <a:chExt cx="872" cy="374"/>
              </a:xfrm>
            </p:grpSpPr>
            <p:sp>
              <p:nvSpPr>
                <p:cNvPr id="231487" name="Rectangle 11">
                  <a:extLst>
                    <a:ext uri="{FF2B5EF4-FFF2-40B4-BE49-F238E27FC236}">
                      <a16:creationId xmlns:a16="http://schemas.microsoft.com/office/drawing/2014/main" id="{96462E9A-B516-EBC4-2FC5-4FE302ABEEA3}"/>
                    </a:ext>
                  </a:extLst>
                </p:cNvPr>
                <p:cNvSpPr>
                  <a:spLocks noChangeArrowheads="1"/>
                </p:cNvSpPr>
                <p:nvPr/>
              </p:nvSpPr>
              <p:spPr bwMode="auto">
                <a:xfrm>
                  <a:off x="1631" y="374"/>
                  <a:ext cx="78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优先级</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88" name="Rectangle 12">
                  <a:extLst>
                    <a:ext uri="{FF2B5EF4-FFF2-40B4-BE49-F238E27FC236}">
                      <a16:creationId xmlns:a16="http://schemas.microsoft.com/office/drawing/2014/main" id="{673619F5-FD3F-4188-E1F4-A37F112BE618}"/>
                    </a:ext>
                  </a:extLst>
                </p:cNvPr>
                <p:cNvSpPr>
                  <a:spLocks noChangeArrowheads="1"/>
                </p:cNvSpPr>
                <p:nvPr/>
              </p:nvSpPr>
              <p:spPr bwMode="auto">
                <a:xfrm>
                  <a:off x="1588" y="374"/>
                  <a:ext cx="87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3" name="Group 13">
                <a:extLst>
                  <a:ext uri="{FF2B5EF4-FFF2-40B4-BE49-F238E27FC236}">
                    <a16:creationId xmlns:a16="http://schemas.microsoft.com/office/drawing/2014/main" id="{7D5DB103-F5AF-0366-418E-56ECCED16056}"/>
                  </a:ext>
                </a:extLst>
              </p:cNvPr>
              <p:cNvGrpSpPr>
                <a:grpSpLocks/>
              </p:cNvGrpSpPr>
              <p:nvPr/>
            </p:nvGrpSpPr>
            <p:grpSpPr bwMode="auto">
              <a:xfrm>
                <a:off x="0" y="748"/>
                <a:ext cx="666" cy="403"/>
                <a:chOff x="0" y="748"/>
                <a:chExt cx="666" cy="403"/>
              </a:xfrm>
            </p:grpSpPr>
            <p:sp>
              <p:nvSpPr>
                <p:cNvPr id="231485" name="Rectangle 14">
                  <a:extLst>
                    <a:ext uri="{FF2B5EF4-FFF2-40B4-BE49-F238E27FC236}">
                      <a16:creationId xmlns:a16="http://schemas.microsoft.com/office/drawing/2014/main" id="{2EE4D5BA-9FA8-C092-8539-8C33213575E9}"/>
                    </a:ext>
                  </a:extLst>
                </p:cNvPr>
                <p:cNvSpPr>
                  <a:spLocks noChangeArrowheads="1"/>
                </p:cNvSpPr>
                <p:nvPr/>
              </p:nvSpPr>
              <p:spPr bwMode="auto">
                <a:xfrm>
                  <a:off x="43" y="748"/>
                  <a:ext cx="58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  )</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86" name="Rectangle 15">
                  <a:extLst>
                    <a:ext uri="{FF2B5EF4-FFF2-40B4-BE49-F238E27FC236}">
                      <a16:creationId xmlns:a16="http://schemas.microsoft.com/office/drawing/2014/main" id="{9EFCC609-9AB3-200A-3136-262D108E6820}"/>
                    </a:ext>
                  </a:extLst>
                </p:cNvPr>
                <p:cNvSpPr>
                  <a:spLocks noChangeArrowheads="1"/>
                </p:cNvSpPr>
                <p:nvPr/>
              </p:nvSpPr>
              <p:spPr bwMode="auto">
                <a:xfrm>
                  <a:off x="0" y="748"/>
                  <a:ext cx="66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4" name="Group 16">
                <a:extLst>
                  <a:ext uri="{FF2B5EF4-FFF2-40B4-BE49-F238E27FC236}">
                    <a16:creationId xmlns:a16="http://schemas.microsoft.com/office/drawing/2014/main" id="{64669B99-32CD-53DB-88D8-685341DE89C7}"/>
                  </a:ext>
                </a:extLst>
              </p:cNvPr>
              <p:cNvGrpSpPr>
                <a:grpSpLocks/>
              </p:cNvGrpSpPr>
              <p:nvPr/>
            </p:nvGrpSpPr>
            <p:grpSpPr bwMode="auto">
              <a:xfrm>
                <a:off x="666" y="748"/>
                <a:ext cx="922" cy="403"/>
                <a:chOff x="666" y="748"/>
                <a:chExt cx="922" cy="403"/>
              </a:xfrm>
            </p:grpSpPr>
            <p:sp>
              <p:nvSpPr>
                <p:cNvPr id="231483" name="Rectangle 17">
                  <a:extLst>
                    <a:ext uri="{FF2B5EF4-FFF2-40B4-BE49-F238E27FC236}">
                      <a16:creationId xmlns:a16="http://schemas.microsoft.com/office/drawing/2014/main" id="{2B8AC176-6A8E-161A-2192-F1BBC9C63005}"/>
                    </a:ext>
                  </a:extLst>
                </p:cNvPr>
                <p:cNvSpPr>
                  <a:spLocks noChangeArrowheads="1"/>
                </p:cNvSpPr>
                <p:nvPr/>
              </p:nvSpPr>
              <p:spPr bwMode="auto">
                <a:xfrm>
                  <a:off x="709" y="748"/>
                  <a:ext cx="8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分组括号</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84" name="Rectangle 18">
                  <a:extLst>
                    <a:ext uri="{FF2B5EF4-FFF2-40B4-BE49-F238E27FC236}">
                      <a16:creationId xmlns:a16="http://schemas.microsoft.com/office/drawing/2014/main" id="{2B7F3440-6465-2F83-57BF-436437ABD0CC}"/>
                    </a:ext>
                  </a:extLst>
                </p:cNvPr>
                <p:cNvSpPr>
                  <a:spLocks noChangeArrowheads="1"/>
                </p:cNvSpPr>
                <p:nvPr/>
              </p:nvSpPr>
              <p:spPr bwMode="auto">
                <a:xfrm>
                  <a:off x="666" y="748"/>
                  <a:ext cx="92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5" name="Group 19">
                <a:extLst>
                  <a:ext uri="{FF2B5EF4-FFF2-40B4-BE49-F238E27FC236}">
                    <a16:creationId xmlns:a16="http://schemas.microsoft.com/office/drawing/2014/main" id="{90ADAE8D-5CA9-18B0-E01D-6E2B6CD32C92}"/>
                  </a:ext>
                </a:extLst>
              </p:cNvPr>
              <p:cNvGrpSpPr>
                <a:grpSpLocks/>
              </p:cNvGrpSpPr>
              <p:nvPr/>
            </p:nvGrpSpPr>
            <p:grpSpPr bwMode="auto">
              <a:xfrm>
                <a:off x="1588" y="748"/>
                <a:ext cx="872" cy="403"/>
                <a:chOff x="1588" y="748"/>
                <a:chExt cx="872" cy="403"/>
              </a:xfrm>
            </p:grpSpPr>
            <p:sp>
              <p:nvSpPr>
                <p:cNvPr id="231481" name="Rectangle 20">
                  <a:extLst>
                    <a:ext uri="{FF2B5EF4-FFF2-40B4-BE49-F238E27FC236}">
                      <a16:creationId xmlns:a16="http://schemas.microsoft.com/office/drawing/2014/main" id="{2396345D-5163-9B99-5E40-A8372F2D6E90}"/>
                    </a:ext>
                  </a:extLst>
                </p:cNvPr>
                <p:cNvSpPr>
                  <a:spLocks noChangeArrowheads="1"/>
                </p:cNvSpPr>
                <p:nvPr/>
              </p:nvSpPr>
              <p:spPr bwMode="auto">
                <a:xfrm>
                  <a:off x="1631" y="748"/>
                  <a:ext cx="7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1</a:t>
                  </a:r>
                  <a:r>
                    <a:rPr kumimoji="1" lang="zh-CN" altLang="en-US" sz="2400" b="1">
                      <a:solidFill>
                        <a:srgbClr val="2F2F2F"/>
                      </a:solidFill>
                      <a:latin typeface="楷体_GB2312"/>
                      <a:ea typeface="楷体_GB2312"/>
                      <a:cs typeface="楷体_GB2312"/>
                    </a:rPr>
                    <a:t>（最高）</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82" name="Rectangle 21">
                  <a:extLst>
                    <a:ext uri="{FF2B5EF4-FFF2-40B4-BE49-F238E27FC236}">
                      <a16:creationId xmlns:a16="http://schemas.microsoft.com/office/drawing/2014/main" id="{C167DAC8-FAE0-47EB-8BEB-B7FCA566F911}"/>
                    </a:ext>
                  </a:extLst>
                </p:cNvPr>
                <p:cNvSpPr>
                  <a:spLocks noChangeArrowheads="1"/>
                </p:cNvSpPr>
                <p:nvPr/>
              </p:nvSpPr>
              <p:spPr bwMode="auto">
                <a:xfrm>
                  <a:off x="1588" y="748"/>
                  <a:ext cx="8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6" name="Group 22">
                <a:extLst>
                  <a:ext uri="{FF2B5EF4-FFF2-40B4-BE49-F238E27FC236}">
                    <a16:creationId xmlns:a16="http://schemas.microsoft.com/office/drawing/2014/main" id="{0FF81A18-81D4-E128-01FE-87E9A15A4E27}"/>
                  </a:ext>
                </a:extLst>
              </p:cNvPr>
              <p:cNvGrpSpPr>
                <a:grpSpLocks/>
              </p:cNvGrpSpPr>
              <p:nvPr/>
            </p:nvGrpSpPr>
            <p:grpSpPr bwMode="auto">
              <a:xfrm>
                <a:off x="0" y="1151"/>
                <a:ext cx="666" cy="403"/>
                <a:chOff x="0" y="1151"/>
                <a:chExt cx="666" cy="403"/>
              </a:xfrm>
            </p:grpSpPr>
            <p:sp>
              <p:nvSpPr>
                <p:cNvPr id="231479" name="Rectangle 23">
                  <a:extLst>
                    <a:ext uri="{FF2B5EF4-FFF2-40B4-BE49-F238E27FC236}">
                      <a16:creationId xmlns:a16="http://schemas.microsoft.com/office/drawing/2014/main" id="{5D2072B8-EB1B-6571-37D4-3AF17F831FFA}"/>
                    </a:ext>
                  </a:extLst>
                </p:cNvPr>
                <p:cNvSpPr>
                  <a:spLocks noChangeArrowheads="1"/>
                </p:cNvSpPr>
                <p:nvPr/>
              </p:nvSpPr>
              <p:spPr bwMode="auto">
                <a:xfrm>
                  <a:off x="43" y="1151"/>
                  <a:ext cx="58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  ]</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80" name="Rectangle 24">
                  <a:extLst>
                    <a:ext uri="{FF2B5EF4-FFF2-40B4-BE49-F238E27FC236}">
                      <a16:creationId xmlns:a16="http://schemas.microsoft.com/office/drawing/2014/main" id="{4AB778DB-E503-9ECF-1FA8-0FA166CF0D50}"/>
                    </a:ext>
                  </a:extLst>
                </p:cNvPr>
                <p:cNvSpPr>
                  <a:spLocks noChangeArrowheads="1"/>
                </p:cNvSpPr>
                <p:nvPr/>
              </p:nvSpPr>
              <p:spPr bwMode="auto">
                <a:xfrm>
                  <a:off x="0" y="1151"/>
                  <a:ext cx="66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7" name="Group 25">
                <a:extLst>
                  <a:ext uri="{FF2B5EF4-FFF2-40B4-BE49-F238E27FC236}">
                    <a16:creationId xmlns:a16="http://schemas.microsoft.com/office/drawing/2014/main" id="{3C671635-000E-6B00-F044-AA9899F3FDEB}"/>
                  </a:ext>
                </a:extLst>
              </p:cNvPr>
              <p:cNvGrpSpPr>
                <a:grpSpLocks/>
              </p:cNvGrpSpPr>
              <p:nvPr/>
            </p:nvGrpSpPr>
            <p:grpSpPr bwMode="auto">
              <a:xfrm>
                <a:off x="666" y="1151"/>
                <a:ext cx="922" cy="403"/>
                <a:chOff x="666" y="1151"/>
                <a:chExt cx="922" cy="403"/>
              </a:xfrm>
            </p:grpSpPr>
            <p:sp>
              <p:nvSpPr>
                <p:cNvPr id="231477" name="Rectangle 26">
                  <a:extLst>
                    <a:ext uri="{FF2B5EF4-FFF2-40B4-BE49-F238E27FC236}">
                      <a16:creationId xmlns:a16="http://schemas.microsoft.com/office/drawing/2014/main" id="{424339AF-0FF0-D9AE-8FED-4607A3BA2930}"/>
                    </a:ext>
                  </a:extLst>
                </p:cNvPr>
                <p:cNvSpPr>
                  <a:spLocks noChangeArrowheads="1"/>
                </p:cNvSpPr>
                <p:nvPr/>
              </p:nvSpPr>
              <p:spPr bwMode="auto">
                <a:xfrm>
                  <a:off x="709" y="1151"/>
                  <a:ext cx="8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字符类括号</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78" name="Rectangle 27">
                  <a:extLst>
                    <a:ext uri="{FF2B5EF4-FFF2-40B4-BE49-F238E27FC236}">
                      <a16:creationId xmlns:a16="http://schemas.microsoft.com/office/drawing/2014/main" id="{FBDBF669-537E-F4CD-7F4D-61EA562459D4}"/>
                    </a:ext>
                  </a:extLst>
                </p:cNvPr>
                <p:cNvSpPr>
                  <a:spLocks noChangeArrowheads="1"/>
                </p:cNvSpPr>
                <p:nvPr/>
              </p:nvSpPr>
              <p:spPr bwMode="auto">
                <a:xfrm>
                  <a:off x="666" y="1151"/>
                  <a:ext cx="92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8" name="Group 28">
                <a:extLst>
                  <a:ext uri="{FF2B5EF4-FFF2-40B4-BE49-F238E27FC236}">
                    <a16:creationId xmlns:a16="http://schemas.microsoft.com/office/drawing/2014/main" id="{2ED7C7F2-8F63-0EF9-2735-6BEAF8AE743B}"/>
                  </a:ext>
                </a:extLst>
              </p:cNvPr>
              <p:cNvGrpSpPr>
                <a:grpSpLocks/>
              </p:cNvGrpSpPr>
              <p:nvPr/>
            </p:nvGrpSpPr>
            <p:grpSpPr bwMode="auto">
              <a:xfrm>
                <a:off x="1588" y="1151"/>
                <a:ext cx="872" cy="403"/>
                <a:chOff x="1588" y="1151"/>
                <a:chExt cx="872" cy="403"/>
              </a:xfrm>
            </p:grpSpPr>
            <p:sp>
              <p:nvSpPr>
                <p:cNvPr id="231475" name="Rectangle 29">
                  <a:extLst>
                    <a:ext uri="{FF2B5EF4-FFF2-40B4-BE49-F238E27FC236}">
                      <a16:creationId xmlns:a16="http://schemas.microsoft.com/office/drawing/2014/main" id="{C0FD7451-25AA-90C7-401F-8A9F77FE1933}"/>
                    </a:ext>
                  </a:extLst>
                </p:cNvPr>
                <p:cNvSpPr>
                  <a:spLocks noChangeArrowheads="1"/>
                </p:cNvSpPr>
                <p:nvPr/>
              </p:nvSpPr>
              <p:spPr bwMode="auto">
                <a:xfrm>
                  <a:off x="1631" y="1151"/>
                  <a:ext cx="7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2</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76" name="Rectangle 30">
                  <a:extLst>
                    <a:ext uri="{FF2B5EF4-FFF2-40B4-BE49-F238E27FC236}">
                      <a16:creationId xmlns:a16="http://schemas.microsoft.com/office/drawing/2014/main" id="{3E4FD7FD-C3E1-4042-136F-EAC1E31E20A4}"/>
                    </a:ext>
                  </a:extLst>
                </p:cNvPr>
                <p:cNvSpPr>
                  <a:spLocks noChangeArrowheads="1"/>
                </p:cNvSpPr>
                <p:nvPr/>
              </p:nvSpPr>
              <p:spPr bwMode="auto">
                <a:xfrm>
                  <a:off x="1588" y="1151"/>
                  <a:ext cx="8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39" name="Group 31">
                <a:extLst>
                  <a:ext uri="{FF2B5EF4-FFF2-40B4-BE49-F238E27FC236}">
                    <a16:creationId xmlns:a16="http://schemas.microsoft.com/office/drawing/2014/main" id="{FF677CCD-6C9D-9EBF-A006-8FA4106A696F}"/>
                  </a:ext>
                </a:extLst>
              </p:cNvPr>
              <p:cNvGrpSpPr>
                <a:grpSpLocks/>
              </p:cNvGrpSpPr>
              <p:nvPr/>
            </p:nvGrpSpPr>
            <p:grpSpPr bwMode="auto">
              <a:xfrm>
                <a:off x="0" y="1554"/>
                <a:ext cx="666" cy="384"/>
                <a:chOff x="0" y="1554"/>
                <a:chExt cx="666" cy="384"/>
              </a:xfrm>
            </p:grpSpPr>
            <p:sp>
              <p:nvSpPr>
                <p:cNvPr id="231473" name="Rectangle 32">
                  <a:extLst>
                    <a:ext uri="{FF2B5EF4-FFF2-40B4-BE49-F238E27FC236}">
                      <a16:creationId xmlns:a16="http://schemas.microsoft.com/office/drawing/2014/main" id="{12F30391-A51C-2CD6-C0A4-89F710360625}"/>
                    </a:ext>
                  </a:extLst>
                </p:cNvPr>
                <p:cNvSpPr>
                  <a:spLocks noChangeArrowheads="1"/>
                </p:cNvSpPr>
                <p:nvPr/>
              </p:nvSpPr>
              <p:spPr bwMode="auto">
                <a:xfrm>
                  <a:off x="43" y="1554"/>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  </a:t>
                  </a:r>
                  <a:r>
                    <a:rPr kumimoji="1" lang="en-US" altLang="zh-CN" sz="2400" b="1">
                      <a:solidFill>
                        <a:srgbClr val="2F2F2F"/>
                      </a:solidFill>
                      <a:latin typeface="楷体_GB2312"/>
                      <a:ea typeface="楷体_GB2312"/>
                      <a:cs typeface="楷体_GB2312"/>
                    </a:rPr>
                    <a:t>+  ?</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74" name="Rectangle 33">
                  <a:extLst>
                    <a:ext uri="{FF2B5EF4-FFF2-40B4-BE49-F238E27FC236}">
                      <a16:creationId xmlns:a16="http://schemas.microsoft.com/office/drawing/2014/main" id="{C0C5C122-0711-E2D3-1F93-B2A184BA02CE}"/>
                    </a:ext>
                  </a:extLst>
                </p:cNvPr>
                <p:cNvSpPr>
                  <a:spLocks noChangeArrowheads="1"/>
                </p:cNvSpPr>
                <p:nvPr/>
              </p:nvSpPr>
              <p:spPr bwMode="auto">
                <a:xfrm>
                  <a:off x="0" y="1554"/>
                  <a:ext cx="66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0" name="Group 34">
                <a:extLst>
                  <a:ext uri="{FF2B5EF4-FFF2-40B4-BE49-F238E27FC236}">
                    <a16:creationId xmlns:a16="http://schemas.microsoft.com/office/drawing/2014/main" id="{BE2087A8-3905-16D0-6729-465056754C97}"/>
                  </a:ext>
                </a:extLst>
              </p:cNvPr>
              <p:cNvGrpSpPr>
                <a:grpSpLocks/>
              </p:cNvGrpSpPr>
              <p:nvPr/>
            </p:nvGrpSpPr>
            <p:grpSpPr bwMode="auto">
              <a:xfrm>
                <a:off x="666" y="1554"/>
                <a:ext cx="922" cy="384"/>
                <a:chOff x="666" y="1554"/>
                <a:chExt cx="922" cy="384"/>
              </a:xfrm>
            </p:grpSpPr>
            <p:sp>
              <p:nvSpPr>
                <p:cNvPr id="231471" name="Rectangle 35">
                  <a:extLst>
                    <a:ext uri="{FF2B5EF4-FFF2-40B4-BE49-F238E27FC236}">
                      <a16:creationId xmlns:a16="http://schemas.microsoft.com/office/drawing/2014/main" id="{4E7B066D-9440-20BD-3225-ECF5002DC992}"/>
                    </a:ext>
                  </a:extLst>
                </p:cNvPr>
                <p:cNvSpPr>
                  <a:spLocks noChangeArrowheads="1"/>
                </p:cNvSpPr>
                <p:nvPr/>
              </p:nvSpPr>
              <p:spPr bwMode="auto">
                <a:xfrm>
                  <a:off x="709" y="1554"/>
                  <a:ext cx="8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闭包运算符</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72" name="Rectangle 36">
                  <a:extLst>
                    <a:ext uri="{FF2B5EF4-FFF2-40B4-BE49-F238E27FC236}">
                      <a16:creationId xmlns:a16="http://schemas.microsoft.com/office/drawing/2014/main" id="{3187DD00-2E9F-49AF-3F25-A9A585244C71}"/>
                    </a:ext>
                  </a:extLst>
                </p:cNvPr>
                <p:cNvSpPr>
                  <a:spLocks noChangeArrowheads="1"/>
                </p:cNvSpPr>
                <p:nvPr/>
              </p:nvSpPr>
              <p:spPr bwMode="auto">
                <a:xfrm>
                  <a:off x="666" y="1554"/>
                  <a:ext cx="9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1" name="Group 37">
                <a:extLst>
                  <a:ext uri="{FF2B5EF4-FFF2-40B4-BE49-F238E27FC236}">
                    <a16:creationId xmlns:a16="http://schemas.microsoft.com/office/drawing/2014/main" id="{12AC0ABB-09BB-FD74-B3C3-16F7CBE68566}"/>
                  </a:ext>
                </a:extLst>
              </p:cNvPr>
              <p:cNvGrpSpPr>
                <a:grpSpLocks/>
              </p:cNvGrpSpPr>
              <p:nvPr/>
            </p:nvGrpSpPr>
            <p:grpSpPr bwMode="auto">
              <a:xfrm>
                <a:off x="1588" y="1554"/>
                <a:ext cx="872" cy="384"/>
                <a:chOff x="1588" y="1554"/>
                <a:chExt cx="872" cy="384"/>
              </a:xfrm>
            </p:grpSpPr>
            <p:sp>
              <p:nvSpPr>
                <p:cNvPr id="231469" name="Rectangle 38">
                  <a:extLst>
                    <a:ext uri="{FF2B5EF4-FFF2-40B4-BE49-F238E27FC236}">
                      <a16:creationId xmlns:a16="http://schemas.microsoft.com/office/drawing/2014/main" id="{BF307871-AD95-4279-CD7E-1536412F6070}"/>
                    </a:ext>
                  </a:extLst>
                </p:cNvPr>
                <p:cNvSpPr>
                  <a:spLocks noChangeArrowheads="1"/>
                </p:cNvSpPr>
                <p:nvPr/>
              </p:nvSpPr>
              <p:spPr bwMode="auto">
                <a:xfrm>
                  <a:off x="1631" y="1554"/>
                  <a:ext cx="7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3</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70" name="Rectangle 39">
                  <a:extLst>
                    <a:ext uri="{FF2B5EF4-FFF2-40B4-BE49-F238E27FC236}">
                      <a16:creationId xmlns:a16="http://schemas.microsoft.com/office/drawing/2014/main" id="{C32B4544-2792-0B4B-2801-505A09BC23C0}"/>
                    </a:ext>
                  </a:extLst>
                </p:cNvPr>
                <p:cNvSpPr>
                  <a:spLocks noChangeArrowheads="1"/>
                </p:cNvSpPr>
                <p:nvPr/>
              </p:nvSpPr>
              <p:spPr bwMode="auto">
                <a:xfrm>
                  <a:off x="1588" y="1554"/>
                  <a:ext cx="8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2" name="Group 40">
                <a:extLst>
                  <a:ext uri="{FF2B5EF4-FFF2-40B4-BE49-F238E27FC236}">
                    <a16:creationId xmlns:a16="http://schemas.microsoft.com/office/drawing/2014/main" id="{1FA01DFA-90D6-FA83-D3ED-EE90B3D25821}"/>
                  </a:ext>
                </a:extLst>
              </p:cNvPr>
              <p:cNvGrpSpPr>
                <a:grpSpLocks/>
              </p:cNvGrpSpPr>
              <p:nvPr/>
            </p:nvGrpSpPr>
            <p:grpSpPr bwMode="auto">
              <a:xfrm>
                <a:off x="0" y="1938"/>
                <a:ext cx="666" cy="374"/>
                <a:chOff x="0" y="1938"/>
                <a:chExt cx="666" cy="374"/>
              </a:xfrm>
            </p:grpSpPr>
            <p:sp>
              <p:nvSpPr>
                <p:cNvPr id="231467" name="Rectangle 41">
                  <a:extLst>
                    <a:ext uri="{FF2B5EF4-FFF2-40B4-BE49-F238E27FC236}">
                      <a16:creationId xmlns:a16="http://schemas.microsoft.com/office/drawing/2014/main" id="{731C286D-1C18-64F0-DFA8-C668C2102692}"/>
                    </a:ext>
                  </a:extLst>
                </p:cNvPr>
                <p:cNvSpPr>
                  <a:spLocks noChangeArrowheads="1"/>
                </p:cNvSpPr>
                <p:nvPr/>
              </p:nvSpPr>
              <p:spPr bwMode="auto">
                <a:xfrm>
                  <a:off x="43" y="1938"/>
                  <a:ext cx="580"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cc</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68" name="Rectangle 42">
                  <a:extLst>
                    <a:ext uri="{FF2B5EF4-FFF2-40B4-BE49-F238E27FC236}">
                      <a16:creationId xmlns:a16="http://schemas.microsoft.com/office/drawing/2014/main" id="{C4BC6DE4-E822-B7AD-E3A6-5BCD64532415}"/>
                    </a:ext>
                  </a:extLst>
                </p:cNvPr>
                <p:cNvSpPr>
                  <a:spLocks noChangeArrowheads="1"/>
                </p:cNvSpPr>
                <p:nvPr/>
              </p:nvSpPr>
              <p:spPr bwMode="auto">
                <a:xfrm>
                  <a:off x="0" y="1938"/>
                  <a:ext cx="666"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3" name="Group 43">
                <a:extLst>
                  <a:ext uri="{FF2B5EF4-FFF2-40B4-BE49-F238E27FC236}">
                    <a16:creationId xmlns:a16="http://schemas.microsoft.com/office/drawing/2014/main" id="{0173D922-A75A-644B-ED34-C3B7336DBDB9}"/>
                  </a:ext>
                </a:extLst>
              </p:cNvPr>
              <p:cNvGrpSpPr>
                <a:grpSpLocks/>
              </p:cNvGrpSpPr>
              <p:nvPr/>
            </p:nvGrpSpPr>
            <p:grpSpPr bwMode="auto">
              <a:xfrm>
                <a:off x="666" y="1938"/>
                <a:ext cx="922" cy="374"/>
                <a:chOff x="666" y="1938"/>
                <a:chExt cx="922" cy="374"/>
              </a:xfrm>
            </p:grpSpPr>
            <p:sp>
              <p:nvSpPr>
                <p:cNvPr id="231465" name="Rectangle 44">
                  <a:extLst>
                    <a:ext uri="{FF2B5EF4-FFF2-40B4-BE49-F238E27FC236}">
                      <a16:creationId xmlns:a16="http://schemas.microsoft.com/office/drawing/2014/main" id="{08FADF09-DB81-DDE7-8398-3EEE2ED735CA}"/>
                    </a:ext>
                  </a:extLst>
                </p:cNvPr>
                <p:cNvSpPr>
                  <a:spLocks noChangeArrowheads="1"/>
                </p:cNvSpPr>
                <p:nvPr/>
              </p:nvSpPr>
              <p:spPr bwMode="auto">
                <a:xfrm>
                  <a:off x="709" y="1938"/>
                  <a:ext cx="83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连接运算符</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66" name="Rectangle 45">
                  <a:extLst>
                    <a:ext uri="{FF2B5EF4-FFF2-40B4-BE49-F238E27FC236}">
                      <a16:creationId xmlns:a16="http://schemas.microsoft.com/office/drawing/2014/main" id="{C1DE9A26-BA6E-0B9D-DF8A-431B92C68F4D}"/>
                    </a:ext>
                  </a:extLst>
                </p:cNvPr>
                <p:cNvSpPr>
                  <a:spLocks noChangeArrowheads="1"/>
                </p:cNvSpPr>
                <p:nvPr/>
              </p:nvSpPr>
              <p:spPr bwMode="auto">
                <a:xfrm>
                  <a:off x="666" y="1938"/>
                  <a:ext cx="92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4" name="Group 46">
                <a:extLst>
                  <a:ext uri="{FF2B5EF4-FFF2-40B4-BE49-F238E27FC236}">
                    <a16:creationId xmlns:a16="http://schemas.microsoft.com/office/drawing/2014/main" id="{13E05776-1443-E823-7FDF-7B574A0FBABC}"/>
                  </a:ext>
                </a:extLst>
              </p:cNvPr>
              <p:cNvGrpSpPr>
                <a:grpSpLocks/>
              </p:cNvGrpSpPr>
              <p:nvPr/>
            </p:nvGrpSpPr>
            <p:grpSpPr bwMode="auto">
              <a:xfrm>
                <a:off x="1588" y="1938"/>
                <a:ext cx="872" cy="374"/>
                <a:chOff x="1588" y="1938"/>
                <a:chExt cx="872" cy="374"/>
              </a:xfrm>
            </p:grpSpPr>
            <p:sp>
              <p:nvSpPr>
                <p:cNvPr id="231463" name="Rectangle 47">
                  <a:extLst>
                    <a:ext uri="{FF2B5EF4-FFF2-40B4-BE49-F238E27FC236}">
                      <a16:creationId xmlns:a16="http://schemas.microsoft.com/office/drawing/2014/main" id="{0DC88DAE-2B3C-A2DB-D96C-A015DBDB8A85}"/>
                    </a:ext>
                  </a:extLst>
                </p:cNvPr>
                <p:cNvSpPr>
                  <a:spLocks noChangeArrowheads="1"/>
                </p:cNvSpPr>
                <p:nvPr/>
              </p:nvSpPr>
              <p:spPr bwMode="auto">
                <a:xfrm>
                  <a:off x="1631" y="1938"/>
                  <a:ext cx="78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4</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64" name="Rectangle 48">
                  <a:extLst>
                    <a:ext uri="{FF2B5EF4-FFF2-40B4-BE49-F238E27FC236}">
                      <a16:creationId xmlns:a16="http://schemas.microsoft.com/office/drawing/2014/main" id="{A03538CE-4E9A-6CB1-1620-08DF9B2BC8A7}"/>
                    </a:ext>
                  </a:extLst>
                </p:cNvPr>
                <p:cNvSpPr>
                  <a:spLocks noChangeArrowheads="1"/>
                </p:cNvSpPr>
                <p:nvPr/>
              </p:nvSpPr>
              <p:spPr bwMode="auto">
                <a:xfrm>
                  <a:off x="1588" y="1938"/>
                  <a:ext cx="87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5" name="Group 49">
                <a:extLst>
                  <a:ext uri="{FF2B5EF4-FFF2-40B4-BE49-F238E27FC236}">
                    <a16:creationId xmlns:a16="http://schemas.microsoft.com/office/drawing/2014/main" id="{70DE78C9-04ED-EAC1-DC40-B9346BDC405F}"/>
                  </a:ext>
                </a:extLst>
              </p:cNvPr>
              <p:cNvGrpSpPr>
                <a:grpSpLocks/>
              </p:cNvGrpSpPr>
              <p:nvPr/>
            </p:nvGrpSpPr>
            <p:grpSpPr bwMode="auto">
              <a:xfrm>
                <a:off x="0" y="2312"/>
                <a:ext cx="666" cy="374"/>
                <a:chOff x="0" y="2312"/>
                <a:chExt cx="666" cy="374"/>
              </a:xfrm>
            </p:grpSpPr>
            <p:sp>
              <p:nvSpPr>
                <p:cNvPr id="231461" name="Rectangle 50">
                  <a:extLst>
                    <a:ext uri="{FF2B5EF4-FFF2-40B4-BE49-F238E27FC236}">
                      <a16:creationId xmlns:a16="http://schemas.microsoft.com/office/drawing/2014/main" id="{832D63BC-8129-C724-2E10-B262FE2515DF}"/>
                    </a:ext>
                  </a:extLst>
                </p:cNvPr>
                <p:cNvSpPr>
                  <a:spLocks noChangeArrowheads="1"/>
                </p:cNvSpPr>
                <p:nvPr/>
              </p:nvSpPr>
              <p:spPr bwMode="auto">
                <a:xfrm>
                  <a:off x="43" y="2312"/>
                  <a:ext cx="580"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62" name="Rectangle 51">
                  <a:extLst>
                    <a:ext uri="{FF2B5EF4-FFF2-40B4-BE49-F238E27FC236}">
                      <a16:creationId xmlns:a16="http://schemas.microsoft.com/office/drawing/2014/main" id="{D9E949F8-BA33-4B6C-DB71-8EEC17CF4004}"/>
                    </a:ext>
                  </a:extLst>
                </p:cNvPr>
                <p:cNvSpPr>
                  <a:spLocks noChangeArrowheads="1"/>
                </p:cNvSpPr>
                <p:nvPr/>
              </p:nvSpPr>
              <p:spPr bwMode="auto">
                <a:xfrm>
                  <a:off x="0" y="2312"/>
                  <a:ext cx="666"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6" name="Group 52">
                <a:extLst>
                  <a:ext uri="{FF2B5EF4-FFF2-40B4-BE49-F238E27FC236}">
                    <a16:creationId xmlns:a16="http://schemas.microsoft.com/office/drawing/2014/main" id="{57B5F858-ADFB-B976-B793-38406F1435B8}"/>
                  </a:ext>
                </a:extLst>
              </p:cNvPr>
              <p:cNvGrpSpPr>
                <a:grpSpLocks/>
              </p:cNvGrpSpPr>
              <p:nvPr/>
            </p:nvGrpSpPr>
            <p:grpSpPr bwMode="auto">
              <a:xfrm>
                <a:off x="666" y="2312"/>
                <a:ext cx="922" cy="374"/>
                <a:chOff x="666" y="2312"/>
                <a:chExt cx="922" cy="374"/>
              </a:xfrm>
            </p:grpSpPr>
            <p:sp>
              <p:nvSpPr>
                <p:cNvPr id="231459" name="Rectangle 53">
                  <a:extLst>
                    <a:ext uri="{FF2B5EF4-FFF2-40B4-BE49-F238E27FC236}">
                      <a16:creationId xmlns:a16="http://schemas.microsoft.com/office/drawing/2014/main" id="{0F539253-8F81-794D-2F5E-E757DB5A3D45}"/>
                    </a:ext>
                  </a:extLst>
                </p:cNvPr>
                <p:cNvSpPr>
                  <a:spLocks noChangeArrowheads="1"/>
                </p:cNvSpPr>
                <p:nvPr/>
              </p:nvSpPr>
              <p:spPr bwMode="auto">
                <a:xfrm>
                  <a:off x="709" y="2312"/>
                  <a:ext cx="83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或运算符</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60" name="Rectangle 54">
                  <a:extLst>
                    <a:ext uri="{FF2B5EF4-FFF2-40B4-BE49-F238E27FC236}">
                      <a16:creationId xmlns:a16="http://schemas.microsoft.com/office/drawing/2014/main" id="{4EF5FB70-D0A4-71A4-AB6D-A720C940351F}"/>
                    </a:ext>
                  </a:extLst>
                </p:cNvPr>
                <p:cNvSpPr>
                  <a:spLocks noChangeArrowheads="1"/>
                </p:cNvSpPr>
                <p:nvPr/>
              </p:nvSpPr>
              <p:spPr bwMode="auto">
                <a:xfrm>
                  <a:off x="666" y="2312"/>
                  <a:ext cx="92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7" name="Group 55">
                <a:extLst>
                  <a:ext uri="{FF2B5EF4-FFF2-40B4-BE49-F238E27FC236}">
                    <a16:creationId xmlns:a16="http://schemas.microsoft.com/office/drawing/2014/main" id="{E2653394-7D18-E1E7-01F6-E777B003BA63}"/>
                  </a:ext>
                </a:extLst>
              </p:cNvPr>
              <p:cNvGrpSpPr>
                <a:grpSpLocks/>
              </p:cNvGrpSpPr>
              <p:nvPr/>
            </p:nvGrpSpPr>
            <p:grpSpPr bwMode="auto">
              <a:xfrm>
                <a:off x="1588" y="2312"/>
                <a:ext cx="872" cy="374"/>
                <a:chOff x="1588" y="2312"/>
                <a:chExt cx="872" cy="374"/>
              </a:xfrm>
            </p:grpSpPr>
            <p:sp>
              <p:nvSpPr>
                <p:cNvPr id="231457" name="Rectangle 56">
                  <a:extLst>
                    <a:ext uri="{FF2B5EF4-FFF2-40B4-BE49-F238E27FC236}">
                      <a16:creationId xmlns:a16="http://schemas.microsoft.com/office/drawing/2014/main" id="{29C7EDD5-F832-D9EA-1783-F00DB245199A}"/>
                    </a:ext>
                  </a:extLst>
                </p:cNvPr>
                <p:cNvSpPr>
                  <a:spLocks noChangeArrowheads="1"/>
                </p:cNvSpPr>
                <p:nvPr/>
              </p:nvSpPr>
              <p:spPr bwMode="auto">
                <a:xfrm>
                  <a:off x="1631" y="2312"/>
                  <a:ext cx="78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5</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58" name="Rectangle 57">
                  <a:extLst>
                    <a:ext uri="{FF2B5EF4-FFF2-40B4-BE49-F238E27FC236}">
                      <a16:creationId xmlns:a16="http://schemas.microsoft.com/office/drawing/2014/main" id="{88F88294-F79B-73F8-B6B5-E24BA77AA45B}"/>
                    </a:ext>
                  </a:extLst>
                </p:cNvPr>
                <p:cNvSpPr>
                  <a:spLocks noChangeArrowheads="1"/>
                </p:cNvSpPr>
                <p:nvPr/>
              </p:nvSpPr>
              <p:spPr bwMode="auto">
                <a:xfrm>
                  <a:off x="1588" y="2312"/>
                  <a:ext cx="872"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8" name="Group 58">
                <a:extLst>
                  <a:ext uri="{FF2B5EF4-FFF2-40B4-BE49-F238E27FC236}">
                    <a16:creationId xmlns:a16="http://schemas.microsoft.com/office/drawing/2014/main" id="{D75D5800-68A2-270A-22E9-7AB24D430906}"/>
                  </a:ext>
                </a:extLst>
              </p:cNvPr>
              <p:cNvGrpSpPr>
                <a:grpSpLocks/>
              </p:cNvGrpSpPr>
              <p:nvPr/>
            </p:nvGrpSpPr>
            <p:grpSpPr bwMode="auto">
              <a:xfrm>
                <a:off x="0" y="2686"/>
                <a:ext cx="666" cy="403"/>
                <a:chOff x="0" y="2686"/>
                <a:chExt cx="666" cy="403"/>
              </a:xfrm>
            </p:grpSpPr>
            <p:sp>
              <p:nvSpPr>
                <p:cNvPr id="231455" name="Rectangle 59">
                  <a:extLst>
                    <a:ext uri="{FF2B5EF4-FFF2-40B4-BE49-F238E27FC236}">
                      <a16:creationId xmlns:a16="http://schemas.microsoft.com/office/drawing/2014/main" id="{FFF1657C-AC77-9DA8-FEDC-6874893A949E}"/>
                    </a:ext>
                  </a:extLst>
                </p:cNvPr>
                <p:cNvSpPr>
                  <a:spLocks noChangeArrowheads="1"/>
                </p:cNvSpPr>
                <p:nvPr/>
              </p:nvSpPr>
              <p:spPr bwMode="auto">
                <a:xfrm>
                  <a:off x="43" y="2686"/>
                  <a:ext cx="58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  ?</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56" name="Rectangle 60">
                  <a:extLst>
                    <a:ext uri="{FF2B5EF4-FFF2-40B4-BE49-F238E27FC236}">
                      <a16:creationId xmlns:a16="http://schemas.microsoft.com/office/drawing/2014/main" id="{EAFFF556-17E8-6E5A-16F4-F831F6F31EFE}"/>
                    </a:ext>
                  </a:extLst>
                </p:cNvPr>
                <p:cNvSpPr>
                  <a:spLocks noChangeArrowheads="1"/>
                </p:cNvSpPr>
                <p:nvPr/>
              </p:nvSpPr>
              <p:spPr bwMode="auto">
                <a:xfrm>
                  <a:off x="0" y="2686"/>
                  <a:ext cx="66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49" name="Group 61">
                <a:extLst>
                  <a:ext uri="{FF2B5EF4-FFF2-40B4-BE49-F238E27FC236}">
                    <a16:creationId xmlns:a16="http://schemas.microsoft.com/office/drawing/2014/main" id="{4FA642E5-696B-426E-2B5E-939B54219F19}"/>
                  </a:ext>
                </a:extLst>
              </p:cNvPr>
              <p:cNvGrpSpPr>
                <a:grpSpLocks/>
              </p:cNvGrpSpPr>
              <p:nvPr/>
            </p:nvGrpSpPr>
            <p:grpSpPr bwMode="auto">
              <a:xfrm>
                <a:off x="666" y="2686"/>
                <a:ext cx="922" cy="403"/>
                <a:chOff x="666" y="2686"/>
                <a:chExt cx="922" cy="403"/>
              </a:xfrm>
            </p:grpSpPr>
            <p:sp>
              <p:nvSpPr>
                <p:cNvPr id="231453" name="Rectangle 62">
                  <a:extLst>
                    <a:ext uri="{FF2B5EF4-FFF2-40B4-BE49-F238E27FC236}">
                      <a16:creationId xmlns:a16="http://schemas.microsoft.com/office/drawing/2014/main" id="{B43EBA6C-65C1-98A4-D3F9-BC68E34BF6EB}"/>
                    </a:ext>
                  </a:extLst>
                </p:cNvPr>
                <p:cNvSpPr>
                  <a:spLocks noChangeArrowheads="1"/>
                </p:cNvSpPr>
                <p:nvPr/>
              </p:nvSpPr>
              <p:spPr bwMode="auto">
                <a:xfrm>
                  <a:off x="709" y="2686"/>
                  <a:ext cx="8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指定行首和行末</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54" name="Rectangle 63">
                  <a:extLst>
                    <a:ext uri="{FF2B5EF4-FFF2-40B4-BE49-F238E27FC236}">
                      <a16:creationId xmlns:a16="http://schemas.microsoft.com/office/drawing/2014/main" id="{11FBC6CB-A4B0-D939-0E2D-2FB54775066C}"/>
                    </a:ext>
                  </a:extLst>
                </p:cNvPr>
                <p:cNvSpPr>
                  <a:spLocks noChangeArrowheads="1"/>
                </p:cNvSpPr>
                <p:nvPr/>
              </p:nvSpPr>
              <p:spPr bwMode="auto">
                <a:xfrm>
                  <a:off x="666" y="2686"/>
                  <a:ext cx="92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1450" name="Group 64">
                <a:extLst>
                  <a:ext uri="{FF2B5EF4-FFF2-40B4-BE49-F238E27FC236}">
                    <a16:creationId xmlns:a16="http://schemas.microsoft.com/office/drawing/2014/main" id="{B51D443D-36F8-AB32-54A2-81F3CD8C1026}"/>
                  </a:ext>
                </a:extLst>
              </p:cNvPr>
              <p:cNvGrpSpPr>
                <a:grpSpLocks/>
              </p:cNvGrpSpPr>
              <p:nvPr/>
            </p:nvGrpSpPr>
            <p:grpSpPr bwMode="auto">
              <a:xfrm>
                <a:off x="1588" y="2686"/>
                <a:ext cx="872" cy="403"/>
                <a:chOff x="1588" y="2686"/>
                <a:chExt cx="872" cy="403"/>
              </a:xfrm>
            </p:grpSpPr>
            <p:sp>
              <p:nvSpPr>
                <p:cNvPr id="231451" name="Rectangle 65">
                  <a:extLst>
                    <a:ext uri="{FF2B5EF4-FFF2-40B4-BE49-F238E27FC236}">
                      <a16:creationId xmlns:a16="http://schemas.microsoft.com/office/drawing/2014/main" id="{24DB6B52-A179-92BB-E197-E95EE0CAF0E9}"/>
                    </a:ext>
                  </a:extLst>
                </p:cNvPr>
                <p:cNvSpPr>
                  <a:spLocks noChangeArrowheads="1"/>
                </p:cNvSpPr>
                <p:nvPr/>
              </p:nvSpPr>
              <p:spPr bwMode="auto">
                <a:xfrm>
                  <a:off x="1631" y="2686"/>
                  <a:ext cx="7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楷体_GB2312"/>
                      <a:ea typeface="楷体_GB2312"/>
                      <a:cs typeface="楷体_GB2312"/>
                    </a:rPr>
                    <a:t>6</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1452" name="Rectangle 66">
                  <a:extLst>
                    <a:ext uri="{FF2B5EF4-FFF2-40B4-BE49-F238E27FC236}">
                      <a16:creationId xmlns:a16="http://schemas.microsoft.com/office/drawing/2014/main" id="{5E5E8CCF-7B42-BA0E-7E17-7015E22EAC68}"/>
                    </a:ext>
                  </a:extLst>
                </p:cNvPr>
                <p:cNvSpPr>
                  <a:spLocks noChangeArrowheads="1"/>
                </p:cNvSpPr>
                <p:nvPr/>
              </p:nvSpPr>
              <p:spPr bwMode="auto">
                <a:xfrm>
                  <a:off x="1588" y="2686"/>
                  <a:ext cx="8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sp>
          <p:nvSpPr>
            <p:cNvPr id="231429" name="Rectangle 67">
              <a:extLst>
                <a:ext uri="{FF2B5EF4-FFF2-40B4-BE49-F238E27FC236}">
                  <a16:creationId xmlns:a16="http://schemas.microsoft.com/office/drawing/2014/main" id="{DD075196-B7BE-88CB-899D-FBDEA9155014}"/>
                </a:ext>
              </a:extLst>
            </p:cNvPr>
            <p:cNvSpPr>
              <a:spLocks noChangeArrowheads="1"/>
            </p:cNvSpPr>
            <p:nvPr/>
          </p:nvSpPr>
          <p:spPr bwMode="auto">
            <a:xfrm>
              <a:off x="-3" y="371"/>
              <a:ext cx="2466" cy="2721"/>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231427" name="Rectangle 68">
            <a:extLst>
              <a:ext uri="{FF2B5EF4-FFF2-40B4-BE49-F238E27FC236}">
                <a16:creationId xmlns:a16="http://schemas.microsoft.com/office/drawing/2014/main" id="{23A4D7E7-55CE-25FF-51D6-7AA3B9F38275}"/>
              </a:ext>
            </a:extLst>
          </p:cNvPr>
          <p:cNvSpPr>
            <a:spLocks noChangeArrowheads="1"/>
          </p:cNvSpPr>
          <p:nvPr/>
        </p:nvSpPr>
        <p:spPr bwMode="auto">
          <a:xfrm>
            <a:off x="1666875" y="285750"/>
            <a:ext cx="5715000" cy="609600"/>
          </a:xfrm>
          <a:prstGeom prst="rect">
            <a:avLst/>
          </a:prstGeom>
          <a:solidFill>
            <a:srgbClr val="EBF7FF"/>
          </a:solidFill>
          <a:ln w="9525">
            <a:solidFill>
              <a:srgbClr val="000000"/>
            </a:solidFill>
            <a:miter lim="800000"/>
            <a:headEnd/>
            <a:tailEnd/>
          </a:ln>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800" b="1">
                <a:solidFill>
                  <a:srgbClr val="FF0000"/>
                </a:solidFill>
                <a:latin typeface="楷体_GB2312"/>
                <a:ea typeface="楷体_GB2312"/>
                <a:cs typeface="楷体_GB2312"/>
              </a:rPr>
              <a:t>LEX</a:t>
            </a:r>
            <a:r>
              <a:rPr kumimoji="1" lang="zh-CN" altLang="en-US" sz="2800" b="1">
                <a:solidFill>
                  <a:srgbClr val="FF0000"/>
                </a:solidFill>
                <a:latin typeface="楷体_GB2312"/>
                <a:ea typeface="楷体_GB2312"/>
                <a:cs typeface="楷体_GB2312"/>
              </a:rPr>
              <a:t>正规式运算符优先级</a:t>
            </a:r>
          </a:p>
          <a:p>
            <a:pPr fontAlgn="base">
              <a:spcBef>
                <a:spcPct val="0"/>
              </a:spcBef>
              <a:spcAft>
                <a:spcPct val="0"/>
              </a:spcAft>
              <a:buClrTx/>
              <a:buSzTx/>
              <a:buNone/>
            </a:pPr>
            <a:endParaRPr kumimoji="1" lang="zh-CN" altLang="en-US" sz="2800" b="1">
              <a:solidFill>
                <a:srgbClr val="FF0000"/>
              </a:solidFill>
              <a:latin typeface="Times New Roman" panose="02020603050405020304" pitchFamily="18" charset="0"/>
              <a:ea typeface="楷体_GB2312"/>
              <a:cs typeface="楷体_GB231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33474" name="Group 2">
            <a:extLst>
              <a:ext uri="{FF2B5EF4-FFF2-40B4-BE49-F238E27FC236}">
                <a16:creationId xmlns:a16="http://schemas.microsoft.com/office/drawing/2014/main" id="{15B27108-2F31-CC2E-C634-41580B4263DA}"/>
              </a:ext>
            </a:extLst>
          </p:cNvPr>
          <p:cNvGrpSpPr>
            <a:grpSpLocks/>
          </p:cNvGrpSpPr>
          <p:nvPr/>
        </p:nvGrpSpPr>
        <p:grpSpPr bwMode="auto">
          <a:xfrm>
            <a:off x="1905000" y="609600"/>
            <a:ext cx="8382000" cy="5486400"/>
            <a:chOff x="-3" y="-3"/>
            <a:chExt cx="2741" cy="2336"/>
          </a:xfrm>
        </p:grpSpPr>
        <p:grpSp>
          <p:nvGrpSpPr>
            <p:cNvPr id="233476" name="Group 3">
              <a:extLst>
                <a:ext uri="{FF2B5EF4-FFF2-40B4-BE49-F238E27FC236}">
                  <a16:creationId xmlns:a16="http://schemas.microsoft.com/office/drawing/2014/main" id="{6A5C4752-A82E-7DAE-D67C-E5309D75E3FD}"/>
                </a:ext>
              </a:extLst>
            </p:cNvPr>
            <p:cNvGrpSpPr>
              <a:grpSpLocks/>
            </p:cNvGrpSpPr>
            <p:nvPr/>
          </p:nvGrpSpPr>
          <p:grpSpPr bwMode="auto">
            <a:xfrm>
              <a:off x="0" y="0"/>
              <a:ext cx="2735" cy="2330"/>
              <a:chOff x="0" y="0"/>
              <a:chExt cx="2735" cy="2330"/>
            </a:xfrm>
          </p:grpSpPr>
          <p:grpSp>
            <p:nvGrpSpPr>
              <p:cNvPr id="233478" name="Group 4">
                <a:extLst>
                  <a:ext uri="{FF2B5EF4-FFF2-40B4-BE49-F238E27FC236}">
                    <a16:creationId xmlns:a16="http://schemas.microsoft.com/office/drawing/2014/main" id="{8E67B7B0-C0EB-116A-896E-D092DC462064}"/>
                  </a:ext>
                </a:extLst>
              </p:cNvPr>
              <p:cNvGrpSpPr>
                <a:grpSpLocks/>
              </p:cNvGrpSpPr>
              <p:nvPr/>
            </p:nvGrpSpPr>
            <p:grpSpPr bwMode="auto">
              <a:xfrm>
                <a:off x="0" y="0"/>
                <a:ext cx="921" cy="374"/>
                <a:chOff x="0" y="0"/>
                <a:chExt cx="921" cy="374"/>
              </a:xfrm>
            </p:grpSpPr>
            <p:sp>
              <p:nvSpPr>
                <p:cNvPr id="233512" name="Rectangle 5">
                  <a:extLst>
                    <a:ext uri="{FF2B5EF4-FFF2-40B4-BE49-F238E27FC236}">
                      <a16:creationId xmlns:a16="http://schemas.microsoft.com/office/drawing/2014/main" id="{9097F8E9-DE0A-1B48-D227-46D868168F82}"/>
                    </a:ext>
                  </a:extLst>
                </p:cNvPr>
                <p:cNvSpPr>
                  <a:spLocks noChangeArrowheads="1"/>
                </p:cNvSpPr>
                <p:nvPr/>
              </p:nvSpPr>
              <p:spPr bwMode="auto">
                <a:xfrm>
                  <a:off x="43" y="0"/>
                  <a:ext cx="83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tabLst>
                      <a:tab pos="1257300" algn="l"/>
                    </a:tabLst>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tabLst>
                      <a:tab pos="1257300" algn="l"/>
                    </a:tabLst>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tabLst>
                      <a:tab pos="1257300" algn="l"/>
                    </a:tabLst>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1257300" algn="l"/>
                    </a:tabLst>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正规式</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513" name="Rectangle 6">
                  <a:extLst>
                    <a:ext uri="{FF2B5EF4-FFF2-40B4-BE49-F238E27FC236}">
                      <a16:creationId xmlns:a16="http://schemas.microsoft.com/office/drawing/2014/main" id="{CA78A03B-956E-56EC-4AF7-7B965D938471}"/>
                    </a:ext>
                  </a:extLst>
                </p:cNvPr>
                <p:cNvSpPr>
                  <a:spLocks noChangeArrowheads="1"/>
                </p:cNvSpPr>
                <p:nvPr/>
              </p:nvSpPr>
              <p:spPr bwMode="auto">
                <a:xfrm>
                  <a:off x="0" y="0"/>
                  <a:ext cx="921"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79" name="Group 7">
                <a:extLst>
                  <a:ext uri="{FF2B5EF4-FFF2-40B4-BE49-F238E27FC236}">
                    <a16:creationId xmlns:a16="http://schemas.microsoft.com/office/drawing/2014/main" id="{6020DA17-DAEF-8CEA-CA54-24667667B9B5}"/>
                  </a:ext>
                </a:extLst>
              </p:cNvPr>
              <p:cNvGrpSpPr>
                <a:grpSpLocks/>
              </p:cNvGrpSpPr>
              <p:nvPr/>
            </p:nvGrpSpPr>
            <p:grpSpPr bwMode="auto">
              <a:xfrm>
                <a:off x="921" y="0"/>
                <a:ext cx="1814" cy="374"/>
                <a:chOff x="921" y="0"/>
                <a:chExt cx="1814" cy="374"/>
              </a:xfrm>
            </p:grpSpPr>
            <p:sp>
              <p:nvSpPr>
                <p:cNvPr id="233510" name="Rectangle 8">
                  <a:extLst>
                    <a:ext uri="{FF2B5EF4-FFF2-40B4-BE49-F238E27FC236}">
                      <a16:creationId xmlns:a16="http://schemas.microsoft.com/office/drawing/2014/main" id="{152A0EAA-88B8-B87A-6A2C-F189C759E374}"/>
                    </a:ext>
                  </a:extLst>
                </p:cNvPr>
                <p:cNvSpPr>
                  <a:spLocks noChangeArrowheads="1"/>
                </p:cNvSpPr>
                <p:nvPr/>
              </p:nvSpPr>
              <p:spPr bwMode="auto">
                <a:xfrm>
                  <a:off x="964" y="0"/>
                  <a:ext cx="172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含义</a:t>
                  </a:r>
                </a:p>
                <a:p>
                  <a:pPr algn="ct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511" name="Rectangle 9">
                  <a:extLst>
                    <a:ext uri="{FF2B5EF4-FFF2-40B4-BE49-F238E27FC236}">
                      <a16:creationId xmlns:a16="http://schemas.microsoft.com/office/drawing/2014/main" id="{FC881DB2-085E-ACFE-AE32-572DFB306565}"/>
                    </a:ext>
                  </a:extLst>
                </p:cNvPr>
                <p:cNvSpPr>
                  <a:spLocks noChangeArrowheads="1"/>
                </p:cNvSpPr>
                <p:nvPr/>
              </p:nvSpPr>
              <p:spPr bwMode="auto">
                <a:xfrm>
                  <a:off x="921" y="0"/>
                  <a:ext cx="181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0" name="Group 10">
                <a:extLst>
                  <a:ext uri="{FF2B5EF4-FFF2-40B4-BE49-F238E27FC236}">
                    <a16:creationId xmlns:a16="http://schemas.microsoft.com/office/drawing/2014/main" id="{DA160730-E8C0-7C11-CB0B-3B2D1CA1CA5E}"/>
                  </a:ext>
                </a:extLst>
              </p:cNvPr>
              <p:cNvGrpSpPr>
                <a:grpSpLocks/>
              </p:cNvGrpSpPr>
              <p:nvPr/>
            </p:nvGrpSpPr>
            <p:grpSpPr bwMode="auto">
              <a:xfrm>
                <a:off x="0" y="374"/>
                <a:ext cx="921" cy="374"/>
                <a:chOff x="0" y="374"/>
                <a:chExt cx="921" cy="374"/>
              </a:xfrm>
            </p:grpSpPr>
            <p:sp>
              <p:nvSpPr>
                <p:cNvPr id="233508" name="Rectangle 11">
                  <a:extLst>
                    <a:ext uri="{FF2B5EF4-FFF2-40B4-BE49-F238E27FC236}">
                      <a16:creationId xmlns:a16="http://schemas.microsoft.com/office/drawing/2014/main" id="{78C46A59-F90B-6CF5-497C-48C8782D7928}"/>
                    </a:ext>
                  </a:extLst>
                </p:cNvPr>
                <p:cNvSpPr>
                  <a:spLocks noChangeArrowheads="1"/>
                </p:cNvSpPr>
                <p:nvPr/>
              </p:nvSpPr>
              <p:spPr bwMode="auto">
                <a:xfrm>
                  <a:off x="43" y="374"/>
                  <a:ext cx="83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000000"/>
                      </a:solidFill>
                      <a:latin typeface="楷体_GB2312"/>
                      <a:ea typeface="楷体_GB2312"/>
                      <a:cs typeface="楷体_GB2312"/>
                    </a:rPr>
                    <a:t>[a-zA-Z0-9_]</a:t>
                  </a:r>
                  <a:endParaRPr kumimoji="1" lang="en-US" altLang="zh-CN" sz="2400" b="1">
                    <a:solidFill>
                      <a:srgbClr val="2F2F2F"/>
                    </a:solidFill>
                    <a:latin typeface="楷体_GB2312"/>
                    <a:ea typeface="楷体_GB2312"/>
                    <a:cs typeface="楷体_GB2312"/>
                  </a:endParaRPr>
                </a:p>
                <a:p>
                  <a:pP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509" name="Rectangle 12">
                  <a:extLst>
                    <a:ext uri="{FF2B5EF4-FFF2-40B4-BE49-F238E27FC236}">
                      <a16:creationId xmlns:a16="http://schemas.microsoft.com/office/drawing/2014/main" id="{17F3BEEC-2F4A-B566-064D-6C3127D8A2B5}"/>
                    </a:ext>
                  </a:extLst>
                </p:cNvPr>
                <p:cNvSpPr>
                  <a:spLocks noChangeArrowheads="1"/>
                </p:cNvSpPr>
                <p:nvPr/>
              </p:nvSpPr>
              <p:spPr bwMode="auto">
                <a:xfrm>
                  <a:off x="0" y="374"/>
                  <a:ext cx="921"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1" name="Group 13">
                <a:extLst>
                  <a:ext uri="{FF2B5EF4-FFF2-40B4-BE49-F238E27FC236}">
                    <a16:creationId xmlns:a16="http://schemas.microsoft.com/office/drawing/2014/main" id="{12922D2A-9D0E-B4D9-DD9A-58E6DCF6CD78}"/>
                  </a:ext>
                </a:extLst>
              </p:cNvPr>
              <p:cNvGrpSpPr>
                <a:grpSpLocks/>
              </p:cNvGrpSpPr>
              <p:nvPr/>
            </p:nvGrpSpPr>
            <p:grpSpPr bwMode="auto">
              <a:xfrm>
                <a:off x="921" y="374"/>
                <a:ext cx="1814" cy="374"/>
                <a:chOff x="921" y="374"/>
                <a:chExt cx="1814" cy="374"/>
              </a:xfrm>
            </p:grpSpPr>
            <p:sp>
              <p:nvSpPr>
                <p:cNvPr id="233506" name="Rectangle 14">
                  <a:extLst>
                    <a:ext uri="{FF2B5EF4-FFF2-40B4-BE49-F238E27FC236}">
                      <a16:creationId xmlns:a16="http://schemas.microsoft.com/office/drawing/2014/main" id="{1A5EF2B3-A5E9-B844-9B2E-CA9A201C43C5}"/>
                    </a:ext>
                  </a:extLst>
                </p:cNvPr>
                <p:cNvSpPr>
                  <a:spLocks noChangeArrowheads="1"/>
                </p:cNvSpPr>
                <p:nvPr/>
              </p:nvSpPr>
              <p:spPr bwMode="auto">
                <a:xfrm>
                  <a:off x="964" y="374"/>
                  <a:ext cx="172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just"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表示所有字母、数字及下划线组成的字符集合</a:t>
                  </a:r>
                </a:p>
                <a:p>
                  <a:pPr algn="just"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507" name="Rectangle 15">
                  <a:extLst>
                    <a:ext uri="{FF2B5EF4-FFF2-40B4-BE49-F238E27FC236}">
                      <a16:creationId xmlns:a16="http://schemas.microsoft.com/office/drawing/2014/main" id="{EE3573CA-869C-4E37-5E5C-6E504D2E145E}"/>
                    </a:ext>
                  </a:extLst>
                </p:cNvPr>
                <p:cNvSpPr>
                  <a:spLocks noChangeArrowheads="1"/>
                </p:cNvSpPr>
                <p:nvPr/>
              </p:nvSpPr>
              <p:spPr bwMode="auto">
                <a:xfrm>
                  <a:off x="921" y="374"/>
                  <a:ext cx="181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2" name="Group 16">
                <a:extLst>
                  <a:ext uri="{FF2B5EF4-FFF2-40B4-BE49-F238E27FC236}">
                    <a16:creationId xmlns:a16="http://schemas.microsoft.com/office/drawing/2014/main" id="{F583409F-9502-E476-84A1-5EEA8FD4A153}"/>
                  </a:ext>
                </a:extLst>
              </p:cNvPr>
              <p:cNvGrpSpPr>
                <a:grpSpLocks/>
              </p:cNvGrpSpPr>
              <p:nvPr/>
            </p:nvGrpSpPr>
            <p:grpSpPr bwMode="auto">
              <a:xfrm>
                <a:off x="0" y="748"/>
                <a:ext cx="921" cy="374"/>
                <a:chOff x="0" y="748"/>
                <a:chExt cx="921" cy="374"/>
              </a:xfrm>
            </p:grpSpPr>
            <p:sp>
              <p:nvSpPr>
                <p:cNvPr id="233504" name="Rectangle 17">
                  <a:extLst>
                    <a:ext uri="{FF2B5EF4-FFF2-40B4-BE49-F238E27FC236}">
                      <a16:creationId xmlns:a16="http://schemas.microsoft.com/office/drawing/2014/main" id="{C15235A4-2DC4-CBE2-5717-22C8EA48298E}"/>
                    </a:ext>
                  </a:extLst>
                </p:cNvPr>
                <p:cNvSpPr>
                  <a:spLocks noChangeArrowheads="1"/>
                </p:cNvSpPr>
                <p:nvPr/>
              </p:nvSpPr>
              <p:spPr bwMode="auto">
                <a:xfrm>
                  <a:off x="43" y="748"/>
                  <a:ext cx="83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000000"/>
                      </a:solidFill>
                      <a:latin typeface="Arial" panose="020B0604020202020204" pitchFamily="34" charset="0"/>
                      <a:ea typeface="楷体_GB2312"/>
                      <a:cs typeface="Arial" panose="020B0604020202020204" pitchFamily="34" charset="0"/>
                    </a:rPr>
                    <a:t>[^  \t\n</a:t>
                  </a:r>
                  <a:r>
                    <a:rPr kumimoji="1" lang="en-US" altLang="zh-CN" sz="2400" b="1">
                      <a:solidFill>
                        <a:srgbClr val="000000"/>
                      </a:solidFill>
                      <a:latin typeface="楷体_GB2312"/>
                      <a:ea typeface="楷体_GB2312"/>
                      <a:cs typeface="Arial" panose="020B0604020202020204" pitchFamily="34" charset="0"/>
                    </a:rPr>
                    <a:t>]</a:t>
                  </a:r>
                  <a:endParaRPr kumimoji="1" lang="en-US" altLang="zh-CN" sz="2400" b="1">
                    <a:solidFill>
                      <a:srgbClr val="2F2F2F"/>
                    </a:solidFill>
                    <a:latin typeface="楷体_GB2312"/>
                    <a:ea typeface="楷体_GB2312"/>
                    <a:cs typeface="Arial" panose="020B0604020202020204" pitchFamily="34" charset="0"/>
                  </a:endParaRPr>
                </a:p>
                <a:p>
                  <a:pP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Arial" panose="020B0604020202020204" pitchFamily="34" charset="0"/>
                  </a:endParaRPr>
                </a:p>
              </p:txBody>
            </p:sp>
            <p:sp>
              <p:nvSpPr>
                <p:cNvPr id="233505" name="Rectangle 18">
                  <a:extLst>
                    <a:ext uri="{FF2B5EF4-FFF2-40B4-BE49-F238E27FC236}">
                      <a16:creationId xmlns:a16="http://schemas.microsoft.com/office/drawing/2014/main" id="{4FAE00ED-6EEF-BBF0-51E7-1025C6AB5A90}"/>
                    </a:ext>
                  </a:extLst>
                </p:cNvPr>
                <p:cNvSpPr>
                  <a:spLocks noChangeArrowheads="1"/>
                </p:cNvSpPr>
                <p:nvPr/>
              </p:nvSpPr>
              <p:spPr bwMode="auto">
                <a:xfrm>
                  <a:off x="0" y="748"/>
                  <a:ext cx="921"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3" name="Group 19">
                <a:extLst>
                  <a:ext uri="{FF2B5EF4-FFF2-40B4-BE49-F238E27FC236}">
                    <a16:creationId xmlns:a16="http://schemas.microsoft.com/office/drawing/2014/main" id="{58AE945C-D123-2B0A-0BF5-89589E8E31BB}"/>
                  </a:ext>
                </a:extLst>
              </p:cNvPr>
              <p:cNvGrpSpPr>
                <a:grpSpLocks/>
              </p:cNvGrpSpPr>
              <p:nvPr/>
            </p:nvGrpSpPr>
            <p:grpSpPr bwMode="auto">
              <a:xfrm>
                <a:off x="921" y="748"/>
                <a:ext cx="1814" cy="374"/>
                <a:chOff x="921" y="748"/>
                <a:chExt cx="1814" cy="374"/>
              </a:xfrm>
            </p:grpSpPr>
            <p:sp>
              <p:nvSpPr>
                <p:cNvPr id="233502" name="Rectangle 20">
                  <a:extLst>
                    <a:ext uri="{FF2B5EF4-FFF2-40B4-BE49-F238E27FC236}">
                      <a16:creationId xmlns:a16="http://schemas.microsoft.com/office/drawing/2014/main" id="{588BC0A5-B108-F431-96EB-8F7227B7DE3F}"/>
                    </a:ext>
                  </a:extLst>
                </p:cNvPr>
                <p:cNvSpPr>
                  <a:spLocks noChangeArrowheads="1"/>
                </p:cNvSpPr>
                <p:nvPr/>
              </p:nvSpPr>
              <p:spPr bwMode="auto">
                <a:xfrm>
                  <a:off x="964" y="748"/>
                  <a:ext cx="172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just"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表示除空格、</a:t>
                  </a:r>
                  <a:r>
                    <a:rPr kumimoji="1" lang="en-US" altLang="zh-CN" sz="2400" b="1">
                      <a:solidFill>
                        <a:srgbClr val="2F2F2F"/>
                      </a:solidFill>
                      <a:latin typeface="楷体_GB2312"/>
                      <a:ea typeface="楷体_GB2312"/>
                      <a:cs typeface="楷体_GB2312"/>
                    </a:rPr>
                    <a:t>tab</a:t>
                  </a:r>
                  <a:r>
                    <a:rPr kumimoji="1" lang="zh-CN" altLang="en-US" sz="2400" b="1">
                      <a:solidFill>
                        <a:srgbClr val="2F2F2F"/>
                      </a:solidFill>
                      <a:latin typeface="楷体_GB2312"/>
                      <a:ea typeface="楷体_GB2312"/>
                      <a:cs typeface="楷体_GB2312"/>
                    </a:rPr>
                    <a:t>和换行外的所有字符组成的集合</a:t>
                  </a:r>
                </a:p>
                <a:p>
                  <a:pPr algn="just"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503" name="Rectangle 21">
                  <a:extLst>
                    <a:ext uri="{FF2B5EF4-FFF2-40B4-BE49-F238E27FC236}">
                      <a16:creationId xmlns:a16="http://schemas.microsoft.com/office/drawing/2014/main" id="{ECA15EBD-D870-44CF-B3FB-82606EC0A811}"/>
                    </a:ext>
                  </a:extLst>
                </p:cNvPr>
                <p:cNvSpPr>
                  <a:spLocks noChangeArrowheads="1"/>
                </p:cNvSpPr>
                <p:nvPr/>
              </p:nvSpPr>
              <p:spPr bwMode="auto">
                <a:xfrm>
                  <a:off x="921" y="748"/>
                  <a:ext cx="181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4" name="Group 22">
                <a:extLst>
                  <a:ext uri="{FF2B5EF4-FFF2-40B4-BE49-F238E27FC236}">
                    <a16:creationId xmlns:a16="http://schemas.microsoft.com/office/drawing/2014/main" id="{420ED252-55EC-362F-78E4-2996889BCBE3}"/>
                  </a:ext>
                </a:extLst>
              </p:cNvPr>
              <p:cNvGrpSpPr>
                <a:grpSpLocks/>
              </p:cNvGrpSpPr>
              <p:nvPr/>
            </p:nvGrpSpPr>
            <p:grpSpPr bwMode="auto">
              <a:xfrm>
                <a:off x="0" y="1122"/>
                <a:ext cx="921" cy="460"/>
                <a:chOff x="0" y="1122"/>
                <a:chExt cx="921" cy="460"/>
              </a:xfrm>
            </p:grpSpPr>
            <p:sp>
              <p:nvSpPr>
                <p:cNvPr id="233500" name="Rectangle 23">
                  <a:extLst>
                    <a:ext uri="{FF2B5EF4-FFF2-40B4-BE49-F238E27FC236}">
                      <a16:creationId xmlns:a16="http://schemas.microsoft.com/office/drawing/2014/main" id="{E6D07C6D-DF67-F9D4-5F61-0FBD50F61482}"/>
                    </a:ext>
                  </a:extLst>
                </p:cNvPr>
                <p:cNvSpPr>
                  <a:spLocks noChangeArrowheads="1"/>
                </p:cNvSpPr>
                <p:nvPr/>
              </p:nvSpPr>
              <p:spPr bwMode="auto">
                <a:xfrm>
                  <a:off x="43" y="1122"/>
                  <a:ext cx="835"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000000"/>
                      </a:solidFill>
                      <a:latin typeface="Arial" panose="020B0604020202020204" pitchFamily="34" charset="0"/>
                      <a:ea typeface="楷体_GB2312"/>
                      <a:cs typeface="Arial" panose="020B0604020202020204" pitchFamily="34" charset="0"/>
                    </a:rPr>
                    <a:t>(\”[^”\n]*)</a:t>
                  </a:r>
                </a:p>
                <a:p>
                  <a:pP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Arial" panose="020B0604020202020204" pitchFamily="34" charset="0"/>
                  </a:endParaRPr>
                </a:p>
              </p:txBody>
            </p:sp>
            <p:sp>
              <p:nvSpPr>
                <p:cNvPr id="233501" name="Rectangle 24">
                  <a:extLst>
                    <a:ext uri="{FF2B5EF4-FFF2-40B4-BE49-F238E27FC236}">
                      <a16:creationId xmlns:a16="http://schemas.microsoft.com/office/drawing/2014/main" id="{49BCA3E7-D13B-BEB8-590C-BB73AFAFD57F}"/>
                    </a:ext>
                  </a:extLst>
                </p:cNvPr>
                <p:cNvSpPr>
                  <a:spLocks noChangeArrowheads="1"/>
                </p:cNvSpPr>
                <p:nvPr/>
              </p:nvSpPr>
              <p:spPr bwMode="auto">
                <a:xfrm>
                  <a:off x="0" y="1122"/>
                  <a:ext cx="921"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5" name="Group 25">
                <a:extLst>
                  <a:ext uri="{FF2B5EF4-FFF2-40B4-BE49-F238E27FC236}">
                    <a16:creationId xmlns:a16="http://schemas.microsoft.com/office/drawing/2014/main" id="{24BCDEB6-B498-20BD-6C70-C33B4A5CE8F0}"/>
                  </a:ext>
                </a:extLst>
              </p:cNvPr>
              <p:cNvGrpSpPr>
                <a:grpSpLocks/>
              </p:cNvGrpSpPr>
              <p:nvPr/>
            </p:nvGrpSpPr>
            <p:grpSpPr bwMode="auto">
              <a:xfrm>
                <a:off x="921" y="1122"/>
                <a:ext cx="1814" cy="460"/>
                <a:chOff x="921" y="1122"/>
                <a:chExt cx="1814" cy="460"/>
              </a:xfrm>
            </p:grpSpPr>
            <p:sp>
              <p:nvSpPr>
                <p:cNvPr id="233498" name="Rectangle 26">
                  <a:extLst>
                    <a:ext uri="{FF2B5EF4-FFF2-40B4-BE49-F238E27FC236}">
                      <a16:creationId xmlns:a16="http://schemas.microsoft.com/office/drawing/2014/main" id="{0590C061-8861-8157-2699-F4A0844DDCCD}"/>
                    </a:ext>
                  </a:extLst>
                </p:cNvPr>
                <p:cNvSpPr>
                  <a:spLocks noChangeArrowheads="1"/>
                </p:cNvSpPr>
                <p:nvPr/>
              </p:nvSpPr>
              <p:spPr bwMode="auto">
                <a:xfrm>
                  <a:off x="964" y="1122"/>
                  <a:ext cx="172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just"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表示以双引号开头，后跟除双引号和换行外的若干字符组成的字符串，如 </a:t>
                  </a:r>
                  <a:r>
                    <a:rPr kumimoji="1" lang="zh-CN" altLang="en-US" sz="2400" b="1">
                      <a:solidFill>
                        <a:srgbClr val="2F2F2F"/>
                      </a:solidFill>
                      <a:latin typeface="Times New Roman" panose="02020603050405020304" pitchFamily="18" charset="0"/>
                      <a:ea typeface="楷体_GB2312"/>
                      <a:cs typeface="楷体_GB2312"/>
                    </a:rPr>
                    <a:t>“</a:t>
                  </a:r>
                  <a:r>
                    <a:rPr kumimoji="1" lang="en-US" altLang="zh-CN" sz="2400" b="1">
                      <a:solidFill>
                        <a:srgbClr val="2F2F2F"/>
                      </a:solidFill>
                      <a:latin typeface="楷体_GB2312"/>
                      <a:ea typeface="楷体_GB2312"/>
                      <a:cs typeface="楷体_GB2312"/>
                    </a:rPr>
                    <a:t>I am a student</a:t>
                  </a:r>
                </a:p>
                <a:p>
                  <a:pPr algn="just"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499" name="Rectangle 27">
                  <a:extLst>
                    <a:ext uri="{FF2B5EF4-FFF2-40B4-BE49-F238E27FC236}">
                      <a16:creationId xmlns:a16="http://schemas.microsoft.com/office/drawing/2014/main" id="{B7D2EA4E-A1E7-E6FC-96C5-BEB9F1E066B8}"/>
                    </a:ext>
                  </a:extLst>
                </p:cNvPr>
                <p:cNvSpPr>
                  <a:spLocks noChangeArrowheads="1"/>
                </p:cNvSpPr>
                <p:nvPr/>
              </p:nvSpPr>
              <p:spPr bwMode="auto">
                <a:xfrm>
                  <a:off x="921" y="1122"/>
                  <a:ext cx="1814"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6" name="Group 28">
                <a:extLst>
                  <a:ext uri="{FF2B5EF4-FFF2-40B4-BE49-F238E27FC236}">
                    <a16:creationId xmlns:a16="http://schemas.microsoft.com/office/drawing/2014/main" id="{DFF1BD25-43A3-314D-01D1-CBCC42B136DC}"/>
                  </a:ext>
                </a:extLst>
              </p:cNvPr>
              <p:cNvGrpSpPr>
                <a:grpSpLocks/>
              </p:cNvGrpSpPr>
              <p:nvPr/>
            </p:nvGrpSpPr>
            <p:grpSpPr bwMode="auto">
              <a:xfrm>
                <a:off x="0" y="1582"/>
                <a:ext cx="921" cy="374"/>
                <a:chOff x="0" y="1582"/>
                <a:chExt cx="921" cy="374"/>
              </a:xfrm>
            </p:grpSpPr>
            <p:sp>
              <p:nvSpPr>
                <p:cNvPr id="233496" name="Rectangle 29">
                  <a:extLst>
                    <a:ext uri="{FF2B5EF4-FFF2-40B4-BE49-F238E27FC236}">
                      <a16:creationId xmlns:a16="http://schemas.microsoft.com/office/drawing/2014/main" id="{D7DB9A6F-F66E-EF2F-F3D1-5A1A0AD5C6BE}"/>
                    </a:ext>
                  </a:extLst>
                </p:cNvPr>
                <p:cNvSpPr>
                  <a:spLocks noChangeArrowheads="1"/>
                </p:cNvSpPr>
                <p:nvPr/>
              </p:nvSpPr>
              <p:spPr bwMode="auto">
                <a:xfrm>
                  <a:off x="43" y="1582"/>
                  <a:ext cx="83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000000"/>
                      </a:solidFill>
                      <a:latin typeface="楷体_GB2312"/>
                      <a:ea typeface="楷体_GB2312"/>
                      <a:cs typeface="楷体_GB2312"/>
                    </a:rPr>
                    <a:t>[A-Za-z][A-Za-z0-9]</a:t>
                  </a:r>
                  <a:r>
                    <a:rPr kumimoji="1" lang="en-US" altLang="zh-CN" sz="2400" b="1">
                      <a:solidFill>
                        <a:srgbClr val="2F2F2F"/>
                      </a:solidFill>
                      <a:latin typeface="楷体_GB2312"/>
                      <a:ea typeface="楷体_GB2312"/>
                      <a:cs typeface="楷体_GB2312"/>
                    </a:rPr>
                    <a:t>*</a:t>
                  </a:r>
                </a:p>
                <a:p>
                  <a:pP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497" name="Rectangle 30">
                  <a:extLst>
                    <a:ext uri="{FF2B5EF4-FFF2-40B4-BE49-F238E27FC236}">
                      <a16:creationId xmlns:a16="http://schemas.microsoft.com/office/drawing/2014/main" id="{486C14FF-F1CC-09D3-D6B1-DA5144460715}"/>
                    </a:ext>
                  </a:extLst>
                </p:cNvPr>
                <p:cNvSpPr>
                  <a:spLocks noChangeArrowheads="1"/>
                </p:cNvSpPr>
                <p:nvPr/>
              </p:nvSpPr>
              <p:spPr bwMode="auto">
                <a:xfrm>
                  <a:off x="0" y="1582"/>
                  <a:ext cx="921"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7" name="Group 31">
                <a:extLst>
                  <a:ext uri="{FF2B5EF4-FFF2-40B4-BE49-F238E27FC236}">
                    <a16:creationId xmlns:a16="http://schemas.microsoft.com/office/drawing/2014/main" id="{9F3097AE-0C94-78B8-476A-F0B11C08473D}"/>
                  </a:ext>
                </a:extLst>
              </p:cNvPr>
              <p:cNvGrpSpPr>
                <a:grpSpLocks/>
              </p:cNvGrpSpPr>
              <p:nvPr/>
            </p:nvGrpSpPr>
            <p:grpSpPr bwMode="auto">
              <a:xfrm>
                <a:off x="921" y="1582"/>
                <a:ext cx="1814" cy="374"/>
                <a:chOff x="921" y="1582"/>
                <a:chExt cx="1814" cy="374"/>
              </a:xfrm>
            </p:grpSpPr>
            <p:sp>
              <p:nvSpPr>
                <p:cNvPr id="233494" name="Rectangle 32">
                  <a:extLst>
                    <a:ext uri="{FF2B5EF4-FFF2-40B4-BE49-F238E27FC236}">
                      <a16:creationId xmlns:a16="http://schemas.microsoft.com/office/drawing/2014/main" id="{3742BACF-8A48-A3F5-7697-FB46DE2930C0}"/>
                    </a:ext>
                  </a:extLst>
                </p:cNvPr>
                <p:cNvSpPr>
                  <a:spLocks noChangeArrowheads="1"/>
                </p:cNvSpPr>
                <p:nvPr/>
              </p:nvSpPr>
              <p:spPr bwMode="auto">
                <a:xfrm>
                  <a:off x="964" y="1582"/>
                  <a:ext cx="172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just"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表示以字母开头，后跟若干字母和数字的字符串</a:t>
                  </a:r>
                </a:p>
                <a:p>
                  <a:pPr algn="just"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495" name="Rectangle 33">
                  <a:extLst>
                    <a:ext uri="{FF2B5EF4-FFF2-40B4-BE49-F238E27FC236}">
                      <a16:creationId xmlns:a16="http://schemas.microsoft.com/office/drawing/2014/main" id="{357A2471-4217-239D-9270-B6E8DB7659F5}"/>
                    </a:ext>
                  </a:extLst>
                </p:cNvPr>
                <p:cNvSpPr>
                  <a:spLocks noChangeArrowheads="1"/>
                </p:cNvSpPr>
                <p:nvPr/>
              </p:nvSpPr>
              <p:spPr bwMode="auto">
                <a:xfrm>
                  <a:off x="921" y="1582"/>
                  <a:ext cx="181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8" name="Group 34">
                <a:extLst>
                  <a:ext uri="{FF2B5EF4-FFF2-40B4-BE49-F238E27FC236}">
                    <a16:creationId xmlns:a16="http://schemas.microsoft.com/office/drawing/2014/main" id="{ED9FEFF4-27A6-66C5-E5C1-CBAFE74E920B}"/>
                  </a:ext>
                </a:extLst>
              </p:cNvPr>
              <p:cNvGrpSpPr>
                <a:grpSpLocks/>
              </p:cNvGrpSpPr>
              <p:nvPr/>
            </p:nvGrpSpPr>
            <p:grpSpPr bwMode="auto">
              <a:xfrm>
                <a:off x="0" y="1956"/>
                <a:ext cx="921" cy="374"/>
                <a:chOff x="0" y="1956"/>
                <a:chExt cx="921" cy="374"/>
              </a:xfrm>
            </p:grpSpPr>
            <p:sp>
              <p:nvSpPr>
                <p:cNvPr id="233492" name="Rectangle 35">
                  <a:extLst>
                    <a:ext uri="{FF2B5EF4-FFF2-40B4-BE49-F238E27FC236}">
                      <a16:creationId xmlns:a16="http://schemas.microsoft.com/office/drawing/2014/main" id="{ECFEC0D5-3040-723A-2F1B-6C51B478ADD3}"/>
                    </a:ext>
                  </a:extLst>
                </p:cNvPr>
                <p:cNvSpPr>
                  <a:spLocks noChangeArrowheads="1"/>
                </p:cNvSpPr>
                <p:nvPr/>
              </p:nvSpPr>
              <p:spPr bwMode="auto">
                <a:xfrm>
                  <a:off x="43" y="1956"/>
                  <a:ext cx="83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000000"/>
                      </a:solidFill>
                      <a:latin typeface="楷体_GB2312"/>
                      <a:ea typeface="楷体_GB2312"/>
                      <a:cs typeface="楷体_GB2312"/>
                    </a:rPr>
                    <a:t>([Ee][-+][0-9]</a:t>
                  </a:r>
                  <a:r>
                    <a:rPr kumimoji="1" lang="en-US" altLang="zh-CN" sz="2400" b="1" baseline="30000">
                      <a:solidFill>
                        <a:srgbClr val="000000"/>
                      </a:solidFill>
                      <a:latin typeface="楷体_GB2312"/>
                      <a:ea typeface="楷体_GB2312"/>
                      <a:cs typeface="楷体_GB2312"/>
                    </a:rPr>
                    <a:t>+</a:t>
                  </a:r>
                  <a:r>
                    <a:rPr kumimoji="1" lang="en-US" altLang="zh-CN" sz="2400" b="1">
                      <a:solidFill>
                        <a:srgbClr val="000000"/>
                      </a:solidFill>
                      <a:latin typeface="楷体_GB2312"/>
                      <a:ea typeface="楷体_GB2312"/>
                      <a:cs typeface="楷体_GB2312"/>
                    </a:rPr>
                    <a:t>)</a:t>
                  </a:r>
                  <a:endParaRPr kumimoji="1" lang="en-US" altLang="zh-CN" sz="2400" b="1">
                    <a:solidFill>
                      <a:srgbClr val="2F2F2F"/>
                    </a:solidFill>
                    <a:latin typeface="楷体_GB2312"/>
                    <a:ea typeface="楷体_GB2312"/>
                    <a:cs typeface="楷体_GB2312"/>
                  </a:endParaRPr>
                </a:p>
                <a:p>
                  <a:pPr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493" name="Rectangle 36">
                  <a:extLst>
                    <a:ext uri="{FF2B5EF4-FFF2-40B4-BE49-F238E27FC236}">
                      <a16:creationId xmlns:a16="http://schemas.microsoft.com/office/drawing/2014/main" id="{EE001290-8532-9553-2BDA-F13CC17EA66D}"/>
                    </a:ext>
                  </a:extLst>
                </p:cNvPr>
                <p:cNvSpPr>
                  <a:spLocks noChangeArrowheads="1"/>
                </p:cNvSpPr>
                <p:nvPr/>
              </p:nvSpPr>
              <p:spPr bwMode="auto">
                <a:xfrm>
                  <a:off x="0" y="1956"/>
                  <a:ext cx="921"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nvGrpSpPr>
              <p:cNvPr id="233489" name="Group 37">
                <a:extLst>
                  <a:ext uri="{FF2B5EF4-FFF2-40B4-BE49-F238E27FC236}">
                    <a16:creationId xmlns:a16="http://schemas.microsoft.com/office/drawing/2014/main" id="{450515C6-41C4-C517-EBC9-4034DD4380ED}"/>
                  </a:ext>
                </a:extLst>
              </p:cNvPr>
              <p:cNvGrpSpPr>
                <a:grpSpLocks/>
              </p:cNvGrpSpPr>
              <p:nvPr/>
            </p:nvGrpSpPr>
            <p:grpSpPr bwMode="auto">
              <a:xfrm>
                <a:off x="921" y="1956"/>
                <a:ext cx="1814" cy="374"/>
                <a:chOff x="921" y="1956"/>
                <a:chExt cx="1814" cy="374"/>
              </a:xfrm>
            </p:grpSpPr>
            <p:sp>
              <p:nvSpPr>
                <p:cNvPr id="233490" name="Rectangle 38">
                  <a:extLst>
                    <a:ext uri="{FF2B5EF4-FFF2-40B4-BE49-F238E27FC236}">
                      <a16:creationId xmlns:a16="http://schemas.microsoft.com/office/drawing/2014/main" id="{B7B3DA80-D3D7-FD4D-2729-46B124BA61FC}"/>
                    </a:ext>
                  </a:extLst>
                </p:cNvPr>
                <p:cNvSpPr>
                  <a:spLocks noChangeArrowheads="1"/>
                </p:cNvSpPr>
                <p:nvPr/>
              </p:nvSpPr>
              <p:spPr bwMode="auto">
                <a:xfrm>
                  <a:off x="964" y="1956"/>
                  <a:ext cx="172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just"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表示科学计数法的指数部分</a:t>
                  </a:r>
                </a:p>
                <a:p>
                  <a:pPr algn="just" eaLnBrk="0" fontAlgn="base" hangingPunct="0">
                    <a:spcBef>
                      <a:spcPct val="0"/>
                    </a:spcBef>
                    <a:spcAft>
                      <a:spcPct val="0"/>
                    </a:spcAft>
                    <a:buClrTx/>
                    <a:buSzTx/>
                    <a:buNone/>
                  </a:pPr>
                  <a:endParaRPr kumimoji="1" lang="zh-CN" altLang="en-US" sz="2400" b="1">
                    <a:solidFill>
                      <a:srgbClr val="2F2F2F"/>
                    </a:solidFill>
                    <a:latin typeface="楷体_GB2312"/>
                    <a:ea typeface="楷体_GB2312"/>
                    <a:cs typeface="楷体_GB2312"/>
                  </a:endParaRPr>
                </a:p>
              </p:txBody>
            </p:sp>
            <p:sp>
              <p:nvSpPr>
                <p:cNvPr id="233491" name="Rectangle 39">
                  <a:extLst>
                    <a:ext uri="{FF2B5EF4-FFF2-40B4-BE49-F238E27FC236}">
                      <a16:creationId xmlns:a16="http://schemas.microsoft.com/office/drawing/2014/main" id="{2ADEE536-6831-A8E5-8B5C-3D7049431341}"/>
                    </a:ext>
                  </a:extLst>
                </p:cNvPr>
                <p:cNvSpPr>
                  <a:spLocks noChangeArrowheads="1"/>
                </p:cNvSpPr>
                <p:nvPr/>
              </p:nvSpPr>
              <p:spPr bwMode="auto">
                <a:xfrm>
                  <a:off x="921" y="1956"/>
                  <a:ext cx="181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grpSp>
        <p:sp>
          <p:nvSpPr>
            <p:cNvPr id="233477" name="Rectangle 40">
              <a:extLst>
                <a:ext uri="{FF2B5EF4-FFF2-40B4-BE49-F238E27FC236}">
                  <a16:creationId xmlns:a16="http://schemas.microsoft.com/office/drawing/2014/main" id="{35D4A4BB-94B1-8FF4-62CD-8E16CB831DF7}"/>
                </a:ext>
              </a:extLst>
            </p:cNvPr>
            <p:cNvSpPr>
              <a:spLocks noChangeArrowheads="1"/>
            </p:cNvSpPr>
            <p:nvPr/>
          </p:nvSpPr>
          <p:spPr bwMode="auto">
            <a:xfrm>
              <a:off x="-3" y="-3"/>
              <a:ext cx="2741" cy="233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233475" name="Rectangle 41">
            <a:extLst>
              <a:ext uri="{FF2B5EF4-FFF2-40B4-BE49-F238E27FC236}">
                <a16:creationId xmlns:a16="http://schemas.microsoft.com/office/drawing/2014/main" id="{225A787D-FD2C-E3BE-137C-D39C1CA58C9A}"/>
              </a:ext>
            </a:extLst>
          </p:cNvPr>
          <p:cNvSpPr>
            <a:spLocks noChangeArrowheads="1"/>
          </p:cNvSpPr>
          <p:nvPr/>
        </p:nvSpPr>
        <p:spPr bwMode="auto">
          <a:xfrm>
            <a:off x="1524000" y="0"/>
            <a:ext cx="2895600" cy="609600"/>
          </a:xfrm>
          <a:prstGeom prst="rect">
            <a:avLst/>
          </a:prstGeom>
          <a:solidFill>
            <a:srgbClr val="EBF7FF"/>
          </a:solidFill>
          <a:ln w="9525">
            <a:solidFill>
              <a:srgbClr val="000000"/>
            </a:solidFill>
            <a:miter lim="800000"/>
            <a:headEnd/>
            <a:tailEnd/>
          </a:ln>
        </p:spPr>
        <p:txBody>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800" b="1">
                <a:solidFill>
                  <a:srgbClr val="FF0000"/>
                </a:solidFill>
                <a:latin typeface="楷体_GB2312"/>
                <a:ea typeface="楷体_GB2312"/>
                <a:cs typeface="楷体_GB2312"/>
              </a:rPr>
              <a:t>LEX</a:t>
            </a:r>
            <a:r>
              <a:rPr kumimoji="1" lang="zh-CN" altLang="en-US" sz="2800" b="1">
                <a:solidFill>
                  <a:srgbClr val="FF0000"/>
                </a:solidFill>
                <a:latin typeface="楷体_GB2312"/>
                <a:ea typeface="楷体_GB2312"/>
                <a:cs typeface="楷体_GB2312"/>
              </a:rPr>
              <a:t>正规式实例</a:t>
            </a:r>
          </a:p>
          <a:p>
            <a:pPr fontAlgn="base">
              <a:spcBef>
                <a:spcPct val="0"/>
              </a:spcBef>
              <a:spcAft>
                <a:spcPct val="0"/>
              </a:spcAft>
              <a:buClrTx/>
              <a:buSzTx/>
              <a:buNone/>
            </a:pPr>
            <a:endParaRPr kumimoji="1" lang="zh-CN" altLang="en-US" sz="2800" b="1">
              <a:solidFill>
                <a:srgbClr val="FF0000"/>
              </a:solidFill>
              <a:latin typeface="Times New Roman" panose="02020603050405020304" pitchFamily="18" charset="0"/>
              <a:ea typeface="楷体_GB2312"/>
              <a:cs typeface="楷体_GB2312"/>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7C6AF589-9713-4C36-AB00-FA909A5F75CD}"/>
              </a:ext>
            </a:extLst>
          </p:cNvPr>
          <p:cNvSpPr>
            <a:spLocks noChangeArrowheads="1"/>
          </p:cNvSpPr>
          <p:nvPr/>
        </p:nvSpPr>
        <p:spPr bwMode="auto">
          <a:xfrm>
            <a:off x="1524000" y="428625"/>
            <a:ext cx="2514600" cy="457200"/>
          </a:xfrm>
          <a:prstGeom prst="rect">
            <a:avLst/>
          </a:prstGeom>
          <a:solidFill>
            <a:srgbClr val="EBF7FF"/>
          </a:solidFill>
          <a:ln>
            <a:noFill/>
          </a:ln>
          <a:effectLst>
            <a:prstShdw prst="shdw17" dist="17961" dir="2700000">
              <a:srgbClr val="1F7A7A"/>
            </a:prstShdw>
          </a:effectLst>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的实现</a:t>
            </a:r>
          </a:p>
        </p:txBody>
      </p:sp>
      <p:sp>
        <p:nvSpPr>
          <p:cNvPr id="235523" name="Text Box 3">
            <a:extLst>
              <a:ext uri="{FF2B5EF4-FFF2-40B4-BE49-F238E27FC236}">
                <a16:creationId xmlns:a16="http://schemas.microsoft.com/office/drawing/2014/main" id="{90B7AEF0-86B2-AAEA-7D5A-8F2ECF96ADB3}"/>
              </a:ext>
            </a:extLst>
          </p:cNvPr>
          <p:cNvSpPr txBox="1">
            <a:spLocks noChangeArrowheads="1"/>
          </p:cNvSpPr>
          <p:nvPr/>
        </p:nvSpPr>
        <p:spPr bwMode="auto">
          <a:xfrm>
            <a:off x="2438400" y="1295401"/>
            <a:ext cx="760657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LEX</a:t>
            </a:r>
            <a:r>
              <a:rPr kumimoji="1" lang="zh-CN" altLang="zh-CN" sz="2400" b="1">
                <a:solidFill>
                  <a:srgbClr val="2F2F2F"/>
                </a:solidFill>
                <a:latin typeface="Times New Roman" panose="02020603050405020304" pitchFamily="18" charset="0"/>
                <a:ea typeface="楷体_GB2312"/>
                <a:cs typeface="楷体_GB2312"/>
              </a:rPr>
              <a:t>的功能是根据</a:t>
            </a:r>
            <a:r>
              <a:rPr kumimoji="1" lang="en-US" altLang="zh-CN" sz="2400" b="1">
                <a:solidFill>
                  <a:srgbClr val="2F2F2F"/>
                </a:solidFill>
                <a:latin typeface="Times New Roman" panose="02020603050405020304" pitchFamily="18" charset="0"/>
                <a:ea typeface="楷体_GB2312"/>
                <a:cs typeface="楷体_GB2312"/>
              </a:rPr>
              <a:t>LEX</a:t>
            </a:r>
            <a:r>
              <a:rPr kumimoji="1" lang="zh-CN" altLang="zh-CN" sz="2400" b="1">
                <a:solidFill>
                  <a:srgbClr val="2F2F2F"/>
                </a:solidFill>
                <a:latin typeface="Times New Roman" panose="02020603050405020304" pitchFamily="18" charset="0"/>
                <a:ea typeface="楷体_GB2312"/>
                <a:cs typeface="楷体_GB2312"/>
              </a:rPr>
              <a:t>源程序构造一个词法分析程序，</a:t>
            </a:r>
          </a:p>
          <a:p>
            <a:pPr fontAlgn="base">
              <a:spcBef>
                <a:spcPct val="50000"/>
              </a:spcBef>
              <a:spcAft>
                <a:spcPct val="0"/>
              </a:spcAft>
              <a:buClrTx/>
              <a:buSzTx/>
              <a:buNone/>
            </a:pPr>
            <a:r>
              <a:rPr kumimoji="1" lang="zh-CN" altLang="zh-CN" sz="2400" b="1">
                <a:solidFill>
                  <a:srgbClr val="2F2F2F"/>
                </a:solidFill>
                <a:latin typeface="Times New Roman" panose="02020603050405020304" pitchFamily="18" charset="0"/>
                <a:ea typeface="楷体_GB2312"/>
                <a:cs typeface="楷体_GB2312"/>
              </a:rPr>
              <a:t>该词法分析器实质上是一个有穷自动机。</a:t>
            </a:r>
            <a:endParaRPr kumimoji="1" lang="zh-CN" altLang="en-US" sz="2400" b="1">
              <a:solidFill>
                <a:srgbClr val="2F2F2F"/>
              </a:solidFill>
              <a:latin typeface="Times New Roman" panose="02020603050405020304" pitchFamily="18" charset="0"/>
              <a:ea typeface="楷体_GB2312"/>
              <a:cs typeface="楷体_GB2312"/>
            </a:endParaRPr>
          </a:p>
        </p:txBody>
      </p:sp>
      <p:sp>
        <p:nvSpPr>
          <p:cNvPr id="746500" name="Rectangle 4">
            <a:extLst>
              <a:ext uri="{FF2B5EF4-FFF2-40B4-BE49-F238E27FC236}">
                <a16:creationId xmlns:a16="http://schemas.microsoft.com/office/drawing/2014/main" id="{F3B3D23B-4055-3F57-0982-B8C07D4BABEE}"/>
              </a:ext>
            </a:extLst>
          </p:cNvPr>
          <p:cNvSpPr>
            <a:spLocks noChangeArrowheads="1"/>
          </p:cNvSpPr>
          <p:nvPr/>
        </p:nvSpPr>
        <p:spPr bwMode="auto">
          <a:xfrm>
            <a:off x="1981200" y="2514600"/>
            <a:ext cx="5562600" cy="457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LEX</a:t>
            </a:r>
            <a:r>
              <a:rPr kumimoji="1" lang="zh-CN" altLang="zh-CN" sz="2400" b="1">
                <a:solidFill>
                  <a:srgbClr val="2F2F2F"/>
                </a:solidFill>
                <a:latin typeface="Times New Roman" panose="02020603050405020304" pitchFamily="18" charset="0"/>
                <a:ea typeface="楷体_GB2312"/>
                <a:cs typeface="楷体_GB2312"/>
              </a:rPr>
              <a:t>生成的词法分析程序有两部分组成:</a:t>
            </a:r>
            <a:endParaRPr kumimoji="1" lang="en-US" altLang="zh-CN" sz="2400" b="1">
              <a:solidFill>
                <a:srgbClr val="2F2F2F"/>
              </a:solidFill>
              <a:latin typeface="Times New Roman" panose="02020603050405020304" pitchFamily="18" charset="0"/>
              <a:ea typeface="楷体_GB2312"/>
              <a:cs typeface="楷体_GB2312"/>
            </a:endParaRPr>
          </a:p>
        </p:txBody>
      </p:sp>
      <p:grpSp>
        <p:nvGrpSpPr>
          <p:cNvPr id="2" name="Group 5">
            <a:extLst>
              <a:ext uri="{FF2B5EF4-FFF2-40B4-BE49-F238E27FC236}">
                <a16:creationId xmlns:a16="http://schemas.microsoft.com/office/drawing/2014/main" id="{357CE989-151B-991E-DE1D-0320B0365A7D}"/>
              </a:ext>
            </a:extLst>
          </p:cNvPr>
          <p:cNvGrpSpPr>
            <a:grpSpLocks/>
          </p:cNvGrpSpPr>
          <p:nvPr/>
        </p:nvGrpSpPr>
        <p:grpSpPr bwMode="auto">
          <a:xfrm>
            <a:off x="2590800" y="3124200"/>
            <a:ext cx="5867400" cy="1600200"/>
            <a:chOff x="288" y="2496"/>
            <a:chExt cx="3552" cy="1008"/>
          </a:xfrm>
        </p:grpSpPr>
        <p:sp>
          <p:nvSpPr>
            <p:cNvPr id="235526" name="Rectangle 6">
              <a:extLst>
                <a:ext uri="{FF2B5EF4-FFF2-40B4-BE49-F238E27FC236}">
                  <a16:creationId xmlns:a16="http://schemas.microsoft.com/office/drawing/2014/main" id="{5C378359-8C4D-6906-3F01-758162962DAB}"/>
                </a:ext>
              </a:extLst>
            </p:cNvPr>
            <p:cNvSpPr>
              <a:spLocks noChangeArrowheads="1"/>
            </p:cNvSpPr>
            <p:nvPr/>
          </p:nvSpPr>
          <p:spPr bwMode="auto">
            <a:xfrm>
              <a:off x="288" y="2496"/>
              <a:ext cx="3552"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5527" name="Text Box 7">
              <a:extLst>
                <a:ext uri="{FF2B5EF4-FFF2-40B4-BE49-F238E27FC236}">
                  <a16:creationId xmlns:a16="http://schemas.microsoft.com/office/drawing/2014/main" id="{0E1622A5-7748-D346-7BCC-590E21C74CDC}"/>
                </a:ext>
              </a:extLst>
            </p:cNvPr>
            <p:cNvSpPr txBox="1">
              <a:spLocks noChangeArrowheads="1"/>
            </p:cNvSpPr>
            <p:nvPr/>
          </p:nvSpPr>
          <p:spPr bwMode="auto">
            <a:xfrm>
              <a:off x="405" y="2832"/>
              <a:ext cx="12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词法分析程序</a:t>
              </a:r>
            </a:p>
          </p:txBody>
        </p:sp>
        <p:sp>
          <p:nvSpPr>
            <p:cNvPr id="235528" name="Rectangle 8">
              <a:extLst>
                <a:ext uri="{FF2B5EF4-FFF2-40B4-BE49-F238E27FC236}">
                  <a16:creationId xmlns:a16="http://schemas.microsoft.com/office/drawing/2014/main" id="{0AC3CE2A-C48C-62AC-4C6F-2066FAA8FACA}"/>
                </a:ext>
              </a:extLst>
            </p:cNvPr>
            <p:cNvSpPr>
              <a:spLocks noChangeArrowheads="1"/>
            </p:cNvSpPr>
            <p:nvPr/>
          </p:nvSpPr>
          <p:spPr bwMode="auto">
            <a:xfrm>
              <a:off x="1968" y="2496"/>
              <a:ext cx="1872" cy="1008"/>
            </a:xfrm>
            <a:prstGeom prst="rect">
              <a:avLst/>
            </a:prstGeom>
            <a:solidFill>
              <a:srgbClr val="FFFFD5"/>
            </a:solidFill>
            <a:ln w="9525">
              <a:solidFill>
                <a:srgbClr val="006699"/>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5529" name="Line 9">
              <a:extLst>
                <a:ext uri="{FF2B5EF4-FFF2-40B4-BE49-F238E27FC236}">
                  <a16:creationId xmlns:a16="http://schemas.microsoft.com/office/drawing/2014/main" id="{750E87F2-FC04-F5B0-57CE-BF14F523033E}"/>
                </a:ext>
              </a:extLst>
            </p:cNvPr>
            <p:cNvSpPr>
              <a:spLocks noChangeShapeType="1"/>
            </p:cNvSpPr>
            <p:nvPr/>
          </p:nvSpPr>
          <p:spPr bwMode="auto">
            <a:xfrm>
              <a:off x="1968" y="3024"/>
              <a:ext cx="1872" cy="0"/>
            </a:xfrm>
            <a:prstGeom prst="line">
              <a:avLst/>
            </a:prstGeom>
            <a:noFill/>
            <a:ln w="9525">
              <a:solidFill>
                <a:srgbClr val="00669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5530" name="Text Box 10">
              <a:extLst>
                <a:ext uri="{FF2B5EF4-FFF2-40B4-BE49-F238E27FC236}">
                  <a16:creationId xmlns:a16="http://schemas.microsoft.com/office/drawing/2014/main" id="{8A65FE1B-3331-27D1-ACAE-B4B26FB806EC}"/>
                </a:ext>
              </a:extLst>
            </p:cNvPr>
            <p:cNvSpPr txBox="1">
              <a:spLocks noChangeArrowheads="1"/>
            </p:cNvSpPr>
            <p:nvPr/>
          </p:nvSpPr>
          <p:spPr bwMode="auto">
            <a:xfrm>
              <a:off x="2016" y="2652"/>
              <a:ext cx="18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由正规式构造</a:t>
              </a:r>
              <a:r>
                <a:rPr kumimoji="1" lang="en-US" altLang="zh-CN" sz="2400" b="1">
                  <a:solidFill>
                    <a:srgbClr val="2F2F2F"/>
                  </a:solidFill>
                  <a:latin typeface="Times New Roman" panose="02020603050405020304" pitchFamily="18" charset="0"/>
                  <a:ea typeface="楷体_GB2312"/>
                  <a:cs typeface="楷体_GB2312"/>
                </a:rPr>
                <a:t>DFA</a:t>
              </a:r>
            </a:p>
          </p:txBody>
        </p:sp>
        <p:sp>
          <p:nvSpPr>
            <p:cNvPr id="235531" name="Text Box 11">
              <a:extLst>
                <a:ext uri="{FF2B5EF4-FFF2-40B4-BE49-F238E27FC236}">
                  <a16:creationId xmlns:a16="http://schemas.microsoft.com/office/drawing/2014/main" id="{2DABC435-E782-CE09-5869-975507759B52}"/>
                </a:ext>
              </a:extLst>
            </p:cNvPr>
            <p:cNvSpPr txBox="1">
              <a:spLocks noChangeArrowheads="1"/>
            </p:cNvSpPr>
            <p:nvPr/>
          </p:nvSpPr>
          <p:spPr bwMode="auto">
            <a:xfrm>
              <a:off x="2016" y="3120"/>
              <a:ext cx="18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识别单词的控制程序</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6500"/>
                                        </p:tgtEl>
                                        <p:attrNameLst>
                                          <p:attrName>style.visibility</p:attrName>
                                        </p:attrNameLst>
                                      </p:cBhvr>
                                      <p:to>
                                        <p:strVal val="visible"/>
                                      </p:to>
                                    </p:set>
                                    <p:anim calcmode="lin" valueType="num">
                                      <p:cBhvr additive="base">
                                        <p:cTn id="7" dur="500" fill="hold"/>
                                        <p:tgtEl>
                                          <p:spTgt spid="746500"/>
                                        </p:tgtEl>
                                        <p:attrNameLst>
                                          <p:attrName>ppt_x</p:attrName>
                                        </p:attrNameLst>
                                      </p:cBhvr>
                                      <p:tavLst>
                                        <p:tav tm="0">
                                          <p:val>
                                            <p:strVal val="0-#ppt_w/2"/>
                                          </p:val>
                                        </p:tav>
                                        <p:tav tm="100000">
                                          <p:val>
                                            <p:strVal val="#ppt_x"/>
                                          </p:val>
                                        </p:tav>
                                      </p:tavLst>
                                    </p:anim>
                                    <p:anim calcmode="lin" valueType="num">
                                      <p:cBhvr additive="base">
                                        <p:cTn id="8" dur="500" fill="hold"/>
                                        <p:tgtEl>
                                          <p:spTgt spid="7465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500" grpId="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37570" name="AutoShape 2">
            <a:extLst>
              <a:ext uri="{FF2B5EF4-FFF2-40B4-BE49-F238E27FC236}">
                <a16:creationId xmlns:a16="http://schemas.microsoft.com/office/drawing/2014/main" id="{126878B4-233F-482E-100E-2A713A68A9A3}"/>
              </a:ext>
            </a:extLst>
          </p:cNvPr>
          <p:cNvSpPr>
            <a:spLocks noChangeArrowheads="1"/>
          </p:cNvSpPr>
          <p:nvPr/>
        </p:nvSpPr>
        <p:spPr bwMode="auto">
          <a:xfrm>
            <a:off x="1828800" y="762000"/>
            <a:ext cx="2438400" cy="609600"/>
          </a:xfrm>
          <a:prstGeom prst="roundRect">
            <a:avLst>
              <a:gd name="adj" fmla="val 16667"/>
            </a:avLst>
          </a:prstGeom>
          <a:solidFill>
            <a:srgbClr val="EBF7FF"/>
          </a:solidFill>
          <a:ln>
            <a:noFill/>
          </a:ln>
          <a:effectLst>
            <a:prstShdw prst="shdw17" dist="17961" dir="2700000">
              <a:srgbClr val="646499"/>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LEX</a:t>
            </a:r>
            <a:r>
              <a:rPr kumimoji="1" lang="zh-CN" altLang="zh-CN" sz="2400" b="1">
                <a:solidFill>
                  <a:srgbClr val="FF0000"/>
                </a:solidFill>
                <a:latin typeface="Times New Roman" panose="02020603050405020304" pitchFamily="18" charset="0"/>
                <a:ea typeface="楷体_GB2312"/>
                <a:cs typeface="楷体_GB2312"/>
              </a:rPr>
              <a:t>的处理过程：</a:t>
            </a:r>
            <a:endParaRPr kumimoji="1" lang="zh-CN" altLang="en-US" sz="2400" b="1">
              <a:solidFill>
                <a:srgbClr val="FF0000"/>
              </a:solidFill>
              <a:latin typeface="Times New Roman" panose="02020603050405020304" pitchFamily="18" charset="0"/>
              <a:ea typeface="楷体_GB2312"/>
              <a:cs typeface="楷体_GB2312"/>
            </a:endParaRPr>
          </a:p>
        </p:txBody>
      </p:sp>
      <p:sp>
        <p:nvSpPr>
          <p:cNvPr id="748547" name="Rectangle 3">
            <a:extLst>
              <a:ext uri="{FF2B5EF4-FFF2-40B4-BE49-F238E27FC236}">
                <a16:creationId xmlns:a16="http://schemas.microsoft.com/office/drawing/2014/main" id="{0A984157-900F-280E-FF4F-DCB493873008}"/>
              </a:ext>
            </a:extLst>
          </p:cNvPr>
          <p:cNvSpPr>
            <a:spLocks noChangeArrowheads="1"/>
          </p:cNvSpPr>
          <p:nvPr/>
        </p:nvSpPr>
        <p:spPr bwMode="auto">
          <a:xfrm>
            <a:off x="2286000" y="1600200"/>
            <a:ext cx="7696200" cy="762000"/>
          </a:xfrm>
          <a:prstGeom prst="rect">
            <a:avLst/>
          </a:prstGeom>
          <a:solidFill>
            <a:srgbClr val="EBF7FF">
              <a:alpha val="50195"/>
            </a:srgbClr>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  </a:t>
            </a:r>
            <a:r>
              <a:rPr kumimoji="1" lang="zh-CN" altLang="en-US" sz="2400" b="1">
                <a:solidFill>
                  <a:srgbClr val="FF0000"/>
                </a:solidFill>
                <a:latin typeface="Times New Roman" panose="02020603050405020304" pitchFamily="18" charset="0"/>
                <a:ea typeface="楷体_GB2312"/>
                <a:cs typeface="楷体_GB2312"/>
              </a:rPr>
              <a:t>扫描每条识别规则</a:t>
            </a:r>
            <a:r>
              <a:rPr kumimoji="1" lang="en-US" altLang="zh-CN" sz="2400" b="1">
                <a:solidFill>
                  <a:srgbClr val="FF0000"/>
                </a:solidFill>
                <a:latin typeface="Times New Roman" panose="02020603050405020304" pitchFamily="18" charset="0"/>
                <a:ea typeface="楷体_GB2312"/>
                <a:cs typeface="楷体_GB2312"/>
              </a:rPr>
              <a:t>Pi</a:t>
            </a:r>
            <a:r>
              <a:rPr kumimoji="1" lang="zh-CN" altLang="en-US" sz="2400" b="1">
                <a:solidFill>
                  <a:srgbClr val="FF0000"/>
                </a:solidFill>
                <a:latin typeface="Times New Roman" panose="02020603050405020304" pitchFamily="18" charset="0"/>
                <a:ea typeface="楷体_GB2312"/>
                <a:cs typeface="楷体_GB2312"/>
              </a:rPr>
              <a:t>构造一相应的非确定有穷自动机</a:t>
            </a:r>
            <a:r>
              <a:rPr kumimoji="1" lang="en-US" altLang="zh-CN" sz="2400" b="1">
                <a:solidFill>
                  <a:srgbClr val="FF0000"/>
                </a:solidFill>
                <a:latin typeface="Times New Roman" panose="02020603050405020304" pitchFamily="18" charset="0"/>
                <a:ea typeface="楷体_GB2312"/>
                <a:cs typeface="楷体_GB2312"/>
              </a:rPr>
              <a:t>M</a:t>
            </a:r>
            <a:r>
              <a:rPr kumimoji="1" lang="en-US" altLang="zh-CN" sz="1200" b="1">
                <a:solidFill>
                  <a:srgbClr val="FF0000"/>
                </a:solidFill>
                <a:latin typeface="Times New Roman" panose="02020603050405020304" pitchFamily="18" charset="0"/>
                <a:ea typeface="楷体_GB2312"/>
                <a:cs typeface="楷体_GB2312"/>
              </a:rPr>
              <a:t>i</a:t>
            </a:r>
            <a:endParaRPr kumimoji="1" lang="en-US" altLang="zh-CN" sz="2400" b="1">
              <a:solidFill>
                <a:srgbClr val="FF0000"/>
              </a:solidFill>
              <a:latin typeface="Times New Roman" panose="02020603050405020304" pitchFamily="18" charset="0"/>
              <a:ea typeface="楷体_GB2312"/>
              <a:cs typeface="楷体_GB2312"/>
            </a:endParaRPr>
          </a:p>
        </p:txBody>
      </p:sp>
      <p:sp>
        <p:nvSpPr>
          <p:cNvPr id="748548" name="Rectangle 4">
            <a:extLst>
              <a:ext uri="{FF2B5EF4-FFF2-40B4-BE49-F238E27FC236}">
                <a16:creationId xmlns:a16="http://schemas.microsoft.com/office/drawing/2014/main" id="{A98CD8F3-5200-E8AA-EE08-BE76BA5BA924}"/>
              </a:ext>
            </a:extLst>
          </p:cNvPr>
          <p:cNvSpPr>
            <a:spLocks noChangeArrowheads="1"/>
          </p:cNvSpPr>
          <p:nvPr/>
        </p:nvSpPr>
        <p:spPr bwMode="auto">
          <a:xfrm>
            <a:off x="2286000" y="2667000"/>
            <a:ext cx="7696200" cy="762000"/>
          </a:xfrm>
          <a:prstGeom prst="rect">
            <a:avLst/>
          </a:prstGeom>
          <a:solidFill>
            <a:srgbClr val="EBF7FF">
              <a:alpha val="50195"/>
            </a:srgbClr>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将各条规则的有穷自动机</a:t>
            </a:r>
            <a:r>
              <a:rPr kumimoji="1" lang="en-US" altLang="zh-CN" sz="2400" b="1">
                <a:solidFill>
                  <a:srgbClr val="FF0000"/>
                </a:solidFill>
                <a:latin typeface="Times New Roman" panose="02020603050405020304" pitchFamily="18" charset="0"/>
                <a:ea typeface="楷体_GB2312"/>
                <a:cs typeface="楷体_GB2312"/>
              </a:rPr>
              <a:t>M</a:t>
            </a:r>
            <a:r>
              <a:rPr kumimoji="1" lang="en-US" altLang="zh-CN" sz="1200" b="1">
                <a:solidFill>
                  <a:srgbClr val="FF0000"/>
                </a:solidFill>
                <a:latin typeface="Times New Roman" panose="02020603050405020304" pitchFamily="18" charset="0"/>
                <a:ea typeface="楷体_GB2312"/>
                <a:cs typeface="楷体_GB2312"/>
              </a:rPr>
              <a:t>i</a:t>
            </a:r>
            <a:r>
              <a:rPr kumimoji="1" lang="zh-CN" altLang="en-US" sz="2400" b="1">
                <a:solidFill>
                  <a:srgbClr val="FF0000"/>
                </a:solidFill>
                <a:latin typeface="Times New Roman" panose="02020603050405020304" pitchFamily="18" charset="0"/>
                <a:ea typeface="楷体_GB2312"/>
                <a:cs typeface="楷体_GB2312"/>
              </a:rPr>
              <a:t>合并成一个新的</a:t>
            </a:r>
            <a:r>
              <a:rPr kumimoji="1" lang="en-US" altLang="zh-CN" sz="2400" b="1">
                <a:solidFill>
                  <a:srgbClr val="FF0000"/>
                </a:solidFill>
                <a:latin typeface="Times New Roman" panose="02020603050405020304" pitchFamily="18" charset="0"/>
                <a:ea typeface="楷体_GB2312"/>
                <a:cs typeface="楷体_GB2312"/>
              </a:rPr>
              <a:t>NFA   M</a:t>
            </a:r>
          </a:p>
        </p:txBody>
      </p:sp>
      <p:sp>
        <p:nvSpPr>
          <p:cNvPr id="748549" name="Rectangle 5">
            <a:extLst>
              <a:ext uri="{FF2B5EF4-FFF2-40B4-BE49-F238E27FC236}">
                <a16:creationId xmlns:a16="http://schemas.microsoft.com/office/drawing/2014/main" id="{EB34E9F8-2815-1540-370A-DD5EAB19FA5E}"/>
              </a:ext>
            </a:extLst>
          </p:cNvPr>
          <p:cNvSpPr>
            <a:spLocks noChangeArrowheads="1"/>
          </p:cNvSpPr>
          <p:nvPr/>
        </p:nvSpPr>
        <p:spPr bwMode="auto">
          <a:xfrm>
            <a:off x="2286000" y="4800600"/>
            <a:ext cx="7696200" cy="762000"/>
          </a:xfrm>
          <a:prstGeom prst="rect">
            <a:avLst/>
          </a:prstGeom>
          <a:solidFill>
            <a:srgbClr val="EBF7FF">
              <a:alpha val="50195"/>
            </a:srgbClr>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即生成该</a:t>
            </a:r>
            <a:r>
              <a:rPr kumimoji="1" lang="en-US" altLang="zh-CN" sz="2400" b="1">
                <a:solidFill>
                  <a:srgbClr val="FF0000"/>
                </a:solidFill>
                <a:latin typeface="Times New Roman" panose="02020603050405020304" pitchFamily="18" charset="0"/>
                <a:ea typeface="楷体_GB2312"/>
                <a:cs typeface="楷体_GB2312"/>
              </a:rPr>
              <a:t>DFA</a:t>
            </a:r>
            <a:r>
              <a:rPr kumimoji="1" lang="zh-CN" altLang="en-US" sz="2400" b="1">
                <a:solidFill>
                  <a:srgbClr val="FF0000"/>
                </a:solidFill>
                <a:latin typeface="Times New Roman" panose="02020603050405020304" pitchFamily="18" charset="0"/>
                <a:ea typeface="楷体_GB2312"/>
                <a:cs typeface="楷体_GB2312"/>
              </a:rPr>
              <a:t>的状态转换矩阵和识别单词的控制程序</a:t>
            </a:r>
          </a:p>
        </p:txBody>
      </p:sp>
      <p:grpSp>
        <p:nvGrpSpPr>
          <p:cNvPr id="2" name="Group 6">
            <a:extLst>
              <a:ext uri="{FF2B5EF4-FFF2-40B4-BE49-F238E27FC236}">
                <a16:creationId xmlns:a16="http://schemas.microsoft.com/office/drawing/2014/main" id="{544B9065-D954-6209-6882-57AA88924ED9}"/>
              </a:ext>
            </a:extLst>
          </p:cNvPr>
          <p:cNvGrpSpPr>
            <a:grpSpLocks/>
          </p:cNvGrpSpPr>
          <p:nvPr/>
        </p:nvGrpSpPr>
        <p:grpSpPr bwMode="auto">
          <a:xfrm>
            <a:off x="6019800" y="1828801"/>
            <a:ext cx="4495800" cy="2460625"/>
            <a:chOff x="2112" y="2400"/>
            <a:chExt cx="2832" cy="1550"/>
          </a:xfrm>
        </p:grpSpPr>
        <p:sp>
          <p:nvSpPr>
            <p:cNvPr id="237576" name="AutoShape 7">
              <a:extLst>
                <a:ext uri="{FF2B5EF4-FFF2-40B4-BE49-F238E27FC236}">
                  <a16:creationId xmlns:a16="http://schemas.microsoft.com/office/drawing/2014/main" id="{8C201B2A-6A1F-A79F-618B-A1343D905067}"/>
                </a:ext>
              </a:extLst>
            </p:cNvPr>
            <p:cNvSpPr>
              <a:spLocks noChangeArrowheads="1"/>
            </p:cNvSpPr>
            <p:nvPr/>
          </p:nvSpPr>
          <p:spPr bwMode="auto">
            <a:xfrm>
              <a:off x="2112" y="2400"/>
              <a:ext cx="2832" cy="1440"/>
            </a:xfrm>
            <a:prstGeom prst="roundRect">
              <a:avLst>
                <a:gd name="adj" fmla="val 16667"/>
              </a:avLst>
            </a:prstGeom>
            <a:solidFill>
              <a:srgbClr val="FFFFD5"/>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7577" name="Oval 8">
              <a:extLst>
                <a:ext uri="{FF2B5EF4-FFF2-40B4-BE49-F238E27FC236}">
                  <a16:creationId xmlns:a16="http://schemas.microsoft.com/office/drawing/2014/main" id="{BAAFA154-EB12-5ADA-BFB0-EF86DE12F634}"/>
                </a:ext>
              </a:extLst>
            </p:cNvPr>
            <p:cNvSpPr>
              <a:spLocks noChangeArrowheads="1"/>
            </p:cNvSpPr>
            <p:nvPr/>
          </p:nvSpPr>
          <p:spPr bwMode="auto">
            <a:xfrm>
              <a:off x="2549" y="3024"/>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0</a:t>
              </a:r>
            </a:p>
          </p:txBody>
        </p:sp>
        <p:sp>
          <p:nvSpPr>
            <p:cNvPr id="237578" name="Oval 9">
              <a:extLst>
                <a:ext uri="{FF2B5EF4-FFF2-40B4-BE49-F238E27FC236}">
                  <a16:creationId xmlns:a16="http://schemas.microsoft.com/office/drawing/2014/main" id="{6A1A3DB9-589F-5A76-939D-2B0CAF426444}"/>
                </a:ext>
              </a:extLst>
            </p:cNvPr>
            <p:cNvSpPr>
              <a:spLocks noChangeArrowheads="1"/>
            </p:cNvSpPr>
            <p:nvPr/>
          </p:nvSpPr>
          <p:spPr bwMode="auto">
            <a:xfrm>
              <a:off x="3173" y="3024"/>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7579" name="Oval 10">
              <a:extLst>
                <a:ext uri="{FF2B5EF4-FFF2-40B4-BE49-F238E27FC236}">
                  <a16:creationId xmlns:a16="http://schemas.microsoft.com/office/drawing/2014/main" id="{75D0B4C8-6922-C811-AAAC-397B898CF070}"/>
                </a:ext>
              </a:extLst>
            </p:cNvPr>
            <p:cNvSpPr>
              <a:spLocks noChangeArrowheads="1"/>
            </p:cNvSpPr>
            <p:nvPr/>
          </p:nvSpPr>
          <p:spPr bwMode="auto">
            <a:xfrm>
              <a:off x="3173" y="2496"/>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7580" name="Oval 11">
              <a:extLst>
                <a:ext uri="{FF2B5EF4-FFF2-40B4-BE49-F238E27FC236}">
                  <a16:creationId xmlns:a16="http://schemas.microsoft.com/office/drawing/2014/main" id="{157EB17E-9030-7585-011B-9E9078468D05}"/>
                </a:ext>
              </a:extLst>
            </p:cNvPr>
            <p:cNvSpPr>
              <a:spLocks noChangeArrowheads="1"/>
            </p:cNvSpPr>
            <p:nvPr/>
          </p:nvSpPr>
          <p:spPr bwMode="auto">
            <a:xfrm>
              <a:off x="3173" y="3552"/>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grpSp>
          <p:nvGrpSpPr>
            <p:cNvPr id="237581" name="Group 12">
              <a:extLst>
                <a:ext uri="{FF2B5EF4-FFF2-40B4-BE49-F238E27FC236}">
                  <a16:creationId xmlns:a16="http://schemas.microsoft.com/office/drawing/2014/main" id="{8B87C93A-0918-5852-E40E-865E1E561D36}"/>
                </a:ext>
              </a:extLst>
            </p:cNvPr>
            <p:cNvGrpSpPr>
              <a:grpSpLocks/>
            </p:cNvGrpSpPr>
            <p:nvPr/>
          </p:nvGrpSpPr>
          <p:grpSpPr bwMode="auto">
            <a:xfrm>
              <a:off x="4464" y="2448"/>
              <a:ext cx="288" cy="288"/>
              <a:chOff x="3845" y="2448"/>
              <a:chExt cx="288" cy="288"/>
            </a:xfrm>
          </p:grpSpPr>
          <p:sp>
            <p:nvSpPr>
              <p:cNvPr id="237605" name="Oval 13">
                <a:extLst>
                  <a:ext uri="{FF2B5EF4-FFF2-40B4-BE49-F238E27FC236}">
                    <a16:creationId xmlns:a16="http://schemas.microsoft.com/office/drawing/2014/main" id="{1BB1C5E3-7B97-8F6A-8D01-D713A85DDEB8}"/>
                  </a:ext>
                </a:extLst>
              </p:cNvPr>
              <p:cNvSpPr>
                <a:spLocks noChangeArrowheads="1"/>
              </p:cNvSpPr>
              <p:nvPr/>
            </p:nvSpPr>
            <p:spPr bwMode="auto">
              <a:xfrm>
                <a:off x="3845" y="244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606" name="Oval 14">
                <a:extLst>
                  <a:ext uri="{FF2B5EF4-FFF2-40B4-BE49-F238E27FC236}">
                    <a16:creationId xmlns:a16="http://schemas.microsoft.com/office/drawing/2014/main" id="{97AD930D-A08A-EB33-E952-80C5FAF2C3DE}"/>
                  </a:ext>
                </a:extLst>
              </p:cNvPr>
              <p:cNvSpPr>
                <a:spLocks noChangeArrowheads="1"/>
              </p:cNvSpPr>
              <p:nvPr/>
            </p:nvSpPr>
            <p:spPr bwMode="auto">
              <a:xfrm>
                <a:off x="3893" y="2496"/>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P1</a:t>
                </a:r>
              </a:p>
            </p:txBody>
          </p:sp>
        </p:grpSp>
        <p:sp>
          <p:nvSpPr>
            <p:cNvPr id="237582" name="Line 15">
              <a:extLst>
                <a:ext uri="{FF2B5EF4-FFF2-40B4-BE49-F238E27FC236}">
                  <a16:creationId xmlns:a16="http://schemas.microsoft.com/office/drawing/2014/main" id="{54A76D31-5D2D-6F63-F6E3-3DD540948870}"/>
                </a:ext>
              </a:extLst>
            </p:cNvPr>
            <p:cNvSpPr>
              <a:spLocks noChangeShapeType="1"/>
            </p:cNvSpPr>
            <p:nvPr/>
          </p:nvSpPr>
          <p:spPr bwMode="auto">
            <a:xfrm>
              <a:off x="2117" y="312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83" name="Line 16">
              <a:extLst>
                <a:ext uri="{FF2B5EF4-FFF2-40B4-BE49-F238E27FC236}">
                  <a16:creationId xmlns:a16="http://schemas.microsoft.com/office/drawing/2014/main" id="{3CDF527E-390A-11E5-F234-DD1BAECE3674}"/>
                </a:ext>
              </a:extLst>
            </p:cNvPr>
            <p:cNvSpPr>
              <a:spLocks noChangeShapeType="1"/>
            </p:cNvSpPr>
            <p:nvPr/>
          </p:nvSpPr>
          <p:spPr bwMode="auto">
            <a:xfrm>
              <a:off x="3365" y="2592"/>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84" name="Line 17">
              <a:extLst>
                <a:ext uri="{FF2B5EF4-FFF2-40B4-BE49-F238E27FC236}">
                  <a16:creationId xmlns:a16="http://schemas.microsoft.com/office/drawing/2014/main" id="{0BC646F7-D41D-7ECC-9AA0-3B98C7664EDD}"/>
                </a:ext>
              </a:extLst>
            </p:cNvPr>
            <p:cNvSpPr>
              <a:spLocks noChangeShapeType="1"/>
            </p:cNvSpPr>
            <p:nvPr/>
          </p:nvSpPr>
          <p:spPr bwMode="auto">
            <a:xfrm>
              <a:off x="2741" y="312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85" name="Line 18">
              <a:extLst>
                <a:ext uri="{FF2B5EF4-FFF2-40B4-BE49-F238E27FC236}">
                  <a16:creationId xmlns:a16="http://schemas.microsoft.com/office/drawing/2014/main" id="{B892C9BB-D3DD-0993-A614-4CBAFBE095B6}"/>
                </a:ext>
              </a:extLst>
            </p:cNvPr>
            <p:cNvSpPr>
              <a:spLocks noChangeShapeType="1"/>
            </p:cNvSpPr>
            <p:nvPr/>
          </p:nvSpPr>
          <p:spPr bwMode="auto">
            <a:xfrm flipV="1">
              <a:off x="2693" y="2544"/>
              <a:ext cx="480"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86" name="Line 19">
              <a:extLst>
                <a:ext uri="{FF2B5EF4-FFF2-40B4-BE49-F238E27FC236}">
                  <a16:creationId xmlns:a16="http://schemas.microsoft.com/office/drawing/2014/main" id="{B8782D40-702F-FB6E-E189-55DE0430B04D}"/>
                </a:ext>
              </a:extLst>
            </p:cNvPr>
            <p:cNvSpPr>
              <a:spLocks noChangeShapeType="1"/>
            </p:cNvSpPr>
            <p:nvPr/>
          </p:nvSpPr>
          <p:spPr bwMode="auto">
            <a:xfrm>
              <a:off x="2693" y="3216"/>
              <a:ext cx="528"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87" name="Text Box 20">
              <a:extLst>
                <a:ext uri="{FF2B5EF4-FFF2-40B4-BE49-F238E27FC236}">
                  <a16:creationId xmlns:a16="http://schemas.microsoft.com/office/drawing/2014/main" id="{64ACE211-93E7-F6D4-E835-E48A8E9CF1CE}"/>
                </a:ext>
              </a:extLst>
            </p:cNvPr>
            <p:cNvSpPr txBox="1">
              <a:spLocks noChangeArrowheads="1"/>
            </p:cNvSpPr>
            <p:nvPr/>
          </p:nvSpPr>
          <p:spPr bwMode="auto">
            <a:xfrm>
              <a:off x="2277" y="2880"/>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37588" name="Text Box 21">
              <a:extLst>
                <a:ext uri="{FF2B5EF4-FFF2-40B4-BE49-F238E27FC236}">
                  <a16:creationId xmlns:a16="http://schemas.microsoft.com/office/drawing/2014/main" id="{A79EE613-D734-9B25-95DE-CB30F3BC257E}"/>
                </a:ext>
              </a:extLst>
            </p:cNvPr>
            <p:cNvSpPr txBox="1">
              <a:spLocks noChangeArrowheads="1"/>
            </p:cNvSpPr>
            <p:nvPr/>
          </p:nvSpPr>
          <p:spPr bwMode="auto">
            <a:xfrm>
              <a:off x="2885" y="2879"/>
              <a:ext cx="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ε</a:t>
              </a:r>
            </a:p>
          </p:txBody>
        </p:sp>
        <p:sp>
          <p:nvSpPr>
            <p:cNvPr id="237589" name="Text Box 22">
              <a:extLst>
                <a:ext uri="{FF2B5EF4-FFF2-40B4-BE49-F238E27FC236}">
                  <a16:creationId xmlns:a16="http://schemas.microsoft.com/office/drawing/2014/main" id="{FC242F6B-C2CF-5C11-3408-E4BF8F889C37}"/>
                </a:ext>
              </a:extLst>
            </p:cNvPr>
            <p:cNvSpPr txBox="1">
              <a:spLocks noChangeArrowheads="1"/>
            </p:cNvSpPr>
            <p:nvPr/>
          </p:nvSpPr>
          <p:spPr bwMode="auto">
            <a:xfrm>
              <a:off x="2843" y="2543"/>
              <a:ext cx="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ε</a:t>
              </a:r>
            </a:p>
          </p:txBody>
        </p:sp>
        <p:sp>
          <p:nvSpPr>
            <p:cNvPr id="237590" name="Text Box 23">
              <a:extLst>
                <a:ext uri="{FF2B5EF4-FFF2-40B4-BE49-F238E27FC236}">
                  <a16:creationId xmlns:a16="http://schemas.microsoft.com/office/drawing/2014/main" id="{000B967E-81AF-60E8-4CB2-A4D70FA1E6B4}"/>
                </a:ext>
              </a:extLst>
            </p:cNvPr>
            <p:cNvSpPr txBox="1">
              <a:spLocks noChangeArrowheads="1"/>
            </p:cNvSpPr>
            <p:nvPr/>
          </p:nvSpPr>
          <p:spPr bwMode="auto">
            <a:xfrm>
              <a:off x="2891" y="3311"/>
              <a:ext cx="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ε</a:t>
              </a:r>
            </a:p>
          </p:txBody>
        </p:sp>
        <p:sp>
          <p:nvSpPr>
            <p:cNvPr id="237591" name="Text Box 24">
              <a:extLst>
                <a:ext uri="{FF2B5EF4-FFF2-40B4-BE49-F238E27FC236}">
                  <a16:creationId xmlns:a16="http://schemas.microsoft.com/office/drawing/2014/main" id="{E26EF8BB-DA45-0852-05E9-9DE2F5AF08CD}"/>
                </a:ext>
              </a:extLst>
            </p:cNvPr>
            <p:cNvSpPr txBox="1">
              <a:spLocks noChangeArrowheads="1"/>
            </p:cNvSpPr>
            <p:nvPr/>
          </p:nvSpPr>
          <p:spPr bwMode="auto">
            <a:xfrm>
              <a:off x="3744" y="2448"/>
              <a:ext cx="335" cy="446"/>
            </a:xfrm>
            <a:prstGeom prst="rect">
              <a:avLst/>
            </a:prstGeom>
            <a:solidFill>
              <a:srgbClr val="33CCFF"/>
            </a:solidFill>
            <a:ln w="9525">
              <a:solidFill>
                <a:schemeClr val="tx1"/>
              </a:solidFill>
              <a:miter lim="800000"/>
              <a:headEnd/>
              <a:tailEnd/>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宋体" panose="02010600030101010101" pitchFamily="2" charset="-122"/>
                </a:rPr>
                <a:t>M1</a:t>
              </a:r>
              <a:endParaRPr kumimoji="1" lang="en-US" altLang="zh-CN" sz="2400" b="1">
                <a:solidFill>
                  <a:srgbClr val="2F2F2F"/>
                </a:solidFill>
                <a:latin typeface="Times New Roman" panose="02020603050405020304" pitchFamily="18" charset="0"/>
                <a:ea typeface="宋体" panose="02010600030101010101" pitchFamily="2" charset="-122"/>
              </a:endParaRPr>
            </a:p>
          </p:txBody>
        </p:sp>
        <p:sp>
          <p:nvSpPr>
            <p:cNvPr id="237592" name="Line 25">
              <a:extLst>
                <a:ext uri="{FF2B5EF4-FFF2-40B4-BE49-F238E27FC236}">
                  <a16:creationId xmlns:a16="http://schemas.microsoft.com/office/drawing/2014/main" id="{B765E770-17A1-D692-4BA3-D45A816332D5}"/>
                </a:ext>
              </a:extLst>
            </p:cNvPr>
            <p:cNvSpPr>
              <a:spLocks noChangeShapeType="1"/>
            </p:cNvSpPr>
            <p:nvPr/>
          </p:nvSpPr>
          <p:spPr bwMode="auto">
            <a:xfrm>
              <a:off x="4080" y="2592"/>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nvGrpSpPr>
            <p:cNvPr id="237593" name="Group 26">
              <a:extLst>
                <a:ext uri="{FF2B5EF4-FFF2-40B4-BE49-F238E27FC236}">
                  <a16:creationId xmlns:a16="http://schemas.microsoft.com/office/drawing/2014/main" id="{AC577816-FBB0-B8CE-2584-E21E6E584736}"/>
                </a:ext>
              </a:extLst>
            </p:cNvPr>
            <p:cNvGrpSpPr>
              <a:grpSpLocks/>
            </p:cNvGrpSpPr>
            <p:nvPr/>
          </p:nvGrpSpPr>
          <p:grpSpPr bwMode="auto">
            <a:xfrm>
              <a:off x="4464" y="2976"/>
              <a:ext cx="288" cy="288"/>
              <a:chOff x="3845" y="2448"/>
              <a:chExt cx="288" cy="288"/>
            </a:xfrm>
          </p:grpSpPr>
          <p:sp>
            <p:nvSpPr>
              <p:cNvPr id="237603" name="Oval 27">
                <a:extLst>
                  <a:ext uri="{FF2B5EF4-FFF2-40B4-BE49-F238E27FC236}">
                    <a16:creationId xmlns:a16="http://schemas.microsoft.com/office/drawing/2014/main" id="{4F731353-46F4-A38C-1256-57B4DEB8F37A}"/>
                  </a:ext>
                </a:extLst>
              </p:cNvPr>
              <p:cNvSpPr>
                <a:spLocks noChangeArrowheads="1"/>
              </p:cNvSpPr>
              <p:nvPr/>
            </p:nvSpPr>
            <p:spPr bwMode="auto">
              <a:xfrm>
                <a:off x="3845" y="244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604" name="Oval 28">
                <a:extLst>
                  <a:ext uri="{FF2B5EF4-FFF2-40B4-BE49-F238E27FC236}">
                    <a16:creationId xmlns:a16="http://schemas.microsoft.com/office/drawing/2014/main" id="{E1C2E093-C4E5-D33C-791F-2F016DB10D31}"/>
                  </a:ext>
                </a:extLst>
              </p:cNvPr>
              <p:cNvSpPr>
                <a:spLocks noChangeArrowheads="1"/>
              </p:cNvSpPr>
              <p:nvPr/>
            </p:nvSpPr>
            <p:spPr bwMode="auto">
              <a:xfrm>
                <a:off x="3893" y="2496"/>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P2</a:t>
                </a:r>
              </a:p>
            </p:txBody>
          </p:sp>
        </p:grpSp>
        <p:sp>
          <p:nvSpPr>
            <p:cNvPr id="237594" name="Line 29">
              <a:extLst>
                <a:ext uri="{FF2B5EF4-FFF2-40B4-BE49-F238E27FC236}">
                  <a16:creationId xmlns:a16="http://schemas.microsoft.com/office/drawing/2014/main" id="{EE5B5373-4477-12A4-B1F3-FE72093B8A10}"/>
                </a:ext>
              </a:extLst>
            </p:cNvPr>
            <p:cNvSpPr>
              <a:spLocks noChangeShapeType="1"/>
            </p:cNvSpPr>
            <p:nvPr/>
          </p:nvSpPr>
          <p:spPr bwMode="auto">
            <a:xfrm>
              <a:off x="3360" y="3120"/>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95" name="Text Box 30">
              <a:extLst>
                <a:ext uri="{FF2B5EF4-FFF2-40B4-BE49-F238E27FC236}">
                  <a16:creationId xmlns:a16="http://schemas.microsoft.com/office/drawing/2014/main" id="{F5988FAB-7664-07C8-5148-1BDF3BADBB8F}"/>
                </a:ext>
              </a:extLst>
            </p:cNvPr>
            <p:cNvSpPr txBox="1">
              <a:spLocks noChangeArrowheads="1"/>
            </p:cNvSpPr>
            <p:nvPr/>
          </p:nvSpPr>
          <p:spPr bwMode="auto">
            <a:xfrm>
              <a:off x="3744" y="3024"/>
              <a:ext cx="335" cy="446"/>
            </a:xfrm>
            <a:prstGeom prst="rect">
              <a:avLst/>
            </a:prstGeom>
            <a:solidFill>
              <a:srgbClr val="33CCFF"/>
            </a:solidFill>
            <a:ln w="9525">
              <a:solidFill>
                <a:schemeClr val="tx1"/>
              </a:solidFill>
              <a:miter lim="800000"/>
              <a:headEnd/>
              <a:tailEnd/>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宋体" panose="02010600030101010101" pitchFamily="2" charset="-122"/>
                </a:rPr>
                <a:t>M2</a:t>
              </a:r>
              <a:endParaRPr kumimoji="1" lang="en-US" altLang="zh-CN" sz="2400" b="1">
                <a:solidFill>
                  <a:srgbClr val="2F2F2F"/>
                </a:solidFill>
                <a:latin typeface="Times New Roman" panose="02020603050405020304" pitchFamily="18" charset="0"/>
                <a:ea typeface="宋体" panose="02010600030101010101" pitchFamily="2" charset="-122"/>
              </a:endParaRPr>
            </a:p>
          </p:txBody>
        </p:sp>
        <p:sp>
          <p:nvSpPr>
            <p:cNvPr id="237596" name="Line 31">
              <a:extLst>
                <a:ext uri="{FF2B5EF4-FFF2-40B4-BE49-F238E27FC236}">
                  <a16:creationId xmlns:a16="http://schemas.microsoft.com/office/drawing/2014/main" id="{3A23BD50-3884-DA16-36D7-D1794D45D110}"/>
                </a:ext>
              </a:extLst>
            </p:cNvPr>
            <p:cNvSpPr>
              <a:spLocks noChangeShapeType="1"/>
            </p:cNvSpPr>
            <p:nvPr/>
          </p:nvSpPr>
          <p:spPr bwMode="auto">
            <a:xfrm>
              <a:off x="4075" y="3120"/>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nvGrpSpPr>
            <p:cNvPr id="237597" name="Group 32">
              <a:extLst>
                <a:ext uri="{FF2B5EF4-FFF2-40B4-BE49-F238E27FC236}">
                  <a16:creationId xmlns:a16="http://schemas.microsoft.com/office/drawing/2014/main" id="{8C0B57DF-F871-316C-02F1-30CD80163ACD}"/>
                </a:ext>
              </a:extLst>
            </p:cNvPr>
            <p:cNvGrpSpPr>
              <a:grpSpLocks/>
            </p:cNvGrpSpPr>
            <p:nvPr/>
          </p:nvGrpSpPr>
          <p:grpSpPr bwMode="auto">
            <a:xfrm>
              <a:off x="4459" y="3504"/>
              <a:ext cx="288" cy="288"/>
              <a:chOff x="3845" y="2448"/>
              <a:chExt cx="288" cy="288"/>
            </a:xfrm>
          </p:grpSpPr>
          <p:sp>
            <p:nvSpPr>
              <p:cNvPr id="237601" name="Oval 33">
                <a:extLst>
                  <a:ext uri="{FF2B5EF4-FFF2-40B4-BE49-F238E27FC236}">
                    <a16:creationId xmlns:a16="http://schemas.microsoft.com/office/drawing/2014/main" id="{3FE3C9C2-FA4E-9212-D056-D74A7A0D7381}"/>
                  </a:ext>
                </a:extLst>
              </p:cNvPr>
              <p:cNvSpPr>
                <a:spLocks noChangeArrowheads="1"/>
              </p:cNvSpPr>
              <p:nvPr/>
            </p:nvSpPr>
            <p:spPr bwMode="auto">
              <a:xfrm>
                <a:off x="3845" y="244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602" name="Oval 34">
                <a:extLst>
                  <a:ext uri="{FF2B5EF4-FFF2-40B4-BE49-F238E27FC236}">
                    <a16:creationId xmlns:a16="http://schemas.microsoft.com/office/drawing/2014/main" id="{B4BF905E-7743-6D92-5A30-8240BE2BCBAF}"/>
                  </a:ext>
                </a:extLst>
              </p:cNvPr>
              <p:cNvSpPr>
                <a:spLocks noChangeArrowheads="1"/>
              </p:cNvSpPr>
              <p:nvPr/>
            </p:nvSpPr>
            <p:spPr bwMode="auto">
              <a:xfrm>
                <a:off x="3893" y="2496"/>
                <a:ext cx="192" cy="19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楷体_GB2312"/>
                    <a:cs typeface="楷体_GB2312"/>
                  </a:rPr>
                  <a:t>P3</a:t>
                </a:r>
              </a:p>
            </p:txBody>
          </p:sp>
        </p:grpSp>
        <p:sp>
          <p:nvSpPr>
            <p:cNvPr id="237598" name="Line 35">
              <a:extLst>
                <a:ext uri="{FF2B5EF4-FFF2-40B4-BE49-F238E27FC236}">
                  <a16:creationId xmlns:a16="http://schemas.microsoft.com/office/drawing/2014/main" id="{1C992E66-17E0-7D5A-7A66-0CED7883AE65}"/>
                </a:ext>
              </a:extLst>
            </p:cNvPr>
            <p:cNvSpPr>
              <a:spLocks noChangeShapeType="1"/>
            </p:cNvSpPr>
            <p:nvPr/>
          </p:nvSpPr>
          <p:spPr bwMode="auto">
            <a:xfrm>
              <a:off x="3360" y="3648"/>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37599" name="Text Box 36">
              <a:extLst>
                <a:ext uri="{FF2B5EF4-FFF2-40B4-BE49-F238E27FC236}">
                  <a16:creationId xmlns:a16="http://schemas.microsoft.com/office/drawing/2014/main" id="{FB68DE6D-F177-E95B-46AB-DDF50AFF2B20}"/>
                </a:ext>
              </a:extLst>
            </p:cNvPr>
            <p:cNvSpPr txBox="1">
              <a:spLocks noChangeArrowheads="1"/>
            </p:cNvSpPr>
            <p:nvPr/>
          </p:nvSpPr>
          <p:spPr bwMode="auto">
            <a:xfrm>
              <a:off x="3739" y="3504"/>
              <a:ext cx="335" cy="446"/>
            </a:xfrm>
            <a:prstGeom prst="rect">
              <a:avLst/>
            </a:prstGeom>
            <a:solidFill>
              <a:srgbClr val="33CCFF"/>
            </a:solidFill>
            <a:ln w="9525">
              <a:solidFill>
                <a:schemeClr val="tx1"/>
              </a:solidFill>
              <a:miter lim="800000"/>
              <a:headEnd/>
              <a:tailEnd/>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000" b="1">
                  <a:solidFill>
                    <a:srgbClr val="2F2F2F"/>
                  </a:solidFill>
                  <a:latin typeface="Times New Roman" panose="02020603050405020304" pitchFamily="18" charset="0"/>
                  <a:ea typeface="宋体" panose="02010600030101010101" pitchFamily="2" charset="-122"/>
                </a:rPr>
                <a:t>M3</a:t>
              </a:r>
              <a:endParaRPr kumimoji="1" lang="en-US" altLang="zh-CN" sz="2400" b="1">
                <a:solidFill>
                  <a:srgbClr val="2F2F2F"/>
                </a:solidFill>
                <a:latin typeface="Times New Roman" panose="02020603050405020304" pitchFamily="18" charset="0"/>
                <a:ea typeface="宋体" panose="02010600030101010101" pitchFamily="2" charset="-122"/>
              </a:endParaRPr>
            </a:p>
          </p:txBody>
        </p:sp>
        <p:sp>
          <p:nvSpPr>
            <p:cNvPr id="237600" name="Line 37">
              <a:extLst>
                <a:ext uri="{FF2B5EF4-FFF2-40B4-BE49-F238E27FC236}">
                  <a16:creationId xmlns:a16="http://schemas.microsoft.com/office/drawing/2014/main" id="{77FCA325-C049-3CD3-E302-FDF3E9ACBA38}"/>
                </a:ext>
              </a:extLst>
            </p:cNvPr>
            <p:cNvSpPr>
              <a:spLocks noChangeShapeType="1"/>
            </p:cNvSpPr>
            <p:nvPr/>
          </p:nvSpPr>
          <p:spPr bwMode="auto">
            <a:xfrm>
              <a:off x="4075" y="3648"/>
              <a:ext cx="3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grpSp>
      <p:sp>
        <p:nvSpPr>
          <p:cNvPr id="748582" name="Rectangle 38">
            <a:extLst>
              <a:ext uri="{FF2B5EF4-FFF2-40B4-BE49-F238E27FC236}">
                <a16:creationId xmlns:a16="http://schemas.microsoft.com/office/drawing/2014/main" id="{CDD3D659-8AB5-9D9B-5563-D25120CF1A95}"/>
              </a:ext>
            </a:extLst>
          </p:cNvPr>
          <p:cNvSpPr>
            <a:spLocks noChangeArrowheads="1"/>
          </p:cNvSpPr>
          <p:nvPr/>
        </p:nvSpPr>
        <p:spPr bwMode="auto">
          <a:xfrm>
            <a:off x="2286000" y="3733800"/>
            <a:ext cx="7696200" cy="762000"/>
          </a:xfrm>
          <a:prstGeom prst="rect">
            <a:avLst/>
          </a:prstGeom>
          <a:solidFill>
            <a:srgbClr val="EBF7FF">
              <a:alpha val="50195"/>
            </a:srgbClr>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确定化并最小化 ，</a:t>
            </a:r>
            <a:r>
              <a:rPr kumimoji="1" lang="en-US" altLang="zh-CN" sz="2400" b="1">
                <a:solidFill>
                  <a:srgbClr val="FF0000"/>
                </a:solidFill>
                <a:latin typeface="Times New Roman" panose="02020603050405020304" pitchFamily="18" charset="0"/>
                <a:ea typeface="楷体_GB2312"/>
                <a:cs typeface="楷体_GB2312"/>
              </a:rPr>
              <a:t>NFA</a:t>
            </a:r>
            <a:r>
              <a:rPr kumimoji="1" lang="en-US" altLang="zh-CN" sz="2400" b="1">
                <a:solidFill>
                  <a:srgbClr val="FF0000"/>
                </a:solidFill>
                <a:latin typeface="Times New Roman" panose="02020603050405020304" pitchFamily="18" charset="0"/>
                <a:ea typeface="楷体_GB2312"/>
                <a:cs typeface="楷体_GB2312"/>
                <a:sym typeface="Symbol" panose="05050102010706020507" pitchFamily="18" charset="2"/>
              </a:rPr>
              <a:t>DFA</a:t>
            </a:r>
            <a:endParaRPr kumimoji="1" lang="en-US" altLang="zh-CN" sz="2400" b="1">
              <a:solidFill>
                <a:srgbClr val="FF0000"/>
              </a:solidFill>
              <a:latin typeface="Times New Roman" panose="02020603050405020304" pitchFamily="18" charset="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8547"/>
                                        </p:tgtEl>
                                        <p:attrNameLst>
                                          <p:attrName>style.visibility</p:attrName>
                                        </p:attrNameLst>
                                      </p:cBhvr>
                                      <p:to>
                                        <p:strVal val="visible"/>
                                      </p:to>
                                    </p:set>
                                    <p:animEffect transition="in" filter="wipe(left)">
                                      <p:cBhvr>
                                        <p:cTn id="7" dur="500"/>
                                        <p:tgtEl>
                                          <p:spTgt spid="7485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8548"/>
                                        </p:tgtEl>
                                        <p:attrNameLst>
                                          <p:attrName>style.visibility</p:attrName>
                                        </p:attrNameLst>
                                      </p:cBhvr>
                                      <p:to>
                                        <p:strVal val="visible"/>
                                      </p:to>
                                    </p:set>
                                    <p:animEffect transition="in" filter="wipe(left)">
                                      <p:cBhvr>
                                        <p:cTn id="12" dur="500"/>
                                        <p:tgtEl>
                                          <p:spTgt spid="7485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748582"/>
                                        </p:tgtEl>
                                        <p:attrNameLst>
                                          <p:attrName>style.visibility</p:attrName>
                                        </p:attrNameLst>
                                      </p:cBhvr>
                                      <p:to>
                                        <p:strVal val="visible"/>
                                      </p:to>
                                    </p:set>
                                    <p:animEffect transition="in" filter="wipe(left)">
                                      <p:cBhvr>
                                        <p:cTn id="23" dur="500"/>
                                        <p:tgtEl>
                                          <p:spTgt spid="7485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48549"/>
                                        </p:tgtEl>
                                        <p:attrNameLst>
                                          <p:attrName>style.visibility</p:attrName>
                                        </p:attrNameLst>
                                      </p:cBhvr>
                                      <p:to>
                                        <p:strVal val="visible"/>
                                      </p:to>
                                    </p:set>
                                    <p:animEffect transition="in" filter="wipe(left)">
                                      <p:cBhvr>
                                        <p:cTn id="28" dur="500"/>
                                        <p:tgtEl>
                                          <p:spTgt spid="748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47" grpId="0" animBg="1" autoUpdateAnimBg="0"/>
      <p:bldP spid="748548" grpId="0" animBg="1" autoUpdateAnimBg="0"/>
      <p:bldP spid="748549" grpId="0" animBg="1" autoUpdateAnimBg="0"/>
      <p:bldP spid="748582"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239618" name="AutoShape 2">
            <a:extLst>
              <a:ext uri="{FF2B5EF4-FFF2-40B4-BE49-F238E27FC236}">
                <a16:creationId xmlns:a16="http://schemas.microsoft.com/office/drawing/2014/main" id="{1AE92DFA-0687-6C4F-537F-F9E59292D872}"/>
              </a:ext>
            </a:extLst>
          </p:cNvPr>
          <p:cNvSpPr>
            <a:spLocks noChangeArrowheads="1"/>
          </p:cNvSpPr>
          <p:nvPr/>
        </p:nvSpPr>
        <p:spPr bwMode="auto">
          <a:xfrm>
            <a:off x="1752600" y="990600"/>
            <a:ext cx="4114800" cy="609600"/>
          </a:xfrm>
          <a:prstGeom prst="roundRect">
            <a:avLst>
              <a:gd name="adj" fmla="val 16667"/>
            </a:avLst>
          </a:prstGeom>
          <a:solidFill>
            <a:srgbClr val="EBF7FF"/>
          </a:solidFill>
          <a:ln>
            <a:noFill/>
          </a:ln>
          <a:effectLst>
            <a:prstShdw prst="shdw17" dist="17961" dir="2700000">
              <a:srgbClr val="646499"/>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LEX</a:t>
            </a:r>
            <a:r>
              <a:rPr kumimoji="1" lang="zh-CN" altLang="en-US" sz="2400" b="1">
                <a:solidFill>
                  <a:srgbClr val="FF0000"/>
                </a:solidFill>
                <a:latin typeface="Times New Roman" panose="02020603050405020304" pitchFamily="18" charset="0"/>
                <a:ea typeface="楷体_GB2312"/>
                <a:cs typeface="楷体_GB2312"/>
              </a:rPr>
              <a:t>处理</a:t>
            </a:r>
            <a:r>
              <a:rPr kumimoji="1" lang="zh-CN" altLang="zh-CN" sz="2400" b="1">
                <a:solidFill>
                  <a:srgbClr val="FF0000"/>
                </a:solidFill>
                <a:latin typeface="Times New Roman" panose="02020603050405020304" pitchFamily="18" charset="0"/>
                <a:ea typeface="楷体_GB2312"/>
                <a:cs typeface="楷体_GB2312"/>
              </a:rPr>
              <a:t>二义性规则的原则：</a:t>
            </a:r>
            <a:endParaRPr kumimoji="1" lang="zh-CN" altLang="en-US" sz="2400" b="1">
              <a:solidFill>
                <a:srgbClr val="FF0000"/>
              </a:solidFill>
              <a:latin typeface="Times New Roman" panose="02020603050405020304" pitchFamily="18" charset="0"/>
              <a:ea typeface="楷体_GB2312"/>
              <a:cs typeface="楷体_GB2312"/>
            </a:endParaRPr>
          </a:p>
        </p:txBody>
      </p:sp>
      <p:grpSp>
        <p:nvGrpSpPr>
          <p:cNvPr id="2" name="Group 3">
            <a:extLst>
              <a:ext uri="{FF2B5EF4-FFF2-40B4-BE49-F238E27FC236}">
                <a16:creationId xmlns:a16="http://schemas.microsoft.com/office/drawing/2014/main" id="{DBFFC45A-92FC-AE72-E90D-07E891153546}"/>
              </a:ext>
            </a:extLst>
          </p:cNvPr>
          <p:cNvGrpSpPr>
            <a:grpSpLocks/>
          </p:cNvGrpSpPr>
          <p:nvPr/>
        </p:nvGrpSpPr>
        <p:grpSpPr bwMode="auto">
          <a:xfrm>
            <a:off x="1905000" y="1981200"/>
            <a:ext cx="8305800" cy="1752600"/>
            <a:chOff x="240" y="960"/>
            <a:chExt cx="5232" cy="1104"/>
          </a:xfrm>
        </p:grpSpPr>
        <p:sp>
          <p:nvSpPr>
            <p:cNvPr id="239624" name="Rectangle 4">
              <a:extLst>
                <a:ext uri="{FF2B5EF4-FFF2-40B4-BE49-F238E27FC236}">
                  <a16:creationId xmlns:a16="http://schemas.microsoft.com/office/drawing/2014/main" id="{A2DBEF6A-B781-1F20-19CC-B4834B5FB16A}"/>
                </a:ext>
              </a:extLst>
            </p:cNvPr>
            <p:cNvSpPr>
              <a:spLocks noChangeArrowheads="1"/>
            </p:cNvSpPr>
            <p:nvPr/>
          </p:nvSpPr>
          <p:spPr bwMode="auto">
            <a:xfrm>
              <a:off x="240" y="960"/>
              <a:ext cx="5232" cy="1104"/>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1.</a:t>
              </a:r>
              <a:r>
                <a:rPr kumimoji="1" lang="zh-CN" altLang="en-US" sz="2400" b="1">
                  <a:solidFill>
                    <a:prstClr val="black"/>
                  </a:solidFill>
                  <a:latin typeface="Times New Roman" panose="02020603050405020304" pitchFamily="18" charset="0"/>
                  <a:ea typeface="楷体_GB2312"/>
                  <a:cs typeface="楷体_GB2312"/>
                </a:rPr>
                <a:t>最长匹配原则</a:t>
              </a:r>
            </a:p>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   在识别单词过程中，有一字符串      </a:t>
              </a:r>
              <a:r>
                <a:rPr kumimoji="1" lang="en-US" altLang="zh-CN" sz="2400" b="1">
                  <a:solidFill>
                    <a:prstClr val="black"/>
                  </a:solidFill>
                  <a:latin typeface="Times New Roman" panose="02020603050405020304" pitchFamily="18" charset="0"/>
                  <a:ea typeface="楷体_GB2312"/>
                  <a:cs typeface="楷体_GB2312"/>
                </a:rPr>
                <a:t>x  x  x  x  x</a:t>
              </a:r>
            </a:p>
            <a:p>
              <a:pPr fontAlgn="base">
                <a:spcBef>
                  <a:spcPct val="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   </a:t>
              </a:r>
              <a:r>
                <a:rPr kumimoji="1" lang="zh-CN" altLang="en-US" sz="2400" b="1">
                  <a:solidFill>
                    <a:prstClr val="black"/>
                  </a:solidFill>
                  <a:latin typeface="Times New Roman" panose="02020603050405020304" pitchFamily="18" charset="0"/>
                  <a:ea typeface="楷体_GB2312"/>
                  <a:cs typeface="楷体_GB2312"/>
                </a:rPr>
                <a:t>根据最长匹配原则，应识别为这是</a:t>
              </a:r>
            </a:p>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  一个符合</a:t>
              </a:r>
              <a:r>
                <a:rPr kumimoji="1" lang="en-US" altLang="zh-CN" sz="2400" b="1">
                  <a:solidFill>
                    <a:prstClr val="black"/>
                  </a:solidFill>
                  <a:latin typeface="Times New Roman" panose="02020603050405020304" pitchFamily="18" charset="0"/>
                  <a:ea typeface="楷体_GB2312"/>
                  <a:cs typeface="楷体_GB2312"/>
                </a:rPr>
                <a:t>P</a:t>
              </a:r>
              <a:r>
                <a:rPr kumimoji="1" lang="en-US" altLang="zh-CN" sz="1200" b="1">
                  <a:solidFill>
                    <a:prstClr val="black"/>
                  </a:solidFill>
                  <a:latin typeface="Times New Roman" panose="02020603050405020304" pitchFamily="18" charset="0"/>
                  <a:ea typeface="楷体_GB2312"/>
                  <a:cs typeface="楷体_GB2312"/>
                </a:rPr>
                <a:t>k</a:t>
              </a:r>
              <a:r>
                <a:rPr kumimoji="1" lang="zh-CN" altLang="en-US" sz="2400" b="1">
                  <a:solidFill>
                    <a:prstClr val="black"/>
                  </a:solidFill>
                  <a:latin typeface="Times New Roman" panose="02020603050405020304" pitchFamily="18" charset="0"/>
                  <a:ea typeface="楷体_GB2312"/>
                  <a:cs typeface="楷体_GB2312"/>
                </a:rPr>
                <a:t>规则单词，而不是</a:t>
              </a:r>
              <a:r>
                <a:rPr kumimoji="1" lang="en-US" altLang="zh-CN" sz="2400" b="1">
                  <a:solidFill>
                    <a:prstClr val="black"/>
                  </a:solidFill>
                  <a:latin typeface="Times New Roman" panose="02020603050405020304" pitchFamily="18" charset="0"/>
                  <a:ea typeface="楷体_GB2312"/>
                  <a:cs typeface="楷体_GB2312"/>
                </a:rPr>
                <a:t>Pj</a:t>
              </a:r>
              <a:r>
                <a:rPr kumimoji="1" lang="zh-CN" altLang="en-US" sz="2400" b="1">
                  <a:solidFill>
                    <a:prstClr val="black"/>
                  </a:solidFill>
                  <a:latin typeface="Times New Roman" panose="02020603050405020304" pitchFamily="18" charset="0"/>
                  <a:ea typeface="楷体_GB2312"/>
                  <a:cs typeface="楷体_GB2312"/>
                </a:rPr>
                <a:t>和</a:t>
              </a:r>
              <a:r>
                <a:rPr kumimoji="1" lang="en-US" altLang="zh-CN" sz="2400" b="1">
                  <a:solidFill>
                    <a:prstClr val="black"/>
                  </a:solidFill>
                  <a:latin typeface="Times New Roman" panose="02020603050405020304" pitchFamily="18" charset="0"/>
                  <a:ea typeface="楷体_GB2312"/>
                  <a:cs typeface="楷体_GB2312"/>
                </a:rPr>
                <a:t>Pi</a:t>
              </a:r>
              <a:r>
                <a:rPr kumimoji="1" lang="zh-CN" altLang="en-US" sz="2400" b="1">
                  <a:solidFill>
                    <a:prstClr val="black"/>
                  </a:solidFill>
                  <a:latin typeface="Times New Roman" panose="02020603050405020304" pitchFamily="18" charset="0"/>
                  <a:ea typeface="楷体_GB2312"/>
                  <a:cs typeface="楷体_GB2312"/>
                </a:rPr>
                <a:t>规则的单词。</a:t>
              </a:r>
            </a:p>
          </p:txBody>
        </p:sp>
        <p:sp>
          <p:nvSpPr>
            <p:cNvPr id="239625" name="AutoShape 5">
              <a:extLst>
                <a:ext uri="{FF2B5EF4-FFF2-40B4-BE49-F238E27FC236}">
                  <a16:creationId xmlns:a16="http://schemas.microsoft.com/office/drawing/2014/main" id="{9F65F572-9F98-835F-032B-5812EBF8B55E}"/>
                </a:ext>
              </a:extLst>
            </p:cNvPr>
            <p:cNvSpPr>
              <a:spLocks/>
            </p:cNvSpPr>
            <p:nvPr/>
          </p:nvSpPr>
          <p:spPr bwMode="auto">
            <a:xfrm rot="5400000">
              <a:off x="3552" y="1056"/>
              <a:ext cx="96" cy="384"/>
            </a:xfrm>
            <a:prstGeom prst="leftBrace">
              <a:avLst>
                <a:gd name="adj1" fmla="val 33333"/>
                <a:gd name="adj2" fmla="val 51389"/>
              </a:avLst>
            </a:prstGeom>
            <a:solidFill>
              <a:srgbClr val="CCFFFF">
                <a:alpha val="50195"/>
              </a:srgbClr>
            </a:solidFill>
            <a:ln w="9525">
              <a:solidFill>
                <a:schemeClr val="accent2"/>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prstClr val="black"/>
                </a:solidFill>
                <a:latin typeface="宋体" panose="02010600030101010101" pitchFamily="2" charset="-122"/>
                <a:ea typeface="宋体" panose="02010600030101010101" pitchFamily="2" charset="-122"/>
              </a:endParaRPr>
            </a:p>
          </p:txBody>
        </p:sp>
        <p:sp>
          <p:nvSpPr>
            <p:cNvPr id="239626" name="Text Box 6">
              <a:extLst>
                <a:ext uri="{FF2B5EF4-FFF2-40B4-BE49-F238E27FC236}">
                  <a16:creationId xmlns:a16="http://schemas.microsoft.com/office/drawing/2014/main" id="{89134BD6-4730-000C-3EEC-0365B45AB42B}"/>
                </a:ext>
              </a:extLst>
            </p:cNvPr>
            <p:cNvSpPr txBox="1">
              <a:spLocks noChangeArrowheads="1"/>
            </p:cNvSpPr>
            <p:nvPr/>
          </p:nvSpPr>
          <p:spPr bwMode="auto">
            <a:xfrm>
              <a:off x="3449" y="960"/>
              <a:ext cx="265" cy="28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P</a:t>
              </a:r>
              <a:r>
                <a:rPr kumimoji="1" lang="en-US" altLang="zh-CN" sz="1200" b="1">
                  <a:solidFill>
                    <a:prstClr val="black"/>
                  </a:solidFill>
                  <a:latin typeface="Times New Roman" panose="02020603050405020304" pitchFamily="18" charset="0"/>
                  <a:ea typeface="楷体_GB2312"/>
                  <a:cs typeface="楷体_GB2312"/>
                </a:rPr>
                <a:t>j</a:t>
              </a:r>
              <a:endParaRPr kumimoji="1" lang="en-US" altLang="zh-CN" sz="2400" b="1">
                <a:solidFill>
                  <a:prstClr val="black"/>
                </a:solidFill>
                <a:latin typeface="Times New Roman" panose="02020603050405020304" pitchFamily="18" charset="0"/>
                <a:ea typeface="楷体_GB2312"/>
                <a:cs typeface="楷体_GB2312"/>
              </a:endParaRPr>
            </a:p>
          </p:txBody>
        </p:sp>
        <p:sp>
          <p:nvSpPr>
            <p:cNvPr id="239627" name="AutoShape 7">
              <a:extLst>
                <a:ext uri="{FF2B5EF4-FFF2-40B4-BE49-F238E27FC236}">
                  <a16:creationId xmlns:a16="http://schemas.microsoft.com/office/drawing/2014/main" id="{654C4048-CD9F-7731-789A-8864F88892A5}"/>
                </a:ext>
              </a:extLst>
            </p:cNvPr>
            <p:cNvSpPr>
              <a:spLocks/>
            </p:cNvSpPr>
            <p:nvPr/>
          </p:nvSpPr>
          <p:spPr bwMode="auto">
            <a:xfrm rot="5400000">
              <a:off x="4032" y="1152"/>
              <a:ext cx="96" cy="192"/>
            </a:xfrm>
            <a:prstGeom prst="leftBrace">
              <a:avLst>
                <a:gd name="adj1" fmla="val 16667"/>
                <a:gd name="adj2" fmla="val 51560"/>
              </a:avLst>
            </a:prstGeom>
            <a:solidFill>
              <a:srgbClr val="CCFFFF">
                <a:alpha val="50195"/>
              </a:srgbClr>
            </a:solidFill>
            <a:ln w="9525">
              <a:solidFill>
                <a:schemeClr val="accent2"/>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prstClr val="black"/>
                </a:solidFill>
                <a:latin typeface="宋体" panose="02010600030101010101" pitchFamily="2" charset="-122"/>
                <a:ea typeface="宋体" panose="02010600030101010101" pitchFamily="2" charset="-122"/>
              </a:endParaRPr>
            </a:p>
          </p:txBody>
        </p:sp>
        <p:sp>
          <p:nvSpPr>
            <p:cNvPr id="239628" name="Text Box 8">
              <a:extLst>
                <a:ext uri="{FF2B5EF4-FFF2-40B4-BE49-F238E27FC236}">
                  <a16:creationId xmlns:a16="http://schemas.microsoft.com/office/drawing/2014/main" id="{D458CDB2-EA94-98E5-E9A4-1046E2304B26}"/>
                </a:ext>
              </a:extLst>
            </p:cNvPr>
            <p:cNvSpPr txBox="1">
              <a:spLocks noChangeArrowheads="1"/>
            </p:cNvSpPr>
            <p:nvPr/>
          </p:nvSpPr>
          <p:spPr bwMode="auto">
            <a:xfrm>
              <a:off x="3969" y="960"/>
              <a:ext cx="260" cy="28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P</a:t>
              </a:r>
              <a:r>
                <a:rPr kumimoji="1" lang="en-US" altLang="zh-CN" sz="1200" b="1">
                  <a:solidFill>
                    <a:prstClr val="black"/>
                  </a:solidFill>
                  <a:latin typeface="Times New Roman" panose="02020603050405020304" pitchFamily="18" charset="0"/>
                  <a:ea typeface="楷体_GB2312"/>
                  <a:cs typeface="楷体_GB2312"/>
                </a:rPr>
                <a:t>i</a:t>
              </a:r>
              <a:endParaRPr kumimoji="1" lang="en-US" altLang="zh-CN" sz="2400" b="1">
                <a:solidFill>
                  <a:prstClr val="black"/>
                </a:solidFill>
                <a:latin typeface="Times New Roman" panose="02020603050405020304" pitchFamily="18" charset="0"/>
                <a:ea typeface="楷体_GB2312"/>
                <a:cs typeface="楷体_GB2312"/>
              </a:endParaRPr>
            </a:p>
          </p:txBody>
        </p:sp>
        <p:sp>
          <p:nvSpPr>
            <p:cNvPr id="239629" name="AutoShape 9">
              <a:extLst>
                <a:ext uri="{FF2B5EF4-FFF2-40B4-BE49-F238E27FC236}">
                  <a16:creationId xmlns:a16="http://schemas.microsoft.com/office/drawing/2014/main" id="{68AD31E2-4326-4395-4658-2E81BE4495DB}"/>
                </a:ext>
              </a:extLst>
            </p:cNvPr>
            <p:cNvSpPr>
              <a:spLocks/>
            </p:cNvSpPr>
            <p:nvPr/>
          </p:nvSpPr>
          <p:spPr bwMode="auto">
            <a:xfrm rot="-5400000">
              <a:off x="3756" y="1092"/>
              <a:ext cx="168" cy="768"/>
            </a:xfrm>
            <a:prstGeom prst="leftBrace">
              <a:avLst>
                <a:gd name="adj1" fmla="val 38095"/>
                <a:gd name="adj2" fmla="val 50000"/>
              </a:avLst>
            </a:prstGeom>
            <a:solidFill>
              <a:srgbClr val="CCFFFF">
                <a:alpha val="50195"/>
              </a:srgbClr>
            </a:solidFill>
            <a:ln w="9525">
              <a:solidFill>
                <a:schemeClr val="accent2"/>
              </a:solidFill>
              <a:round/>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endParaRPr lang="zh-CN" altLang="en-US" sz="2000" b="1">
                <a:solidFill>
                  <a:prstClr val="black"/>
                </a:solidFill>
                <a:latin typeface="宋体" panose="02010600030101010101" pitchFamily="2" charset="-122"/>
                <a:ea typeface="宋体" panose="02010600030101010101" pitchFamily="2" charset="-122"/>
              </a:endParaRPr>
            </a:p>
          </p:txBody>
        </p:sp>
        <p:sp>
          <p:nvSpPr>
            <p:cNvPr id="239630" name="Text Box 10">
              <a:extLst>
                <a:ext uri="{FF2B5EF4-FFF2-40B4-BE49-F238E27FC236}">
                  <a16:creationId xmlns:a16="http://schemas.microsoft.com/office/drawing/2014/main" id="{61661C44-E6A7-D4C9-C573-1D34DF6ACA5C}"/>
                </a:ext>
              </a:extLst>
            </p:cNvPr>
            <p:cNvSpPr txBox="1">
              <a:spLocks noChangeArrowheads="1"/>
            </p:cNvSpPr>
            <p:nvPr/>
          </p:nvSpPr>
          <p:spPr bwMode="auto">
            <a:xfrm>
              <a:off x="3722" y="1488"/>
              <a:ext cx="286" cy="28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5000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P</a:t>
              </a:r>
              <a:r>
                <a:rPr kumimoji="1" lang="en-US" altLang="zh-CN" sz="1200" b="1">
                  <a:solidFill>
                    <a:prstClr val="black"/>
                  </a:solidFill>
                  <a:latin typeface="Times New Roman" panose="02020603050405020304" pitchFamily="18" charset="0"/>
                  <a:ea typeface="楷体_GB2312"/>
                  <a:cs typeface="楷体_GB2312"/>
                </a:rPr>
                <a:t>k</a:t>
              </a:r>
              <a:endParaRPr kumimoji="1" lang="en-US" altLang="zh-CN" sz="2400" b="1">
                <a:solidFill>
                  <a:prstClr val="black"/>
                </a:solidFill>
                <a:latin typeface="Times New Roman" panose="02020603050405020304" pitchFamily="18" charset="0"/>
                <a:ea typeface="楷体_GB2312"/>
                <a:cs typeface="楷体_GB2312"/>
              </a:endParaRPr>
            </a:p>
          </p:txBody>
        </p:sp>
      </p:grpSp>
      <p:sp>
        <p:nvSpPr>
          <p:cNvPr id="750603" name="Rectangle 11">
            <a:extLst>
              <a:ext uri="{FF2B5EF4-FFF2-40B4-BE49-F238E27FC236}">
                <a16:creationId xmlns:a16="http://schemas.microsoft.com/office/drawing/2014/main" id="{7764D0AD-DB40-9B2A-A7A4-47FE5CA73451}"/>
              </a:ext>
            </a:extLst>
          </p:cNvPr>
          <p:cNvSpPr>
            <a:spLocks noChangeArrowheads="1"/>
          </p:cNvSpPr>
          <p:nvPr/>
        </p:nvSpPr>
        <p:spPr bwMode="auto">
          <a:xfrm>
            <a:off x="1905000" y="4038600"/>
            <a:ext cx="8305800" cy="1752600"/>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prstClr val="black"/>
                </a:solidFill>
                <a:latin typeface="Times New Roman" panose="02020603050405020304" pitchFamily="18" charset="0"/>
                <a:ea typeface="楷体_GB2312"/>
                <a:cs typeface="楷体_GB2312"/>
              </a:rPr>
              <a:t>2.</a:t>
            </a:r>
            <a:r>
              <a:rPr kumimoji="1" lang="zh-CN" altLang="en-US" sz="2400" b="1">
                <a:solidFill>
                  <a:prstClr val="black"/>
                </a:solidFill>
                <a:latin typeface="Times New Roman" panose="02020603050405020304" pitchFamily="18" charset="0"/>
                <a:ea typeface="楷体_GB2312"/>
                <a:cs typeface="楷体_GB2312"/>
              </a:rPr>
              <a:t>优先匹配原则</a:t>
            </a:r>
          </a:p>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        如有一字符串，有两条规则可以同时匹配时，那么用规则</a:t>
            </a:r>
          </a:p>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序列中位于前面的规则相匹配，所以排列在前面的规则优先权</a:t>
            </a:r>
          </a:p>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最高</a:t>
            </a:r>
          </a:p>
        </p:txBody>
      </p:sp>
      <p:sp>
        <p:nvSpPr>
          <p:cNvPr id="750604" name="AutoShape 12">
            <a:extLst>
              <a:ext uri="{FF2B5EF4-FFF2-40B4-BE49-F238E27FC236}">
                <a16:creationId xmlns:a16="http://schemas.microsoft.com/office/drawing/2014/main" id="{3F49A3B5-CD13-F1F2-C7C2-2C2E4FB6F860}"/>
              </a:ext>
            </a:extLst>
          </p:cNvPr>
          <p:cNvSpPr>
            <a:spLocks noChangeArrowheads="1"/>
          </p:cNvSpPr>
          <p:nvPr/>
        </p:nvSpPr>
        <p:spPr bwMode="auto">
          <a:xfrm>
            <a:off x="5410200" y="3505200"/>
            <a:ext cx="1447800" cy="533400"/>
          </a:xfrm>
          <a:prstGeom prst="wedgeRoundRectCallout">
            <a:avLst>
              <a:gd name="adj1" fmla="val -137500"/>
              <a:gd name="adj2" fmla="val 103569"/>
              <a:gd name="adj3" fmla="val 16667"/>
            </a:avLst>
          </a:prstGeom>
          <a:solidFill>
            <a:srgbClr val="FFFFD5"/>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如</a:t>
            </a:r>
            <a:r>
              <a:rPr kumimoji="1" lang="en-US" altLang="zh-CN" sz="2400" b="1">
                <a:solidFill>
                  <a:srgbClr val="2F2F2F"/>
                </a:solidFill>
                <a:latin typeface="楷体_GB2312"/>
                <a:ea typeface="楷体_GB2312"/>
                <a:cs typeface="楷体_GB2312"/>
              </a:rPr>
              <a:t>,main</a:t>
            </a:r>
          </a:p>
        </p:txBody>
      </p:sp>
      <p:sp>
        <p:nvSpPr>
          <p:cNvPr id="750605" name="AutoShape 13">
            <a:extLst>
              <a:ext uri="{FF2B5EF4-FFF2-40B4-BE49-F238E27FC236}">
                <a16:creationId xmlns:a16="http://schemas.microsoft.com/office/drawing/2014/main" id="{3C5D1863-52A8-3954-2383-704562C5B2E0}"/>
              </a:ext>
            </a:extLst>
          </p:cNvPr>
          <p:cNvSpPr>
            <a:spLocks noChangeArrowheads="1"/>
          </p:cNvSpPr>
          <p:nvPr/>
        </p:nvSpPr>
        <p:spPr bwMode="auto">
          <a:xfrm>
            <a:off x="5410200" y="1447800"/>
            <a:ext cx="1447800" cy="609600"/>
          </a:xfrm>
          <a:prstGeom prst="wedgeRoundRectCallout">
            <a:avLst>
              <a:gd name="adj1" fmla="val -137500"/>
              <a:gd name="adj2" fmla="val 71875"/>
              <a:gd name="adj3" fmla="val 16667"/>
            </a:avLst>
          </a:prstGeom>
          <a:solidFill>
            <a:srgbClr val="FFFFD5"/>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r>
              <a:rPr kumimoji="1" lang="zh-CN" altLang="en-US" sz="2400" b="1">
                <a:solidFill>
                  <a:srgbClr val="2F2F2F"/>
                </a:solidFill>
                <a:latin typeface="楷体_GB2312"/>
                <a:ea typeface="楷体_GB2312"/>
                <a:cs typeface="楷体_GB2312"/>
              </a:rPr>
              <a:t>如</a:t>
            </a:r>
            <a:r>
              <a:rPr kumimoji="1" lang="en-US" altLang="zh-CN" sz="2400" b="1">
                <a:solidFill>
                  <a:srgbClr val="2F2F2F"/>
                </a:solidFill>
                <a:latin typeface="楷体_GB2312"/>
                <a:ea typeface="楷体_GB2312"/>
                <a:cs typeface="楷体_GB2312"/>
              </a:rPr>
              <a:t>,mains</a:t>
            </a:r>
            <a:endParaRPr kumimoji="1" lang="en-US" altLang="zh-CN" sz="2400" b="1">
              <a:solidFill>
                <a:srgbClr val="2F2F2F"/>
              </a:solidFill>
              <a:latin typeface="Times New Roman" panose="02020603050405020304" pitchFamily="18" charset="0"/>
              <a:ea typeface="宋体" panose="02010600030101010101" pitchFamily="2" charset="-122"/>
            </a:endParaRPr>
          </a:p>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宋体" panose="02010600030101010101" pitchFamily="2" charset="-122"/>
            </a:endParaRPr>
          </a:p>
        </p:txBody>
      </p:sp>
      <p:sp>
        <p:nvSpPr>
          <p:cNvPr id="750606" name="Rectangle 14">
            <a:extLst>
              <a:ext uri="{FF2B5EF4-FFF2-40B4-BE49-F238E27FC236}">
                <a16:creationId xmlns:a16="http://schemas.microsoft.com/office/drawing/2014/main" id="{14D2CB04-8A96-56E3-6C73-6B85AD5F0F52}"/>
              </a:ext>
            </a:extLst>
          </p:cNvPr>
          <p:cNvSpPr>
            <a:spLocks noChangeArrowheads="1"/>
          </p:cNvSpPr>
          <p:nvPr/>
        </p:nvSpPr>
        <p:spPr bwMode="auto">
          <a:xfrm>
            <a:off x="5448300" y="125413"/>
            <a:ext cx="5219700" cy="1143000"/>
          </a:xfrm>
          <a:prstGeom prst="rect">
            <a:avLst/>
          </a:prstGeom>
          <a:solidFill>
            <a:srgbClr val="EBF7FF"/>
          </a:solidFill>
          <a:ln w="9525">
            <a:solidFill>
              <a:schemeClr val="tx1"/>
            </a:solidFill>
            <a:miter lim="800000"/>
            <a:headEnd/>
            <a:tailEnd/>
          </a:ln>
        </p:spPr>
        <p:txBody>
          <a:bodyPr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在写</a:t>
            </a:r>
            <a:r>
              <a:rPr kumimoji="1" lang="en-US" altLang="zh-CN" sz="2400" b="1">
                <a:solidFill>
                  <a:srgbClr val="2F2F2F"/>
                </a:solidFill>
                <a:latin typeface="Times New Roman" panose="02020603050405020304" pitchFamily="18" charset="0"/>
                <a:ea typeface="楷体_GB2312"/>
                <a:cs typeface="楷体_GB2312"/>
              </a:rPr>
              <a:t>LEX</a:t>
            </a:r>
            <a:r>
              <a:rPr kumimoji="1" lang="zh-CN" altLang="en-US" sz="2400" b="1">
                <a:solidFill>
                  <a:srgbClr val="2F2F2F"/>
                </a:solidFill>
                <a:latin typeface="Times New Roman" panose="02020603050405020304" pitchFamily="18" charset="0"/>
                <a:ea typeface="楷体_GB2312"/>
                <a:cs typeface="楷体_GB2312"/>
              </a:rPr>
              <a:t>源程序时应注意规则的排列顺序。另要注意，优先匹配原则是在符合最长匹配的前提下执行的。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50605"/>
                                        </p:tgtEl>
                                        <p:attrNameLst>
                                          <p:attrName>style.visibility</p:attrName>
                                        </p:attrNameLst>
                                      </p:cBhvr>
                                      <p:to>
                                        <p:strVal val="visible"/>
                                      </p:to>
                                    </p:set>
                                    <p:anim calcmode="lin" valueType="num">
                                      <p:cBhvr additive="base">
                                        <p:cTn id="13" dur="500" fill="hold"/>
                                        <p:tgtEl>
                                          <p:spTgt spid="750605"/>
                                        </p:tgtEl>
                                        <p:attrNameLst>
                                          <p:attrName>ppt_x</p:attrName>
                                        </p:attrNameLst>
                                      </p:cBhvr>
                                      <p:tavLst>
                                        <p:tav tm="0">
                                          <p:val>
                                            <p:strVal val="0-#ppt_w/2"/>
                                          </p:val>
                                        </p:tav>
                                        <p:tav tm="100000">
                                          <p:val>
                                            <p:strVal val="#ppt_x"/>
                                          </p:val>
                                        </p:tav>
                                      </p:tavLst>
                                    </p:anim>
                                    <p:anim calcmode="lin" valueType="num">
                                      <p:cBhvr additive="base">
                                        <p:cTn id="14" dur="500" fill="hold"/>
                                        <p:tgtEl>
                                          <p:spTgt spid="75060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750603"/>
                                        </p:tgtEl>
                                        <p:attrNameLst>
                                          <p:attrName>style.visibility</p:attrName>
                                        </p:attrNameLst>
                                      </p:cBhvr>
                                      <p:to>
                                        <p:strVal val="visible"/>
                                      </p:to>
                                    </p:set>
                                    <p:animEffect transition="in" filter="wipe(up)">
                                      <p:cBhvr>
                                        <p:cTn id="19" dur="500"/>
                                        <p:tgtEl>
                                          <p:spTgt spid="75060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750604"/>
                                        </p:tgtEl>
                                        <p:attrNameLst>
                                          <p:attrName>style.visibility</p:attrName>
                                        </p:attrNameLst>
                                      </p:cBhvr>
                                      <p:to>
                                        <p:strVal val="visible"/>
                                      </p:to>
                                    </p:set>
                                    <p:anim calcmode="lin" valueType="num">
                                      <p:cBhvr additive="base">
                                        <p:cTn id="24" dur="500" fill="hold"/>
                                        <p:tgtEl>
                                          <p:spTgt spid="750604"/>
                                        </p:tgtEl>
                                        <p:attrNameLst>
                                          <p:attrName>ppt_x</p:attrName>
                                        </p:attrNameLst>
                                      </p:cBhvr>
                                      <p:tavLst>
                                        <p:tav tm="0">
                                          <p:val>
                                            <p:strVal val="0-#ppt_w/2"/>
                                          </p:val>
                                        </p:tav>
                                        <p:tav tm="100000">
                                          <p:val>
                                            <p:strVal val="#ppt_x"/>
                                          </p:val>
                                        </p:tav>
                                      </p:tavLst>
                                    </p:anim>
                                    <p:anim calcmode="lin" valueType="num">
                                      <p:cBhvr additive="base">
                                        <p:cTn id="25" dur="500" fill="hold"/>
                                        <p:tgtEl>
                                          <p:spTgt spid="750604"/>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5" fill="hold" nodeType="clickEffect">
                                  <p:stCondLst>
                                    <p:cond delay="0"/>
                                  </p:stCondLst>
                                  <p:childTnLst>
                                    <p:set>
                                      <p:cBhvr>
                                        <p:cTn id="29" dur="1" fill="hold">
                                          <p:stCondLst>
                                            <p:cond delay="0"/>
                                          </p:stCondLst>
                                        </p:cTn>
                                        <p:tgtEl>
                                          <p:spTgt spid="750606"/>
                                        </p:tgtEl>
                                        <p:attrNameLst>
                                          <p:attrName>style.visibility</p:attrName>
                                        </p:attrNameLst>
                                      </p:cBhvr>
                                      <p:to>
                                        <p:strVal val="visible"/>
                                      </p:to>
                                    </p:set>
                                    <p:animEffect transition="in" filter="checkerboard(down)">
                                      <p:cBhvr>
                                        <p:cTn id="30" dur="500"/>
                                        <p:tgtEl>
                                          <p:spTgt spid="750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603" grpId="0" animBg="1" autoUpdateAnimBg="0"/>
      <p:bldP spid="750604" grpId="0" animBg="1" autoUpdateAnimBg="0"/>
      <p:bldP spid="750605" grpId="0" animBg="1" autoUpdateAnimBg="0"/>
      <p:bldP spid="750606" grpId="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41666" name="Group 2">
            <a:extLst>
              <a:ext uri="{FF2B5EF4-FFF2-40B4-BE49-F238E27FC236}">
                <a16:creationId xmlns:a16="http://schemas.microsoft.com/office/drawing/2014/main" id="{F35BE1EA-699F-94CD-3424-AE1DD72FBAD3}"/>
              </a:ext>
            </a:extLst>
          </p:cNvPr>
          <p:cNvGrpSpPr>
            <a:grpSpLocks/>
          </p:cNvGrpSpPr>
          <p:nvPr/>
        </p:nvGrpSpPr>
        <p:grpSpPr bwMode="auto">
          <a:xfrm>
            <a:off x="1905000" y="914400"/>
            <a:ext cx="3124200" cy="1752600"/>
            <a:chOff x="240" y="576"/>
            <a:chExt cx="1968" cy="1104"/>
          </a:xfrm>
        </p:grpSpPr>
        <p:sp>
          <p:nvSpPr>
            <p:cNvPr id="241671" name="Rectangle 3">
              <a:extLst>
                <a:ext uri="{FF2B5EF4-FFF2-40B4-BE49-F238E27FC236}">
                  <a16:creationId xmlns:a16="http://schemas.microsoft.com/office/drawing/2014/main" id="{52206F1F-0D6E-4B27-C117-109378D9C5D3}"/>
                </a:ext>
              </a:extLst>
            </p:cNvPr>
            <p:cNvSpPr>
              <a:spLocks noChangeArrowheads="1"/>
            </p:cNvSpPr>
            <p:nvPr/>
          </p:nvSpPr>
          <p:spPr bwMode="auto">
            <a:xfrm>
              <a:off x="240" y="576"/>
              <a:ext cx="1968"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例：  </a:t>
              </a:r>
              <a:r>
                <a:rPr kumimoji="1" lang="en-US" altLang="zh-CN" sz="2400" b="1">
                  <a:solidFill>
                    <a:srgbClr val="2F2F2F"/>
                  </a:solidFill>
                  <a:latin typeface="Times New Roman" panose="02020603050405020304" pitchFamily="18" charset="0"/>
                  <a:ea typeface="楷体_GB2312"/>
                  <a:cs typeface="楷体_GB2312"/>
                </a:rPr>
                <a:t>LEX</a:t>
              </a:r>
              <a:r>
                <a:rPr kumimoji="1" lang="zh-CN" altLang="en-US" sz="2400" b="1">
                  <a:solidFill>
                    <a:srgbClr val="2F2F2F"/>
                  </a:solidFill>
                  <a:latin typeface="Times New Roman" panose="02020603050405020304" pitchFamily="18" charset="0"/>
                  <a:ea typeface="楷体_GB2312"/>
                  <a:cs typeface="楷体_GB2312"/>
                </a:rPr>
                <a:t>源程序，</a:t>
              </a:r>
            </a:p>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       {     }</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abb     {     }</a:t>
              </a:r>
            </a:p>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a bb     {     }</a:t>
              </a:r>
            </a:p>
          </p:txBody>
        </p:sp>
        <p:graphicFrame>
          <p:nvGraphicFramePr>
            <p:cNvPr id="241672" name="Object 2">
              <a:extLst>
                <a:ext uri="{FF2B5EF4-FFF2-40B4-BE49-F238E27FC236}">
                  <a16:creationId xmlns:a16="http://schemas.microsoft.com/office/drawing/2014/main" id="{1027BF1C-1F85-4B89-EF2E-09C462402BDC}"/>
                </a:ext>
              </a:extLst>
            </p:cNvPr>
            <p:cNvGraphicFramePr>
              <a:graphicFrameLocks noChangeAspect="1"/>
            </p:cNvGraphicFramePr>
            <p:nvPr/>
          </p:nvGraphicFramePr>
          <p:xfrm>
            <a:off x="849" y="1344"/>
            <a:ext cx="63" cy="79"/>
          </p:xfrm>
          <a:graphic>
            <a:graphicData uri="http://schemas.openxmlformats.org/presentationml/2006/ole">
              <mc:AlternateContent xmlns:mc="http://schemas.openxmlformats.org/markup-compatibility/2006">
                <mc:Choice xmlns:v="urn:schemas-microsoft-com:vml" Requires="v">
                  <p:oleObj name="公式" r:id="rId3" imgW="101424" imgH="126780" progId="Equation.3">
                    <p:embed/>
                  </p:oleObj>
                </mc:Choice>
                <mc:Fallback>
                  <p:oleObj name="公式" r:id="rId3" imgW="101424" imgH="126780" progId="Equation.3">
                    <p:embed/>
                    <p:pic>
                      <p:nvPicPr>
                        <p:cNvPr id="241672" name="Object 2">
                          <a:extLst>
                            <a:ext uri="{FF2B5EF4-FFF2-40B4-BE49-F238E27FC236}">
                              <a16:creationId xmlns:a16="http://schemas.microsoft.com/office/drawing/2014/main" id="{1027BF1C-1F85-4B89-EF2E-09C462402B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 y="1344"/>
                          <a:ext cx="6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1673" name="Object 3">
              <a:extLst>
                <a:ext uri="{FF2B5EF4-FFF2-40B4-BE49-F238E27FC236}">
                  <a16:creationId xmlns:a16="http://schemas.microsoft.com/office/drawing/2014/main" id="{82B23C3D-4046-1D76-58EB-C854BBAEA5FB}"/>
                </a:ext>
              </a:extLst>
            </p:cNvPr>
            <p:cNvGraphicFramePr>
              <a:graphicFrameLocks noChangeAspect="1"/>
            </p:cNvGraphicFramePr>
            <p:nvPr/>
          </p:nvGraphicFramePr>
          <p:xfrm>
            <a:off x="1056" y="1296"/>
            <a:ext cx="63" cy="79"/>
          </p:xfrm>
          <a:graphic>
            <a:graphicData uri="http://schemas.openxmlformats.org/presentationml/2006/ole">
              <mc:AlternateContent xmlns:mc="http://schemas.openxmlformats.org/markup-compatibility/2006">
                <mc:Choice xmlns:v="urn:schemas-microsoft-com:vml" Requires="v">
                  <p:oleObj name="公式" r:id="rId5" imgW="101424" imgH="126780" progId="Equation.3">
                    <p:embed/>
                  </p:oleObj>
                </mc:Choice>
                <mc:Fallback>
                  <p:oleObj name="公式" r:id="rId5" imgW="101424" imgH="126780" progId="Equation.3">
                    <p:embed/>
                    <p:pic>
                      <p:nvPicPr>
                        <p:cNvPr id="241673" name="Object 3">
                          <a:extLst>
                            <a:ext uri="{FF2B5EF4-FFF2-40B4-BE49-F238E27FC236}">
                              <a16:creationId xmlns:a16="http://schemas.microsoft.com/office/drawing/2014/main" id="{82B23C3D-4046-1D76-58EB-C854BBAEA5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296"/>
                          <a:ext cx="6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52646" name="Rectangle 6">
            <a:extLst>
              <a:ext uri="{FF2B5EF4-FFF2-40B4-BE49-F238E27FC236}">
                <a16:creationId xmlns:a16="http://schemas.microsoft.com/office/drawing/2014/main" id="{A7AC56C6-9B71-0C8B-6F69-A6E76E558E72}"/>
              </a:ext>
            </a:extLst>
          </p:cNvPr>
          <p:cNvSpPr>
            <a:spLocks noChangeArrowheads="1"/>
          </p:cNvSpPr>
          <p:nvPr/>
        </p:nvSpPr>
        <p:spPr bwMode="auto">
          <a:xfrm>
            <a:off x="1905000" y="3124200"/>
            <a:ext cx="7010400" cy="457200"/>
          </a:xfrm>
          <a:prstGeom prst="rect">
            <a:avLst/>
          </a:prstGeom>
          <a:solidFill>
            <a:srgbClr val="EBF7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一</a:t>
            </a:r>
            <a:r>
              <a:rPr kumimoji="1" lang="en-US" altLang="zh-CN" sz="2400" b="1">
                <a:solidFill>
                  <a:prstClr val="black"/>
                </a:solidFill>
                <a:latin typeface="Times New Roman" panose="02020603050405020304" pitchFamily="18" charset="0"/>
                <a:ea typeface="楷体_GB2312"/>
                <a:cs typeface="楷体_GB2312"/>
              </a:rPr>
              <a:t>.</a:t>
            </a:r>
            <a:r>
              <a:rPr kumimoji="1" lang="zh-CN" altLang="en-US" sz="2400" b="1">
                <a:solidFill>
                  <a:prstClr val="black"/>
                </a:solidFill>
                <a:latin typeface="Times New Roman" panose="02020603050405020304" pitchFamily="18" charset="0"/>
                <a:ea typeface="楷体_GB2312"/>
                <a:cs typeface="楷体_GB2312"/>
              </a:rPr>
              <a:t>读</a:t>
            </a:r>
            <a:r>
              <a:rPr kumimoji="1" lang="en-US" altLang="zh-CN" sz="2400" b="1">
                <a:solidFill>
                  <a:prstClr val="black"/>
                </a:solidFill>
                <a:latin typeface="Times New Roman" panose="02020603050405020304" pitchFamily="18" charset="0"/>
                <a:ea typeface="楷体_GB2312"/>
                <a:cs typeface="楷体_GB2312"/>
              </a:rPr>
              <a:t>LEX</a:t>
            </a:r>
            <a:r>
              <a:rPr kumimoji="1" lang="zh-CN" altLang="en-US" sz="2400" b="1">
                <a:solidFill>
                  <a:prstClr val="black"/>
                </a:solidFill>
                <a:latin typeface="Times New Roman" panose="02020603050405020304" pitchFamily="18" charset="0"/>
                <a:ea typeface="楷体_GB2312"/>
                <a:cs typeface="楷体_GB2312"/>
              </a:rPr>
              <a:t>源程序，分别生成</a:t>
            </a:r>
            <a:r>
              <a:rPr kumimoji="1" lang="en-US" altLang="zh-CN" sz="2400" b="1">
                <a:solidFill>
                  <a:prstClr val="black"/>
                </a:solidFill>
                <a:latin typeface="Times New Roman" panose="02020603050405020304" pitchFamily="18" charset="0"/>
                <a:ea typeface="楷体_GB2312"/>
                <a:cs typeface="楷体_GB2312"/>
              </a:rPr>
              <a:t>NFA</a:t>
            </a:r>
            <a:r>
              <a:rPr kumimoji="1" lang="zh-CN" altLang="en-US" sz="2400" b="1">
                <a:solidFill>
                  <a:prstClr val="black"/>
                </a:solidFill>
                <a:latin typeface="Times New Roman" panose="02020603050405020304" pitchFamily="18" charset="0"/>
                <a:ea typeface="楷体_GB2312"/>
                <a:cs typeface="楷体_GB2312"/>
              </a:rPr>
              <a:t>，用状态图表示为：</a:t>
            </a:r>
          </a:p>
        </p:txBody>
      </p:sp>
      <p:sp>
        <p:nvSpPr>
          <p:cNvPr id="752647" name="Rectangle 7">
            <a:extLst>
              <a:ext uri="{FF2B5EF4-FFF2-40B4-BE49-F238E27FC236}">
                <a16:creationId xmlns:a16="http://schemas.microsoft.com/office/drawing/2014/main" id="{9DDB8CCB-2117-D5BF-6909-253543ACDAB8}"/>
              </a:ext>
            </a:extLst>
          </p:cNvPr>
          <p:cNvSpPr>
            <a:spLocks noChangeArrowheads="1"/>
          </p:cNvSpPr>
          <p:nvPr/>
        </p:nvSpPr>
        <p:spPr bwMode="auto">
          <a:xfrm>
            <a:off x="1905000" y="3733800"/>
            <a:ext cx="2743200" cy="457200"/>
          </a:xfrm>
          <a:prstGeom prst="rect">
            <a:avLst/>
          </a:prstGeom>
          <a:solidFill>
            <a:srgbClr val="EBF7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prstClr val="black"/>
                </a:solidFill>
                <a:latin typeface="Times New Roman" panose="02020603050405020304" pitchFamily="18" charset="0"/>
                <a:ea typeface="楷体_GB2312"/>
                <a:cs typeface="楷体_GB2312"/>
              </a:rPr>
              <a:t>二</a:t>
            </a:r>
            <a:r>
              <a:rPr kumimoji="1" lang="en-US" altLang="zh-CN" sz="2400" b="1">
                <a:solidFill>
                  <a:prstClr val="black"/>
                </a:solidFill>
                <a:latin typeface="Times New Roman" panose="02020603050405020304" pitchFamily="18" charset="0"/>
                <a:ea typeface="楷体_GB2312"/>
                <a:cs typeface="楷体_GB2312"/>
              </a:rPr>
              <a:t>.</a:t>
            </a:r>
            <a:r>
              <a:rPr kumimoji="1" lang="zh-CN" altLang="en-US" sz="2400" b="1">
                <a:solidFill>
                  <a:prstClr val="black"/>
                </a:solidFill>
                <a:latin typeface="Times New Roman" panose="02020603050405020304" pitchFamily="18" charset="0"/>
                <a:ea typeface="楷体_GB2312"/>
                <a:cs typeface="楷体_GB2312"/>
              </a:rPr>
              <a:t>合并成一个</a:t>
            </a:r>
            <a:r>
              <a:rPr kumimoji="1" lang="en-US" altLang="zh-CN" sz="2400" b="1">
                <a:solidFill>
                  <a:prstClr val="black"/>
                </a:solidFill>
                <a:latin typeface="Times New Roman" panose="02020603050405020304" pitchFamily="18" charset="0"/>
                <a:ea typeface="楷体_GB2312"/>
                <a:cs typeface="楷体_GB2312"/>
              </a:rPr>
              <a:t>NFA</a:t>
            </a:r>
            <a:r>
              <a:rPr kumimoji="1" lang="zh-CN" altLang="en-US" sz="2400" b="1">
                <a:solidFill>
                  <a:prstClr val="black"/>
                </a:solidFill>
                <a:latin typeface="Times New Roman" panose="02020603050405020304" pitchFamily="18" charset="0"/>
                <a:ea typeface="楷体_GB2312"/>
                <a:cs typeface="楷体_GB2312"/>
              </a:rPr>
              <a:t>：</a:t>
            </a:r>
          </a:p>
        </p:txBody>
      </p:sp>
      <p:grpSp>
        <p:nvGrpSpPr>
          <p:cNvPr id="3" name="Group 8">
            <a:extLst>
              <a:ext uri="{FF2B5EF4-FFF2-40B4-BE49-F238E27FC236}">
                <a16:creationId xmlns:a16="http://schemas.microsoft.com/office/drawing/2014/main" id="{C01B200F-D2EF-88F7-9E7E-C04C3707E429}"/>
              </a:ext>
            </a:extLst>
          </p:cNvPr>
          <p:cNvGrpSpPr>
            <a:grpSpLocks/>
          </p:cNvGrpSpPr>
          <p:nvPr/>
        </p:nvGrpSpPr>
        <p:grpSpPr bwMode="auto">
          <a:xfrm>
            <a:off x="4749800" y="3581400"/>
            <a:ext cx="5461000" cy="2362200"/>
            <a:chOff x="2320" y="3360"/>
            <a:chExt cx="3440" cy="1488"/>
          </a:xfrm>
          <a:noFill/>
        </p:grpSpPr>
        <p:grpSp>
          <p:nvGrpSpPr>
            <p:cNvPr id="4" name="Group 9">
              <a:extLst>
                <a:ext uri="{FF2B5EF4-FFF2-40B4-BE49-F238E27FC236}">
                  <a16:creationId xmlns:a16="http://schemas.microsoft.com/office/drawing/2014/main" id="{FCDC3295-C6C5-EAB7-A64F-B7554B6BB933}"/>
                </a:ext>
              </a:extLst>
            </p:cNvPr>
            <p:cNvGrpSpPr>
              <a:grpSpLocks/>
            </p:cNvGrpSpPr>
            <p:nvPr/>
          </p:nvGrpSpPr>
          <p:grpSpPr bwMode="auto">
            <a:xfrm>
              <a:off x="2320" y="3408"/>
              <a:ext cx="3440" cy="1440"/>
              <a:chOff x="2080" y="2352"/>
              <a:chExt cx="3440" cy="1440"/>
            </a:xfrm>
            <a:grpFill/>
          </p:grpSpPr>
          <p:sp>
            <p:nvSpPr>
              <p:cNvPr id="752650" name="AutoShape 10">
                <a:extLst>
                  <a:ext uri="{FF2B5EF4-FFF2-40B4-BE49-F238E27FC236}">
                    <a16:creationId xmlns:a16="http://schemas.microsoft.com/office/drawing/2014/main" id="{1C856F7A-FA5A-3427-029C-C392E56CA031}"/>
                  </a:ext>
                </a:extLst>
              </p:cNvPr>
              <p:cNvSpPr>
                <a:spLocks noChangeArrowheads="1"/>
              </p:cNvSpPr>
              <p:nvPr/>
            </p:nvSpPr>
            <p:spPr bwMode="auto">
              <a:xfrm>
                <a:off x="2112" y="2352"/>
                <a:ext cx="3408" cy="1440"/>
              </a:xfrm>
              <a:prstGeom prst="roundRect">
                <a:avLst>
                  <a:gd name="adj" fmla="val 16667"/>
                </a:avLst>
              </a:prstGeom>
              <a:grpFill/>
              <a:ln w="9525">
                <a:solidFill>
                  <a:schemeClr val="tx1"/>
                </a:solidFill>
                <a:round/>
                <a:headEnd/>
                <a:tailEnd/>
              </a:ln>
              <a:effectLst/>
            </p:spPr>
            <p:txBody>
              <a:bodyPr wrap="none" anchor="ctr"/>
              <a:lstStyle/>
              <a:p>
                <a:pPr fontAlgn="base">
                  <a:spcBef>
                    <a:spcPct val="0"/>
                  </a:spcBef>
                  <a:spcAft>
                    <a:spcPct val="0"/>
                  </a:spcAft>
                  <a:defRPr/>
                </a:pPr>
                <a:endParaRPr kumimoji="1" lang="zh-CN" altLang="en-US" sz="2400" b="1">
                  <a:solidFill>
                    <a:srgbClr val="2F2F2F"/>
                  </a:solidFill>
                  <a:latin typeface="Times New Roman" pitchFamily="18" charset="0"/>
                  <a:ea typeface="楷体_GB2312" pitchFamily="49" charset="-122"/>
                </a:endParaRPr>
              </a:p>
            </p:txBody>
          </p:sp>
          <p:sp>
            <p:nvSpPr>
              <p:cNvPr id="752651" name="Oval 11">
                <a:extLst>
                  <a:ext uri="{FF2B5EF4-FFF2-40B4-BE49-F238E27FC236}">
                    <a16:creationId xmlns:a16="http://schemas.microsoft.com/office/drawing/2014/main" id="{D17193AA-ECE0-1031-F544-1B6CB4E9E536}"/>
                  </a:ext>
                </a:extLst>
              </p:cNvPr>
              <p:cNvSpPr>
                <a:spLocks noChangeArrowheads="1"/>
              </p:cNvSpPr>
              <p:nvPr/>
            </p:nvSpPr>
            <p:spPr bwMode="auto">
              <a:xfrm>
                <a:off x="2544"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dirty="0">
                    <a:solidFill>
                      <a:srgbClr val="2F2F2F"/>
                    </a:solidFill>
                    <a:latin typeface="Times New Roman" pitchFamily="18" charset="0"/>
                    <a:ea typeface="楷体_GB2312" pitchFamily="49" charset="-122"/>
                  </a:rPr>
                  <a:t>0</a:t>
                </a:r>
              </a:p>
            </p:txBody>
          </p:sp>
          <p:sp>
            <p:nvSpPr>
              <p:cNvPr id="752652" name="Oval 12">
                <a:extLst>
                  <a:ext uri="{FF2B5EF4-FFF2-40B4-BE49-F238E27FC236}">
                    <a16:creationId xmlns:a16="http://schemas.microsoft.com/office/drawing/2014/main" id="{C8FE3585-79A6-CA12-EE9F-009AB6FDECAC}"/>
                  </a:ext>
                </a:extLst>
              </p:cNvPr>
              <p:cNvSpPr>
                <a:spLocks noChangeArrowheads="1"/>
              </p:cNvSpPr>
              <p:nvPr/>
            </p:nvSpPr>
            <p:spPr bwMode="auto">
              <a:xfrm>
                <a:off x="316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3</a:t>
                </a:r>
              </a:p>
            </p:txBody>
          </p:sp>
          <p:sp>
            <p:nvSpPr>
              <p:cNvPr id="752653" name="Oval 13">
                <a:extLst>
                  <a:ext uri="{FF2B5EF4-FFF2-40B4-BE49-F238E27FC236}">
                    <a16:creationId xmlns:a16="http://schemas.microsoft.com/office/drawing/2014/main" id="{6AB1059A-2FB4-0A76-1E5C-2816037898BC}"/>
                  </a:ext>
                </a:extLst>
              </p:cNvPr>
              <p:cNvSpPr>
                <a:spLocks noChangeArrowheads="1"/>
              </p:cNvSpPr>
              <p:nvPr/>
            </p:nvSpPr>
            <p:spPr bwMode="auto">
              <a:xfrm>
                <a:off x="3168" y="244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1</a:t>
                </a:r>
              </a:p>
            </p:txBody>
          </p:sp>
          <p:sp>
            <p:nvSpPr>
              <p:cNvPr id="752654" name="Oval 14">
                <a:extLst>
                  <a:ext uri="{FF2B5EF4-FFF2-40B4-BE49-F238E27FC236}">
                    <a16:creationId xmlns:a16="http://schemas.microsoft.com/office/drawing/2014/main" id="{98B8C770-8882-DB89-E835-897CCF2C95A4}"/>
                  </a:ext>
                </a:extLst>
              </p:cNvPr>
              <p:cNvSpPr>
                <a:spLocks noChangeArrowheads="1"/>
              </p:cNvSpPr>
              <p:nvPr/>
            </p:nvSpPr>
            <p:spPr bwMode="auto">
              <a:xfrm>
                <a:off x="3168" y="350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7</a:t>
                </a:r>
              </a:p>
            </p:txBody>
          </p:sp>
          <p:sp>
            <p:nvSpPr>
              <p:cNvPr id="752655" name="Oval 15">
                <a:extLst>
                  <a:ext uri="{FF2B5EF4-FFF2-40B4-BE49-F238E27FC236}">
                    <a16:creationId xmlns:a16="http://schemas.microsoft.com/office/drawing/2014/main" id="{1B227237-70AE-2125-B27B-B9EEE1BEA3CC}"/>
                  </a:ext>
                </a:extLst>
              </p:cNvPr>
              <p:cNvSpPr>
                <a:spLocks noChangeArrowheads="1"/>
              </p:cNvSpPr>
              <p:nvPr/>
            </p:nvSpPr>
            <p:spPr bwMode="auto">
              <a:xfrm>
                <a:off x="388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4</a:t>
                </a:r>
              </a:p>
            </p:txBody>
          </p:sp>
          <p:sp>
            <p:nvSpPr>
              <p:cNvPr id="752656" name="Oval 16">
                <a:extLst>
                  <a:ext uri="{FF2B5EF4-FFF2-40B4-BE49-F238E27FC236}">
                    <a16:creationId xmlns:a16="http://schemas.microsoft.com/office/drawing/2014/main" id="{B0C0A4BD-CAA4-BDC1-775C-45789EB81613}"/>
                  </a:ext>
                </a:extLst>
              </p:cNvPr>
              <p:cNvSpPr>
                <a:spLocks noChangeArrowheads="1"/>
              </p:cNvSpPr>
              <p:nvPr/>
            </p:nvSpPr>
            <p:spPr bwMode="auto">
              <a:xfrm>
                <a:off x="4464"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dirty="0">
                    <a:solidFill>
                      <a:srgbClr val="2F2F2F"/>
                    </a:solidFill>
                    <a:latin typeface="Times New Roman" pitchFamily="18" charset="0"/>
                    <a:ea typeface="楷体_GB2312" pitchFamily="49" charset="-122"/>
                  </a:rPr>
                  <a:t>5</a:t>
                </a:r>
              </a:p>
            </p:txBody>
          </p:sp>
          <p:sp>
            <p:nvSpPr>
              <p:cNvPr id="752657" name="Oval 17">
                <a:extLst>
                  <a:ext uri="{FF2B5EF4-FFF2-40B4-BE49-F238E27FC236}">
                    <a16:creationId xmlns:a16="http://schemas.microsoft.com/office/drawing/2014/main" id="{60F73BAA-5547-E21C-8139-66ECB80FB34E}"/>
                  </a:ext>
                </a:extLst>
              </p:cNvPr>
              <p:cNvSpPr>
                <a:spLocks noChangeArrowheads="1"/>
              </p:cNvSpPr>
              <p:nvPr/>
            </p:nvSpPr>
            <p:spPr bwMode="auto">
              <a:xfrm>
                <a:off x="3840" y="2400"/>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58" name="Oval 18">
                <a:extLst>
                  <a:ext uri="{FF2B5EF4-FFF2-40B4-BE49-F238E27FC236}">
                    <a16:creationId xmlns:a16="http://schemas.microsoft.com/office/drawing/2014/main" id="{4A831552-1A7D-B4FE-875D-88CB2BCB88ED}"/>
                  </a:ext>
                </a:extLst>
              </p:cNvPr>
              <p:cNvSpPr>
                <a:spLocks noChangeArrowheads="1"/>
              </p:cNvSpPr>
              <p:nvPr/>
            </p:nvSpPr>
            <p:spPr bwMode="auto">
              <a:xfrm>
                <a:off x="3888" y="244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2</a:t>
                </a:r>
              </a:p>
            </p:txBody>
          </p:sp>
          <p:sp>
            <p:nvSpPr>
              <p:cNvPr id="752659" name="Oval 19">
                <a:extLst>
                  <a:ext uri="{FF2B5EF4-FFF2-40B4-BE49-F238E27FC236}">
                    <a16:creationId xmlns:a16="http://schemas.microsoft.com/office/drawing/2014/main" id="{7F51B022-0A95-0CB9-6E7F-22624FD70E92}"/>
                  </a:ext>
                </a:extLst>
              </p:cNvPr>
              <p:cNvSpPr>
                <a:spLocks noChangeArrowheads="1"/>
              </p:cNvSpPr>
              <p:nvPr/>
            </p:nvSpPr>
            <p:spPr bwMode="auto">
              <a:xfrm>
                <a:off x="5040" y="2928"/>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0" name="Oval 20">
                <a:extLst>
                  <a:ext uri="{FF2B5EF4-FFF2-40B4-BE49-F238E27FC236}">
                    <a16:creationId xmlns:a16="http://schemas.microsoft.com/office/drawing/2014/main" id="{B089485D-31B3-3846-68FE-0D1A6653E23B}"/>
                  </a:ext>
                </a:extLst>
              </p:cNvPr>
              <p:cNvSpPr>
                <a:spLocks noChangeArrowheads="1"/>
              </p:cNvSpPr>
              <p:nvPr/>
            </p:nvSpPr>
            <p:spPr bwMode="auto">
              <a:xfrm>
                <a:off x="508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6</a:t>
                </a:r>
              </a:p>
            </p:txBody>
          </p:sp>
          <p:sp>
            <p:nvSpPr>
              <p:cNvPr id="752661" name="Oval 21">
                <a:extLst>
                  <a:ext uri="{FF2B5EF4-FFF2-40B4-BE49-F238E27FC236}">
                    <a16:creationId xmlns:a16="http://schemas.microsoft.com/office/drawing/2014/main" id="{6F61BF68-AA93-7230-33D7-82EC47614307}"/>
                  </a:ext>
                </a:extLst>
              </p:cNvPr>
              <p:cNvSpPr>
                <a:spLocks noChangeArrowheads="1"/>
              </p:cNvSpPr>
              <p:nvPr/>
            </p:nvSpPr>
            <p:spPr bwMode="auto">
              <a:xfrm>
                <a:off x="3840" y="3456"/>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2" name="Oval 22">
                <a:extLst>
                  <a:ext uri="{FF2B5EF4-FFF2-40B4-BE49-F238E27FC236}">
                    <a16:creationId xmlns:a16="http://schemas.microsoft.com/office/drawing/2014/main" id="{D528023D-FA3E-B226-A04D-112C4926386C}"/>
                  </a:ext>
                </a:extLst>
              </p:cNvPr>
              <p:cNvSpPr>
                <a:spLocks noChangeArrowheads="1"/>
              </p:cNvSpPr>
              <p:nvPr/>
            </p:nvSpPr>
            <p:spPr bwMode="auto">
              <a:xfrm>
                <a:off x="3888" y="350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8</a:t>
                </a:r>
              </a:p>
            </p:txBody>
          </p:sp>
          <p:sp>
            <p:nvSpPr>
              <p:cNvPr id="752663" name="Line 23">
                <a:extLst>
                  <a:ext uri="{FF2B5EF4-FFF2-40B4-BE49-F238E27FC236}">
                    <a16:creationId xmlns:a16="http://schemas.microsoft.com/office/drawing/2014/main" id="{DDA2B363-2C3E-E9CC-9DD6-D23636FA4807}"/>
                  </a:ext>
                </a:extLst>
              </p:cNvPr>
              <p:cNvSpPr>
                <a:spLocks noChangeShapeType="1"/>
              </p:cNvSpPr>
              <p:nvPr/>
            </p:nvSpPr>
            <p:spPr bwMode="auto">
              <a:xfrm>
                <a:off x="2112" y="3072"/>
                <a:ext cx="432"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4" name="Line 24">
                <a:extLst>
                  <a:ext uri="{FF2B5EF4-FFF2-40B4-BE49-F238E27FC236}">
                    <a16:creationId xmlns:a16="http://schemas.microsoft.com/office/drawing/2014/main" id="{C1053C47-A832-00BD-6548-32A0AED46984}"/>
                  </a:ext>
                </a:extLst>
              </p:cNvPr>
              <p:cNvSpPr>
                <a:spLocks noChangeShapeType="1"/>
              </p:cNvSpPr>
              <p:nvPr/>
            </p:nvSpPr>
            <p:spPr bwMode="auto">
              <a:xfrm>
                <a:off x="3360" y="2544"/>
                <a:ext cx="480"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5" name="Line 25">
                <a:extLst>
                  <a:ext uri="{FF2B5EF4-FFF2-40B4-BE49-F238E27FC236}">
                    <a16:creationId xmlns:a16="http://schemas.microsoft.com/office/drawing/2014/main" id="{B3A146B5-B072-A548-C57B-08A3B35007CE}"/>
                  </a:ext>
                </a:extLst>
              </p:cNvPr>
              <p:cNvSpPr>
                <a:spLocks noChangeShapeType="1"/>
              </p:cNvSpPr>
              <p:nvPr/>
            </p:nvSpPr>
            <p:spPr bwMode="auto">
              <a:xfrm>
                <a:off x="3360" y="3072"/>
                <a:ext cx="528"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6" name="Line 26">
                <a:extLst>
                  <a:ext uri="{FF2B5EF4-FFF2-40B4-BE49-F238E27FC236}">
                    <a16:creationId xmlns:a16="http://schemas.microsoft.com/office/drawing/2014/main" id="{B9680411-271A-1FF9-08B8-7459B6B0DA75}"/>
                  </a:ext>
                </a:extLst>
              </p:cNvPr>
              <p:cNvSpPr>
                <a:spLocks noChangeShapeType="1"/>
              </p:cNvSpPr>
              <p:nvPr/>
            </p:nvSpPr>
            <p:spPr bwMode="auto">
              <a:xfrm>
                <a:off x="3360" y="3600"/>
                <a:ext cx="480"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7" name="Line 27">
                <a:extLst>
                  <a:ext uri="{FF2B5EF4-FFF2-40B4-BE49-F238E27FC236}">
                    <a16:creationId xmlns:a16="http://schemas.microsoft.com/office/drawing/2014/main" id="{E91C73F0-4771-72B0-E9C3-2AC0CC86E877}"/>
                  </a:ext>
                </a:extLst>
              </p:cNvPr>
              <p:cNvSpPr>
                <a:spLocks noChangeShapeType="1"/>
              </p:cNvSpPr>
              <p:nvPr/>
            </p:nvSpPr>
            <p:spPr bwMode="auto">
              <a:xfrm>
                <a:off x="4080" y="3072"/>
                <a:ext cx="384"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8" name="Line 28">
                <a:extLst>
                  <a:ext uri="{FF2B5EF4-FFF2-40B4-BE49-F238E27FC236}">
                    <a16:creationId xmlns:a16="http://schemas.microsoft.com/office/drawing/2014/main" id="{D297274B-E0EB-4C9A-FEC8-741749936210}"/>
                  </a:ext>
                </a:extLst>
              </p:cNvPr>
              <p:cNvSpPr>
                <a:spLocks noChangeShapeType="1"/>
              </p:cNvSpPr>
              <p:nvPr/>
            </p:nvSpPr>
            <p:spPr bwMode="auto">
              <a:xfrm>
                <a:off x="4656" y="3072"/>
                <a:ext cx="384"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69" name="Line 29">
                <a:extLst>
                  <a:ext uri="{FF2B5EF4-FFF2-40B4-BE49-F238E27FC236}">
                    <a16:creationId xmlns:a16="http://schemas.microsoft.com/office/drawing/2014/main" id="{F00F432D-34F6-D484-B87C-E2F990817280}"/>
                  </a:ext>
                </a:extLst>
              </p:cNvPr>
              <p:cNvSpPr>
                <a:spLocks noChangeShapeType="1"/>
              </p:cNvSpPr>
              <p:nvPr/>
            </p:nvSpPr>
            <p:spPr bwMode="auto">
              <a:xfrm>
                <a:off x="2736" y="3072"/>
                <a:ext cx="432"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70" name="Line 30">
                <a:extLst>
                  <a:ext uri="{FF2B5EF4-FFF2-40B4-BE49-F238E27FC236}">
                    <a16:creationId xmlns:a16="http://schemas.microsoft.com/office/drawing/2014/main" id="{068472CC-6144-1DB4-D718-7AFB154E4F63}"/>
                  </a:ext>
                </a:extLst>
              </p:cNvPr>
              <p:cNvSpPr>
                <a:spLocks noChangeShapeType="1"/>
              </p:cNvSpPr>
              <p:nvPr/>
            </p:nvSpPr>
            <p:spPr bwMode="auto">
              <a:xfrm flipV="1">
                <a:off x="2688" y="2496"/>
                <a:ext cx="480" cy="48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71" name="Line 31">
                <a:extLst>
                  <a:ext uri="{FF2B5EF4-FFF2-40B4-BE49-F238E27FC236}">
                    <a16:creationId xmlns:a16="http://schemas.microsoft.com/office/drawing/2014/main" id="{063F2BFD-655D-51E0-31FE-6905A0C31404}"/>
                  </a:ext>
                </a:extLst>
              </p:cNvPr>
              <p:cNvSpPr>
                <a:spLocks noChangeShapeType="1"/>
              </p:cNvSpPr>
              <p:nvPr/>
            </p:nvSpPr>
            <p:spPr bwMode="auto">
              <a:xfrm>
                <a:off x="2688" y="3168"/>
                <a:ext cx="528" cy="384"/>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72" name="Text Box 32">
                <a:extLst>
                  <a:ext uri="{FF2B5EF4-FFF2-40B4-BE49-F238E27FC236}">
                    <a16:creationId xmlns:a16="http://schemas.microsoft.com/office/drawing/2014/main" id="{BE43FEAD-AF27-553F-3E4A-9C579BCED999}"/>
                  </a:ext>
                </a:extLst>
              </p:cNvPr>
              <p:cNvSpPr txBox="1">
                <a:spLocks noChangeArrowheads="1"/>
              </p:cNvSpPr>
              <p:nvPr/>
            </p:nvSpPr>
            <p:spPr bwMode="auto">
              <a:xfrm>
                <a:off x="2080" y="2832"/>
                <a:ext cx="500"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start</a:t>
                </a:r>
                <a:endParaRPr kumimoji="1" lang="en-US" altLang="zh-CN" sz="2400" b="1">
                  <a:solidFill>
                    <a:srgbClr val="2F2F2F"/>
                  </a:solidFill>
                  <a:latin typeface="Times New Roman" pitchFamily="18" charset="0"/>
                  <a:ea typeface="楷体_GB2312" pitchFamily="49" charset="-122"/>
                </a:endParaRPr>
              </a:p>
            </p:txBody>
          </p:sp>
          <p:cxnSp>
            <p:nvCxnSpPr>
              <p:cNvPr id="752673" name="AutoShape 33">
                <a:extLst>
                  <a:ext uri="{FF2B5EF4-FFF2-40B4-BE49-F238E27FC236}">
                    <a16:creationId xmlns:a16="http://schemas.microsoft.com/office/drawing/2014/main" id="{25A31F69-4F93-4058-6759-1882C3BCC38C}"/>
                  </a:ext>
                </a:extLst>
              </p:cNvPr>
              <p:cNvCxnSpPr>
                <a:cxnSpLocks noChangeShapeType="1"/>
                <a:stCxn id="752661" idx="6"/>
                <a:endCxn id="752661" idx="0"/>
              </p:cNvCxnSpPr>
              <p:nvPr/>
            </p:nvCxnSpPr>
            <p:spPr bwMode="auto">
              <a:xfrm flipH="1" flipV="1">
                <a:off x="3984" y="3456"/>
                <a:ext cx="144" cy="144"/>
              </a:xfrm>
              <a:prstGeom prst="curvedConnector4">
                <a:avLst>
                  <a:gd name="adj1" fmla="val -100000"/>
                  <a:gd name="adj2" fmla="val 200000"/>
                </a:avLst>
              </a:prstGeom>
              <a:grpFill/>
              <a:ln w="9525">
                <a:solidFill>
                  <a:schemeClr val="tx1"/>
                </a:solidFill>
                <a:round/>
                <a:headEnd/>
                <a:tailEnd type="triangle" w="med" len="med"/>
              </a:ln>
              <a:effectLst/>
            </p:spPr>
          </p:cxnSp>
          <p:cxnSp>
            <p:nvCxnSpPr>
              <p:cNvPr id="752674" name="AutoShape 34">
                <a:extLst>
                  <a:ext uri="{FF2B5EF4-FFF2-40B4-BE49-F238E27FC236}">
                    <a16:creationId xmlns:a16="http://schemas.microsoft.com/office/drawing/2014/main" id="{29A2BBD0-5420-E8C9-3086-E3289DFC6D05}"/>
                  </a:ext>
                </a:extLst>
              </p:cNvPr>
              <p:cNvCxnSpPr>
                <a:cxnSpLocks noChangeShapeType="1"/>
              </p:cNvCxnSpPr>
              <p:nvPr/>
            </p:nvCxnSpPr>
            <p:spPr bwMode="auto">
              <a:xfrm flipH="1" flipV="1">
                <a:off x="3264" y="3504"/>
                <a:ext cx="101" cy="144"/>
              </a:xfrm>
              <a:prstGeom prst="curvedConnector4">
                <a:avLst>
                  <a:gd name="adj1" fmla="val -144556"/>
                  <a:gd name="adj2" fmla="val 186111"/>
                </a:avLst>
              </a:prstGeom>
              <a:grpFill/>
              <a:ln w="9525">
                <a:solidFill>
                  <a:schemeClr val="tx1"/>
                </a:solidFill>
                <a:round/>
                <a:headEnd/>
                <a:tailEnd type="triangle" w="med" len="med"/>
              </a:ln>
              <a:effectLst/>
            </p:spPr>
          </p:cxnSp>
          <p:sp>
            <p:nvSpPr>
              <p:cNvPr id="752675" name="Text Box 35">
                <a:extLst>
                  <a:ext uri="{FF2B5EF4-FFF2-40B4-BE49-F238E27FC236}">
                    <a16:creationId xmlns:a16="http://schemas.microsoft.com/office/drawing/2014/main" id="{0C5C6AA4-1E59-98F2-96FB-16BE0F21C909}"/>
                  </a:ext>
                </a:extLst>
              </p:cNvPr>
              <p:cNvSpPr txBox="1">
                <a:spLocks noChangeArrowheads="1"/>
              </p:cNvSpPr>
              <p:nvPr/>
            </p:nvSpPr>
            <p:spPr bwMode="auto">
              <a:xfrm>
                <a:off x="4737" y="2832"/>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2676" name="Text Box 36">
                <a:extLst>
                  <a:ext uri="{FF2B5EF4-FFF2-40B4-BE49-F238E27FC236}">
                    <a16:creationId xmlns:a16="http://schemas.microsoft.com/office/drawing/2014/main" id="{048A8C0B-8F9F-1173-EB9A-42B3421E11F5}"/>
                  </a:ext>
                </a:extLst>
              </p:cNvPr>
              <p:cNvSpPr txBox="1">
                <a:spLocks noChangeArrowheads="1"/>
              </p:cNvSpPr>
              <p:nvPr/>
            </p:nvSpPr>
            <p:spPr bwMode="auto">
              <a:xfrm>
                <a:off x="4123" y="2832"/>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2677" name="Text Box 37">
                <a:extLst>
                  <a:ext uri="{FF2B5EF4-FFF2-40B4-BE49-F238E27FC236}">
                    <a16:creationId xmlns:a16="http://schemas.microsoft.com/office/drawing/2014/main" id="{F231EF99-FB5D-EBB9-536B-E7434066F11B}"/>
                  </a:ext>
                </a:extLst>
              </p:cNvPr>
              <p:cNvSpPr txBox="1">
                <a:spLocks noChangeArrowheads="1"/>
              </p:cNvSpPr>
              <p:nvPr/>
            </p:nvSpPr>
            <p:spPr bwMode="auto">
              <a:xfrm>
                <a:off x="4219" y="3264"/>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2678" name="Text Box 38">
                <a:extLst>
                  <a:ext uri="{FF2B5EF4-FFF2-40B4-BE49-F238E27FC236}">
                    <a16:creationId xmlns:a16="http://schemas.microsoft.com/office/drawing/2014/main" id="{0186EC5A-AC62-F2DA-846B-324D94C60DF6}"/>
                  </a:ext>
                </a:extLst>
              </p:cNvPr>
              <p:cNvSpPr txBox="1">
                <a:spLocks noChangeArrowheads="1"/>
              </p:cNvSpPr>
              <p:nvPr/>
            </p:nvSpPr>
            <p:spPr bwMode="auto">
              <a:xfrm>
                <a:off x="3575" y="3408"/>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2679" name="Text Box 39">
                <a:extLst>
                  <a:ext uri="{FF2B5EF4-FFF2-40B4-BE49-F238E27FC236}">
                    <a16:creationId xmlns:a16="http://schemas.microsoft.com/office/drawing/2014/main" id="{9CEBFEEE-C45A-3D32-165C-64BC7A795600}"/>
                  </a:ext>
                </a:extLst>
              </p:cNvPr>
              <p:cNvSpPr txBox="1">
                <a:spLocks noChangeArrowheads="1"/>
              </p:cNvSpPr>
              <p:nvPr/>
            </p:nvSpPr>
            <p:spPr bwMode="auto">
              <a:xfrm>
                <a:off x="3456" y="2832"/>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2680" name="Text Box 40">
                <a:extLst>
                  <a:ext uri="{FF2B5EF4-FFF2-40B4-BE49-F238E27FC236}">
                    <a16:creationId xmlns:a16="http://schemas.microsoft.com/office/drawing/2014/main" id="{C9CDF903-6E40-29A0-3D6A-69F64D155C6E}"/>
                  </a:ext>
                </a:extLst>
              </p:cNvPr>
              <p:cNvSpPr txBox="1">
                <a:spLocks noChangeArrowheads="1"/>
              </p:cNvSpPr>
              <p:nvPr/>
            </p:nvSpPr>
            <p:spPr bwMode="auto">
              <a:xfrm>
                <a:off x="3307" y="3168"/>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2681" name="Text Box 41">
                <a:extLst>
                  <a:ext uri="{FF2B5EF4-FFF2-40B4-BE49-F238E27FC236}">
                    <a16:creationId xmlns:a16="http://schemas.microsoft.com/office/drawing/2014/main" id="{A65FF653-F1D3-A65E-A46C-4787D79BA07A}"/>
                  </a:ext>
                </a:extLst>
              </p:cNvPr>
              <p:cNvSpPr txBox="1">
                <a:spLocks noChangeArrowheads="1"/>
              </p:cNvSpPr>
              <p:nvPr/>
            </p:nvSpPr>
            <p:spPr bwMode="auto">
              <a:xfrm>
                <a:off x="2880" y="2831"/>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sp>
            <p:nvSpPr>
              <p:cNvPr id="752682" name="Text Box 42">
                <a:extLst>
                  <a:ext uri="{FF2B5EF4-FFF2-40B4-BE49-F238E27FC236}">
                    <a16:creationId xmlns:a16="http://schemas.microsoft.com/office/drawing/2014/main" id="{2DC856AC-491A-F903-F217-9E30D494ED20}"/>
                  </a:ext>
                </a:extLst>
              </p:cNvPr>
              <p:cNvSpPr txBox="1">
                <a:spLocks noChangeArrowheads="1"/>
              </p:cNvSpPr>
              <p:nvPr/>
            </p:nvSpPr>
            <p:spPr bwMode="auto">
              <a:xfrm>
                <a:off x="2838" y="2495"/>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sp>
            <p:nvSpPr>
              <p:cNvPr id="752683" name="Text Box 43">
                <a:extLst>
                  <a:ext uri="{FF2B5EF4-FFF2-40B4-BE49-F238E27FC236}">
                    <a16:creationId xmlns:a16="http://schemas.microsoft.com/office/drawing/2014/main" id="{FB4A3954-71D2-5879-CF02-AA79770DB108}"/>
                  </a:ext>
                </a:extLst>
              </p:cNvPr>
              <p:cNvSpPr txBox="1">
                <a:spLocks noChangeArrowheads="1"/>
              </p:cNvSpPr>
              <p:nvPr/>
            </p:nvSpPr>
            <p:spPr bwMode="auto">
              <a:xfrm>
                <a:off x="2886" y="3263"/>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grpSp>
        <p:sp>
          <p:nvSpPr>
            <p:cNvPr id="752684" name="Text Box 44">
              <a:extLst>
                <a:ext uri="{FF2B5EF4-FFF2-40B4-BE49-F238E27FC236}">
                  <a16:creationId xmlns:a16="http://schemas.microsoft.com/office/drawing/2014/main" id="{21328DEA-5CD5-1043-5AA8-8675B46BD56A}"/>
                </a:ext>
              </a:extLst>
            </p:cNvPr>
            <p:cNvSpPr txBox="1">
              <a:spLocks noChangeArrowheads="1"/>
            </p:cNvSpPr>
            <p:nvPr/>
          </p:nvSpPr>
          <p:spPr bwMode="auto">
            <a:xfrm>
              <a:off x="3691" y="3360"/>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grpSp>
      <p:grpSp>
        <p:nvGrpSpPr>
          <p:cNvPr id="5" name="Group 45">
            <a:extLst>
              <a:ext uri="{FF2B5EF4-FFF2-40B4-BE49-F238E27FC236}">
                <a16:creationId xmlns:a16="http://schemas.microsoft.com/office/drawing/2014/main" id="{63A199CD-9FDF-3BCF-DF46-682F712532C4}"/>
              </a:ext>
            </a:extLst>
          </p:cNvPr>
          <p:cNvGrpSpPr>
            <a:grpSpLocks/>
          </p:cNvGrpSpPr>
          <p:nvPr/>
        </p:nvGrpSpPr>
        <p:grpSpPr bwMode="auto">
          <a:xfrm>
            <a:off x="6129338" y="609600"/>
            <a:ext cx="4089400" cy="2057400"/>
            <a:chOff x="2901" y="384"/>
            <a:chExt cx="2576" cy="1296"/>
          </a:xfrm>
          <a:noFill/>
        </p:grpSpPr>
        <p:grpSp>
          <p:nvGrpSpPr>
            <p:cNvPr id="6" name="Group 46">
              <a:extLst>
                <a:ext uri="{FF2B5EF4-FFF2-40B4-BE49-F238E27FC236}">
                  <a16:creationId xmlns:a16="http://schemas.microsoft.com/office/drawing/2014/main" id="{21F98421-07C8-2334-5FA0-353D84D529C3}"/>
                </a:ext>
              </a:extLst>
            </p:cNvPr>
            <p:cNvGrpSpPr>
              <a:grpSpLocks/>
            </p:cNvGrpSpPr>
            <p:nvPr/>
          </p:nvGrpSpPr>
          <p:grpSpPr bwMode="auto">
            <a:xfrm>
              <a:off x="2901" y="384"/>
              <a:ext cx="2576" cy="1296"/>
              <a:chOff x="2901" y="384"/>
              <a:chExt cx="2576" cy="1296"/>
            </a:xfrm>
            <a:grpFill/>
          </p:grpSpPr>
          <p:sp>
            <p:nvSpPr>
              <p:cNvPr id="752687" name="AutoShape 47">
                <a:extLst>
                  <a:ext uri="{FF2B5EF4-FFF2-40B4-BE49-F238E27FC236}">
                    <a16:creationId xmlns:a16="http://schemas.microsoft.com/office/drawing/2014/main" id="{621A1B73-BE9A-411B-8FE1-62B2F7FEA16C}"/>
                  </a:ext>
                </a:extLst>
              </p:cNvPr>
              <p:cNvSpPr>
                <a:spLocks noChangeArrowheads="1"/>
              </p:cNvSpPr>
              <p:nvPr/>
            </p:nvSpPr>
            <p:spPr bwMode="auto">
              <a:xfrm>
                <a:off x="2933" y="384"/>
                <a:ext cx="2544" cy="1296"/>
              </a:xfrm>
              <a:prstGeom prst="wedgeRoundRectCallout">
                <a:avLst>
                  <a:gd name="adj1" fmla="val -51296"/>
                  <a:gd name="adj2" fmla="val 71449"/>
                  <a:gd name="adj3" fmla="val 16667"/>
                </a:avLst>
              </a:prstGeom>
              <a:grpFill/>
              <a:ln w="9525">
                <a:solidFill>
                  <a:schemeClr val="tx1"/>
                </a:solidFill>
                <a:miter lim="800000"/>
                <a:headEnd/>
                <a:tailEnd/>
              </a:ln>
              <a:effectLst/>
            </p:spPr>
            <p:txBody>
              <a:bodyPr wrap="none" anchor="ctr"/>
              <a:lstStyle/>
              <a:p>
                <a:pPr algn="ctr" fontAlgn="base">
                  <a:spcBef>
                    <a:spcPct val="0"/>
                  </a:spcBef>
                  <a:spcAft>
                    <a:spcPct val="0"/>
                  </a:spcAft>
                  <a:defRPr/>
                </a:pPr>
                <a:endParaRPr kumimoji="1" lang="zh-CN" altLang="en-US" sz="2400" b="1">
                  <a:solidFill>
                    <a:srgbClr val="2F2F2F"/>
                  </a:solidFill>
                  <a:latin typeface="Times New Roman" pitchFamily="18" charset="0"/>
                  <a:ea typeface="楷体_GB2312" pitchFamily="49" charset="-122"/>
                </a:endParaRPr>
              </a:p>
            </p:txBody>
          </p:sp>
          <p:sp>
            <p:nvSpPr>
              <p:cNvPr id="752688" name="Oval 48">
                <a:extLst>
                  <a:ext uri="{FF2B5EF4-FFF2-40B4-BE49-F238E27FC236}">
                    <a16:creationId xmlns:a16="http://schemas.microsoft.com/office/drawing/2014/main" id="{19323549-A735-754A-C6A3-A4C51A23C2C1}"/>
                  </a:ext>
                </a:extLst>
              </p:cNvPr>
              <p:cNvSpPr>
                <a:spLocks noChangeArrowheads="1"/>
              </p:cNvSpPr>
              <p:nvPr/>
            </p:nvSpPr>
            <p:spPr bwMode="auto">
              <a:xfrm>
                <a:off x="3845" y="624"/>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89" name="Line 49">
                <a:extLst>
                  <a:ext uri="{FF2B5EF4-FFF2-40B4-BE49-F238E27FC236}">
                    <a16:creationId xmlns:a16="http://schemas.microsoft.com/office/drawing/2014/main" id="{CE54485F-605C-7FFC-3822-83CAB8B22A8A}"/>
                  </a:ext>
                </a:extLst>
              </p:cNvPr>
              <p:cNvSpPr>
                <a:spLocks noChangeShapeType="1"/>
              </p:cNvSpPr>
              <p:nvPr/>
            </p:nvSpPr>
            <p:spPr bwMode="auto">
              <a:xfrm>
                <a:off x="3029" y="768"/>
                <a:ext cx="336"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90" name="Oval 50">
                <a:extLst>
                  <a:ext uri="{FF2B5EF4-FFF2-40B4-BE49-F238E27FC236}">
                    <a16:creationId xmlns:a16="http://schemas.microsoft.com/office/drawing/2014/main" id="{07152403-5F82-2396-6D0A-79FDF839A7B5}"/>
                  </a:ext>
                </a:extLst>
              </p:cNvPr>
              <p:cNvSpPr>
                <a:spLocks noChangeArrowheads="1"/>
              </p:cNvSpPr>
              <p:nvPr/>
            </p:nvSpPr>
            <p:spPr bwMode="auto">
              <a:xfrm>
                <a:off x="3365" y="672"/>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1</a:t>
                </a:r>
              </a:p>
            </p:txBody>
          </p:sp>
          <p:sp>
            <p:nvSpPr>
              <p:cNvPr id="752691" name="Oval 51">
                <a:extLst>
                  <a:ext uri="{FF2B5EF4-FFF2-40B4-BE49-F238E27FC236}">
                    <a16:creationId xmlns:a16="http://schemas.microsoft.com/office/drawing/2014/main" id="{D4FEC389-9BFD-AB7B-6BD0-9C06CB4CE4B4}"/>
                  </a:ext>
                </a:extLst>
              </p:cNvPr>
              <p:cNvSpPr>
                <a:spLocks noChangeArrowheads="1"/>
              </p:cNvSpPr>
              <p:nvPr/>
            </p:nvSpPr>
            <p:spPr bwMode="auto">
              <a:xfrm>
                <a:off x="3893" y="672"/>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2</a:t>
                </a:r>
              </a:p>
            </p:txBody>
          </p:sp>
          <p:sp>
            <p:nvSpPr>
              <p:cNvPr id="752692" name="Line 52">
                <a:extLst>
                  <a:ext uri="{FF2B5EF4-FFF2-40B4-BE49-F238E27FC236}">
                    <a16:creationId xmlns:a16="http://schemas.microsoft.com/office/drawing/2014/main" id="{ED91618B-8754-B241-22E4-B3A16466AEB4}"/>
                  </a:ext>
                </a:extLst>
              </p:cNvPr>
              <p:cNvSpPr>
                <a:spLocks noChangeShapeType="1"/>
              </p:cNvSpPr>
              <p:nvPr/>
            </p:nvSpPr>
            <p:spPr bwMode="auto">
              <a:xfrm>
                <a:off x="3557" y="768"/>
                <a:ext cx="288"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93" name="Oval 53">
                <a:extLst>
                  <a:ext uri="{FF2B5EF4-FFF2-40B4-BE49-F238E27FC236}">
                    <a16:creationId xmlns:a16="http://schemas.microsoft.com/office/drawing/2014/main" id="{ABF7EFA0-4911-09D7-0A70-4EEBAFEDC2A6}"/>
                  </a:ext>
                </a:extLst>
              </p:cNvPr>
              <p:cNvSpPr>
                <a:spLocks noChangeArrowheads="1"/>
              </p:cNvSpPr>
              <p:nvPr/>
            </p:nvSpPr>
            <p:spPr bwMode="auto">
              <a:xfrm>
                <a:off x="3365" y="100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3</a:t>
                </a:r>
              </a:p>
            </p:txBody>
          </p:sp>
          <p:sp>
            <p:nvSpPr>
              <p:cNvPr id="752694" name="Oval 54">
                <a:extLst>
                  <a:ext uri="{FF2B5EF4-FFF2-40B4-BE49-F238E27FC236}">
                    <a16:creationId xmlns:a16="http://schemas.microsoft.com/office/drawing/2014/main" id="{54C09B54-918D-863A-114B-4A24DC7410C5}"/>
                  </a:ext>
                </a:extLst>
              </p:cNvPr>
              <p:cNvSpPr>
                <a:spLocks noChangeArrowheads="1"/>
              </p:cNvSpPr>
              <p:nvPr/>
            </p:nvSpPr>
            <p:spPr bwMode="auto">
              <a:xfrm>
                <a:off x="3893" y="100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4</a:t>
                </a:r>
              </a:p>
            </p:txBody>
          </p:sp>
          <p:sp>
            <p:nvSpPr>
              <p:cNvPr id="752695" name="Oval 55">
                <a:extLst>
                  <a:ext uri="{FF2B5EF4-FFF2-40B4-BE49-F238E27FC236}">
                    <a16:creationId xmlns:a16="http://schemas.microsoft.com/office/drawing/2014/main" id="{8E6C2F29-C46D-3EA4-C91D-DB7E2058C431}"/>
                  </a:ext>
                </a:extLst>
              </p:cNvPr>
              <p:cNvSpPr>
                <a:spLocks noChangeArrowheads="1"/>
              </p:cNvSpPr>
              <p:nvPr/>
            </p:nvSpPr>
            <p:spPr bwMode="auto">
              <a:xfrm>
                <a:off x="4421" y="100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5</a:t>
                </a:r>
              </a:p>
            </p:txBody>
          </p:sp>
          <p:sp>
            <p:nvSpPr>
              <p:cNvPr id="752696" name="Oval 56">
                <a:extLst>
                  <a:ext uri="{FF2B5EF4-FFF2-40B4-BE49-F238E27FC236}">
                    <a16:creationId xmlns:a16="http://schemas.microsoft.com/office/drawing/2014/main" id="{D62DB4FA-20C3-9C07-1E67-AEBDC6E395BF}"/>
                  </a:ext>
                </a:extLst>
              </p:cNvPr>
              <p:cNvSpPr>
                <a:spLocks noChangeArrowheads="1"/>
              </p:cNvSpPr>
              <p:nvPr/>
            </p:nvSpPr>
            <p:spPr bwMode="auto">
              <a:xfrm>
                <a:off x="4901" y="960"/>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97" name="Oval 57">
                <a:extLst>
                  <a:ext uri="{FF2B5EF4-FFF2-40B4-BE49-F238E27FC236}">
                    <a16:creationId xmlns:a16="http://schemas.microsoft.com/office/drawing/2014/main" id="{721E5377-6188-7065-39F8-1750B09360F9}"/>
                  </a:ext>
                </a:extLst>
              </p:cNvPr>
              <p:cNvSpPr>
                <a:spLocks noChangeArrowheads="1"/>
              </p:cNvSpPr>
              <p:nvPr/>
            </p:nvSpPr>
            <p:spPr bwMode="auto">
              <a:xfrm>
                <a:off x="4949" y="100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6</a:t>
                </a:r>
              </a:p>
            </p:txBody>
          </p:sp>
          <p:sp>
            <p:nvSpPr>
              <p:cNvPr id="752698" name="Oval 58">
                <a:extLst>
                  <a:ext uri="{FF2B5EF4-FFF2-40B4-BE49-F238E27FC236}">
                    <a16:creationId xmlns:a16="http://schemas.microsoft.com/office/drawing/2014/main" id="{7526DEE2-B15C-4FCD-C836-490EF73A5456}"/>
                  </a:ext>
                </a:extLst>
              </p:cNvPr>
              <p:cNvSpPr>
                <a:spLocks noChangeArrowheads="1"/>
              </p:cNvSpPr>
              <p:nvPr/>
            </p:nvSpPr>
            <p:spPr bwMode="auto">
              <a:xfrm>
                <a:off x="3845" y="1296"/>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699" name="Oval 59">
                <a:extLst>
                  <a:ext uri="{FF2B5EF4-FFF2-40B4-BE49-F238E27FC236}">
                    <a16:creationId xmlns:a16="http://schemas.microsoft.com/office/drawing/2014/main" id="{19B59AB9-946F-EED8-592A-B2AD3EC96461}"/>
                  </a:ext>
                </a:extLst>
              </p:cNvPr>
              <p:cNvSpPr>
                <a:spLocks noChangeArrowheads="1"/>
              </p:cNvSpPr>
              <p:nvPr/>
            </p:nvSpPr>
            <p:spPr bwMode="auto">
              <a:xfrm>
                <a:off x="3365" y="134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7</a:t>
                </a:r>
              </a:p>
            </p:txBody>
          </p:sp>
          <p:sp>
            <p:nvSpPr>
              <p:cNvPr id="752700" name="Oval 60">
                <a:extLst>
                  <a:ext uri="{FF2B5EF4-FFF2-40B4-BE49-F238E27FC236}">
                    <a16:creationId xmlns:a16="http://schemas.microsoft.com/office/drawing/2014/main" id="{CDC865E5-0A44-1A41-B2E1-EF9AD281C44A}"/>
                  </a:ext>
                </a:extLst>
              </p:cNvPr>
              <p:cNvSpPr>
                <a:spLocks noChangeArrowheads="1"/>
              </p:cNvSpPr>
              <p:nvPr/>
            </p:nvSpPr>
            <p:spPr bwMode="auto">
              <a:xfrm>
                <a:off x="3893" y="134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8</a:t>
                </a:r>
              </a:p>
            </p:txBody>
          </p:sp>
          <p:sp>
            <p:nvSpPr>
              <p:cNvPr id="752701" name="Line 61">
                <a:extLst>
                  <a:ext uri="{FF2B5EF4-FFF2-40B4-BE49-F238E27FC236}">
                    <a16:creationId xmlns:a16="http://schemas.microsoft.com/office/drawing/2014/main" id="{5D4DA30F-C59A-5EC8-2304-338790083BBB}"/>
                  </a:ext>
                </a:extLst>
              </p:cNvPr>
              <p:cNvSpPr>
                <a:spLocks noChangeShapeType="1"/>
              </p:cNvSpPr>
              <p:nvPr/>
            </p:nvSpPr>
            <p:spPr bwMode="auto">
              <a:xfrm>
                <a:off x="3557" y="1104"/>
                <a:ext cx="336"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2" name="Line 62">
                <a:extLst>
                  <a:ext uri="{FF2B5EF4-FFF2-40B4-BE49-F238E27FC236}">
                    <a16:creationId xmlns:a16="http://schemas.microsoft.com/office/drawing/2014/main" id="{648AAE29-C6B6-396C-2CB2-AD9AC56756E3}"/>
                  </a:ext>
                </a:extLst>
              </p:cNvPr>
              <p:cNvSpPr>
                <a:spLocks noChangeShapeType="1"/>
              </p:cNvSpPr>
              <p:nvPr/>
            </p:nvSpPr>
            <p:spPr bwMode="auto">
              <a:xfrm>
                <a:off x="3557" y="1440"/>
                <a:ext cx="288"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3" name="Line 63">
                <a:extLst>
                  <a:ext uri="{FF2B5EF4-FFF2-40B4-BE49-F238E27FC236}">
                    <a16:creationId xmlns:a16="http://schemas.microsoft.com/office/drawing/2014/main" id="{7142D020-C6F4-2CBE-4275-6961681F11B2}"/>
                  </a:ext>
                </a:extLst>
              </p:cNvPr>
              <p:cNvSpPr>
                <a:spLocks noChangeShapeType="1"/>
              </p:cNvSpPr>
              <p:nvPr/>
            </p:nvSpPr>
            <p:spPr bwMode="auto">
              <a:xfrm>
                <a:off x="4085" y="1104"/>
                <a:ext cx="336"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4" name="Line 64">
                <a:extLst>
                  <a:ext uri="{FF2B5EF4-FFF2-40B4-BE49-F238E27FC236}">
                    <a16:creationId xmlns:a16="http://schemas.microsoft.com/office/drawing/2014/main" id="{AC599FE5-CAD4-7341-7ACF-815976E87AEA}"/>
                  </a:ext>
                </a:extLst>
              </p:cNvPr>
              <p:cNvSpPr>
                <a:spLocks noChangeShapeType="1"/>
              </p:cNvSpPr>
              <p:nvPr/>
            </p:nvSpPr>
            <p:spPr bwMode="auto">
              <a:xfrm>
                <a:off x="4613" y="1104"/>
                <a:ext cx="288"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5" name="Line 65">
                <a:extLst>
                  <a:ext uri="{FF2B5EF4-FFF2-40B4-BE49-F238E27FC236}">
                    <a16:creationId xmlns:a16="http://schemas.microsoft.com/office/drawing/2014/main" id="{E43297DA-05A4-B6D8-9E14-39192E29D2E3}"/>
                  </a:ext>
                </a:extLst>
              </p:cNvPr>
              <p:cNvSpPr>
                <a:spLocks noChangeShapeType="1"/>
              </p:cNvSpPr>
              <p:nvPr/>
            </p:nvSpPr>
            <p:spPr bwMode="auto">
              <a:xfrm>
                <a:off x="3029" y="1104"/>
                <a:ext cx="336"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6" name="Line 66">
                <a:extLst>
                  <a:ext uri="{FF2B5EF4-FFF2-40B4-BE49-F238E27FC236}">
                    <a16:creationId xmlns:a16="http://schemas.microsoft.com/office/drawing/2014/main" id="{8FBE8287-70C9-1836-B750-A4EE49BE710A}"/>
                  </a:ext>
                </a:extLst>
              </p:cNvPr>
              <p:cNvSpPr>
                <a:spLocks noChangeShapeType="1"/>
              </p:cNvSpPr>
              <p:nvPr/>
            </p:nvSpPr>
            <p:spPr bwMode="auto">
              <a:xfrm>
                <a:off x="3029" y="1440"/>
                <a:ext cx="336"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2707" name="Text Box 67">
                <a:extLst>
                  <a:ext uri="{FF2B5EF4-FFF2-40B4-BE49-F238E27FC236}">
                    <a16:creationId xmlns:a16="http://schemas.microsoft.com/office/drawing/2014/main" id="{7A9B2C3D-A285-DE63-ED84-226D2607C89C}"/>
                  </a:ext>
                </a:extLst>
              </p:cNvPr>
              <p:cNvSpPr txBox="1">
                <a:spLocks noChangeArrowheads="1"/>
              </p:cNvSpPr>
              <p:nvPr/>
            </p:nvSpPr>
            <p:spPr bwMode="auto">
              <a:xfrm>
                <a:off x="2901" y="504"/>
                <a:ext cx="500"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start</a:t>
                </a:r>
                <a:endParaRPr kumimoji="1" lang="en-US" altLang="zh-CN" sz="2400" b="1">
                  <a:solidFill>
                    <a:srgbClr val="2F2F2F"/>
                  </a:solidFill>
                  <a:latin typeface="Times New Roman" pitchFamily="18" charset="0"/>
                  <a:ea typeface="楷体_GB2312" pitchFamily="49" charset="-122"/>
                </a:endParaRPr>
              </a:p>
            </p:txBody>
          </p:sp>
          <p:sp>
            <p:nvSpPr>
              <p:cNvPr id="752708" name="Text Box 68">
                <a:extLst>
                  <a:ext uri="{FF2B5EF4-FFF2-40B4-BE49-F238E27FC236}">
                    <a16:creationId xmlns:a16="http://schemas.microsoft.com/office/drawing/2014/main" id="{EE6944A8-86DD-D7A6-C517-695B7B587CDE}"/>
                  </a:ext>
                </a:extLst>
              </p:cNvPr>
              <p:cNvSpPr txBox="1">
                <a:spLocks noChangeArrowheads="1"/>
              </p:cNvSpPr>
              <p:nvPr/>
            </p:nvSpPr>
            <p:spPr bwMode="auto">
              <a:xfrm>
                <a:off x="2906" y="864"/>
                <a:ext cx="500"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start</a:t>
                </a:r>
                <a:endParaRPr kumimoji="1" lang="en-US" altLang="zh-CN" sz="2400" b="1">
                  <a:solidFill>
                    <a:srgbClr val="2F2F2F"/>
                  </a:solidFill>
                  <a:latin typeface="Times New Roman" pitchFamily="18" charset="0"/>
                  <a:ea typeface="楷体_GB2312" pitchFamily="49" charset="-122"/>
                </a:endParaRPr>
              </a:p>
            </p:txBody>
          </p:sp>
          <p:sp>
            <p:nvSpPr>
              <p:cNvPr id="752709" name="Text Box 69">
                <a:extLst>
                  <a:ext uri="{FF2B5EF4-FFF2-40B4-BE49-F238E27FC236}">
                    <a16:creationId xmlns:a16="http://schemas.microsoft.com/office/drawing/2014/main" id="{24076D60-BA52-3B4D-C642-9D4B2B42D574}"/>
                  </a:ext>
                </a:extLst>
              </p:cNvPr>
              <p:cNvSpPr txBox="1">
                <a:spLocks noChangeArrowheads="1"/>
              </p:cNvSpPr>
              <p:nvPr/>
            </p:nvSpPr>
            <p:spPr bwMode="auto">
              <a:xfrm>
                <a:off x="2906" y="1200"/>
                <a:ext cx="500"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start</a:t>
                </a:r>
                <a:endParaRPr kumimoji="1" lang="en-US" altLang="zh-CN" sz="2400" b="1">
                  <a:solidFill>
                    <a:srgbClr val="2F2F2F"/>
                  </a:solidFill>
                  <a:latin typeface="Times New Roman" pitchFamily="18" charset="0"/>
                  <a:ea typeface="楷体_GB2312" pitchFamily="49" charset="-122"/>
                </a:endParaRPr>
              </a:p>
            </p:txBody>
          </p:sp>
          <p:sp>
            <p:nvSpPr>
              <p:cNvPr id="752710" name="Text Box 70">
                <a:extLst>
                  <a:ext uri="{FF2B5EF4-FFF2-40B4-BE49-F238E27FC236}">
                    <a16:creationId xmlns:a16="http://schemas.microsoft.com/office/drawing/2014/main" id="{2F7C5193-DA0E-21A8-B44F-F7FD61646EEF}"/>
                  </a:ext>
                </a:extLst>
              </p:cNvPr>
              <p:cNvSpPr txBox="1">
                <a:spLocks noChangeArrowheads="1"/>
              </p:cNvSpPr>
              <p:nvPr/>
            </p:nvSpPr>
            <p:spPr bwMode="auto">
              <a:xfrm>
                <a:off x="3577" y="528"/>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2711" name="Text Box 71">
                <a:extLst>
                  <a:ext uri="{FF2B5EF4-FFF2-40B4-BE49-F238E27FC236}">
                    <a16:creationId xmlns:a16="http://schemas.microsoft.com/office/drawing/2014/main" id="{CE379BF2-CDC8-416C-1E1D-440271B48419}"/>
                  </a:ext>
                </a:extLst>
              </p:cNvPr>
              <p:cNvSpPr txBox="1">
                <a:spLocks noChangeArrowheads="1"/>
              </p:cNvSpPr>
              <p:nvPr/>
            </p:nvSpPr>
            <p:spPr bwMode="auto">
              <a:xfrm>
                <a:off x="3552" y="864"/>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2712" name="Text Box 72">
                <a:extLst>
                  <a:ext uri="{FF2B5EF4-FFF2-40B4-BE49-F238E27FC236}">
                    <a16:creationId xmlns:a16="http://schemas.microsoft.com/office/drawing/2014/main" id="{32994146-A76C-CB81-8917-F766DB1B7F42}"/>
                  </a:ext>
                </a:extLst>
              </p:cNvPr>
              <p:cNvSpPr txBox="1">
                <a:spLocks noChangeArrowheads="1"/>
              </p:cNvSpPr>
              <p:nvPr/>
            </p:nvSpPr>
            <p:spPr bwMode="auto">
              <a:xfrm>
                <a:off x="3600" y="1104"/>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2713" name="Text Box 73">
                <a:extLst>
                  <a:ext uri="{FF2B5EF4-FFF2-40B4-BE49-F238E27FC236}">
                    <a16:creationId xmlns:a16="http://schemas.microsoft.com/office/drawing/2014/main" id="{CC47439D-CA93-AEEC-A282-2CDF0FA665EA}"/>
                  </a:ext>
                </a:extLst>
              </p:cNvPr>
              <p:cNvSpPr txBox="1">
                <a:spLocks noChangeArrowheads="1"/>
              </p:cNvSpPr>
              <p:nvPr/>
            </p:nvSpPr>
            <p:spPr bwMode="auto">
              <a:xfrm>
                <a:off x="4113" y="864"/>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2714" name="Text Box 74">
                <a:extLst>
                  <a:ext uri="{FF2B5EF4-FFF2-40B4-BE49-F238E27FC236}">
                    <a16:creationId xmlns:a16="http://schemas.microsoft.com/office/drawing/2014/main" id="{A16994D5-6AEA-FA0B-EAA3-918F5E9C12A5}"/>
                  </a:ext>
                </a:extLst>
              </p:cNvPr>
              <p:cNvSpPr txBox="1">
                <a:spLocks noChangeArrowheads="1"/>
              </p:cNvSpPr>
              <p:nvPr/>
            </p:nvSpPr>
            <p:spPr bwMode="auto">
              <a:xfrm>
                <a:off x="4641" y="864"/>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cxnSp>
            <p:nvCxnSpPr>
              <p:cNvPr id="752715" name="AutoShape 75">
                <a:extLst>
                  <a:ext uri="{FF2B5EF4-FFF2-40B4-BE49-F238E27FC236}">
                    <a16:creationId xmlns:a16="http://schemas.microsoft.com/office/drawing/2014/main" id="{76EDDAA9-69F1-4E01-0227-DF6E08C8DF4B}"/>
                  </a:ext>
                </a:extLst>
              </p:cNvPr>
              <p:cNvCxnSpPr>
                <a:cxnSpLocks noChangeShapeType="1"/>
                <a:stCxn id="752698" idx="6"/>
              </p:cNvCxnSpPr>
              <p:nvPr/>
            </p:nvCxnSpPr>
            <p:spPr bwMode="auto">
              <a:xfrm flipH="1" flipV="1">
                <a:off x="4032" y="1296"/>
                <a:ext cx="101" cy="144"/>
              </a:xfrm>
              <a:prstGeom prst="curvedConnector4">
                <a:avLst>
                  <a:gd name="adj1" fmla="val -142574"/>
                  <a:gd name="adj2" fmla="val 186111"/>
                </a:avLst>
              </a:prstGeom>
              <a:grpFill/>
              <a:ln w="9525">
                <a:solidFill>
                  <a:schemeClr val="tx1"/>
                </a:solidFill>
                <a:round/>
                <a:headEnd/>
                <a:tailEnd type="triangle" w="med" len="med"/>
              </a:ln>
              <a:effectLst/>
            </p:spPr>
          </p:cxnSp>
          <p:cxnSp>
            <p:nvCxnSpPr>
              <p:cNvPr id="752716" name="AutoShape 76">
                <a:extLst>
                  <a:ext uri="{FF2B5EF4-FFF2-40B4-BE49-F238E27FC236}">
                    <a16:creationId xmlns:a16="http://schemas.microsoft.com/office/drawing/2014/main" id="{01F65C06-E0DD-DCCE-CB98-DB1044FF9F62}"/>
                  </a:ext>
                </a:extLst>
              </p:cNvPr>
              <p:cNvCxnSpPr>
                <a:cxnSpLocks noChangeShapeType="1"/>
              </p:cNvCxnSpPr>
              <p:nvPr/>
            </p:nvCxnSpPr>
            <p:spPr bwMode="auto">
              <a:xfrm flipH="1" flipV="1">
                <a:off x="3456" y="1344"/>
                <a:ext cx="101" cy="144"/>
              </a:xfrm>
              <a:prstGeom prst="curvedConnector4">
                <a:avLst>
                  <a:gd name="adj1" fmla="val -142574"/>
                  <a:gd name="adj2" fmla="val 186111"/>
                </a:avLst>
              </a:prstGeom>
              <a:grpFill/>
              <a:ln w="9525">
                <a:solidFill>
                  <a:schemeClr val="tx1"/>
                </a:solidFill>
                <a:round/>
                <a:headEnd/>
                <a:tailEnd type="triangle" w="med" len="med"/>
              </a:ln>
              <a:effectLst/>
            </p:spPr>
          </p:cxnSp>
          <p:sp>
            <p:nvSpPr>
              <p:cNvPr id="752717" name="Text Box 77">
                <a:extLst>
                  <a:ext uri="{FF2B5EF4-FFF2-40B4-BE49-F238E27FC236}">
                    <a16:creationId xmlns:a16="http://schemas.microsoft.com/office/drawing/2014/main" id="{4E450FF3-2F30-8210-D83A-7C54C0563906}"/>
                  </a:ext>
                </a:extLst>
              </p:cNvPr>
              <p:cNvSpPr txBox="1">
                <a:spLocks noChangeArrowheads="1"/>
              </p:cNvSpPr>
              <p:nvPr/>
            </p:nvSpPr>
            <p:spPr bwMode="auto">
              <a:xfrm>
                <a:off x="4247" y="1152"/>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grpSp>
        <p:sp>
          <p:nvSpPr>
            <p:cNvPr id="752718" name="Text Box 78">
              <a:extLst>
                <a:ext uri="{FF2B5EF4-FFF2-40B4-BE49-F238E27FC236}">
                  <a16:creationId xmlns:a16="http://schemas.microsoft.com/office/drawing/2014/main" id="{2FF02B8F-3104-1382-7A43-2DB44C14E722}"/>
                </a:ext>
              </a:extLst>
            </p:cNvPr>
            <p:cNvSpPr txBox="1">
              <a:spLocks noChangeArrowheads="1"/>
            </p:cNvSpPr>
            <p:nvPr/>
          </p:nvSpPr>
          <p:spPr bwMode="auto">
            <a:xfrm>
              <a:off x="3671" y="1200"/>
              <a:ext cx="223" cy="288"/>
            </a:xfrm>
            <a:prstGeom prst="rect">
              <a:avLst/>
            </a:prstGeom>
            <a:grpFill/>
            <a:ln w="9525">
              <a:noFill/>
              <a:miter lim="800000"/>
              <a:headEnd/>
              <a:tailEnd/>
            </a:ln>
            <a:effectLst/>
          </p:spPr>
          <p:txBody>
            <a:bodyPr wrap="none">
              <a:spAutoFit/>
            </a:bodyPr>
            <a:lstStyle/>
            <a:p>
              <a:pPr algn="ctr" fontAlgn="base">
                <a:spcBef>
                  <a:spcPct val="0"/>
                </a:spcBef>
                <a:spcAft>
                  <a:spcPct val="0"/>
                </a:spcAft>
                <a:defRPr/>
              </a:pPr>
              <a:r>
                <a:rPr kumimoji="1" lang="en-US" altLang="zh-CN" sz="2400" b="1">
                  <a:solidFill>
                    <a:srgbClr val="2F2F2F"/>
                  </a:solidFill>
                  <a:latin typeface="Times New Roman" pitchFamily="18" charset="0"/>
                  <a:ea typeface="宋体" charset="-122"/>
                </a:rPr>
                <a:t>b</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2646"/>
                                        </p:tgtEl>
                                        <p:attrNameLst>
                                          <p:attrName>style.visibility</p:attrName>
                                        </p:attrNameLst>
                                      </p:cBhvr>
                                      <p:to>
                                        <p:strVal val="visible"/>
                                      </p:to>
                                    </p:set>
                                    <p:animEffect transition="in" filter="wipe(left)">
                                      <p:cBhvr>
                                        <p:cTn id="7" dur="500"/>
                                        <p:tgtEl>
                                          <p:spTgt spid="7526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752647"/>
                                        </p:tgtEl>
                                        <p:attrNameLst>
                                          <p:attrName>style.visibility</p:attrName>
                                        </p:attrNameLst>
                                      </p:cBhvr>
                                      <p:to>
                                        <p:strVal val="visible"/>
                                      </p:to>
                                    </p:set>
                                    <p:animEffect transition="in" filter="wipe(left)">
                                      <p:cBhvr>
                                        <p:cTn id="18" dur="500"/>
                                        <p:tgtEl>
                                          <p:spTgt spid="75264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46" grpId="0" animBg="1" autoUpdateAnimBg="0"/>
      <p:bldP spid="752647" grpId="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F78B49C0-6E12-3ECB-DAC1-A389D08CBDC5}"/>
              </a:ext>
            </a:extLst>
          </p:cNvPr>
          <p:cNvSpPr>
            <a:spLocks noChangeArrowheads="1"/>
          </p:cNvSpPr>
          <p:nvPr/>
        </p:nvSpPr>
        <p:spPr bwMode="auto">
          <a:xfrm>
            <a:off x="1905001" y="685800"/>
            <a:ext cx="2905125" cy="457200"/>
          </a:xfrm>
          <a:prstGeom prst="rect">
            <a:avLst/>
          </a:prstGeom>
          <a:solidFill>
            <a:srgbClr val="EBF7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三</a:t>
            </a: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确定化            </a:t>
            </a:r>
            <a:endParaRPr kumimoji="1" lang="en-US" altLang="zh-CN" sz="2400" b="1">
              <a:solidFill>
                <a:srgbClr val="FF0000"/>
              </a:solidFill>
              <a:latin typeface="Times New Roman" panose="02020603050405020304" pitchFamily="18" charset="0"/>
              <a:ea typeface="楷体_GB2312"/>
              <a:cs typeface="楷体_GB2312"/>
            </a:endParaRPr>
          </a:p>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给出状态转换的矩阵</a:t>
            </a:r>
          </a:p>
        </p:txBody>
      </p:sp>
      <p:grpSp>
        <p:nvGrpSpPr>
          <p:cNvPr id="2" name="Group 3">
            <a:extLst>
              <a:ext uri="{FF2B5EF4-FFF2-40B4-BE49-F238E27FC236}">
                <a16:creationId xmlns:a16="http://schemas.microsoft.com/office/drawing/2014/main" id="{25225025-5B98-F0A2-F19D-404829B14BF9}"/>
              </a:ext>
            </a:extLst>
          </p:cNvPr>
          <p:cNvGrpSpPr>
            <a:grpSpLocks/>
          </p:cNvGrpSpPr>
          <p:nvPr/>
        </p:nvGrpSpPr>
        <p:grpSpPr bwMode="auto">
          <a:xfrm>
            <a:off x="1143000" y="2362200"/>
            <a:ext cx="9296400" cy="2667000"/>
            <a:chOff x="-288" y="864"/>
            <a:chExt cx="5856" cy="1680"/>
          </a:xfrm>
        </p:grpSpPr>
        <p:sp>
          <p:nvSpPr>
            <p:cNvPr id="243718" name="Rectangle 4">
              <a:extLst>
                <a:ext uri="{FF2B5EF4-FFF2-40B4-BE49-F238E27FC236}">
                  <a16:creationId xmlns:a16="http://schemas.microsoft.com/office/drawing/2014/main" id="{B3A077BE-88C4-7A4B-7D91-95DF3CF94D59}"/>
                </a:ext>
              </a:extLst>
            </p:cNvPr>
            <p:cNvSpPr>
              <a:spLocks noChangeArrowheads="1"/>
            </p:cNvSpPr>
            <p:nvPr/>
          </p:nvSpPr>
          <p:spPr bwMode="auto">
            <a:xfrm>
              <a:off x="240" y="864"/>
              <a:ext cx="5280" cy="1632"/>
            </a:xfrm>
            <a:prstGeom prst="rect">
              <a:avLst/>
            </a:prstGeom>
            <a:solidFill>
              <a:srgbClr val="FFFFD5"/>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43719" name="Line 5">
              <a:extLst>
                <a:ext uri="{FF2B5EF4-FFF2-40B4-BE49-F238E27FC236}">
                  <a16:creationId xmlns:a16="http://schemas.microsoft.com/office/drawing/2014/main" id="{F7F968F3-0EE4-603D-0BE1-62B1B7547176}"/>
                </a:ext>
              </a:extLst>
            </p:cNvPr>
            <p:cNvSpPr>
              <a:spLocks noChangeShapeType="1"/>
            </p:cNvSpPr>
            <p:nvPr/>
          </p:nvSpPr>
          <p:spPr bwMode="auto">
            <a:xfrm>
              <a:off x="240" y="1152"/>
              <a:ext cx="52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3720" name="Line 6">
              <a:extLst>
                <a:ext uri="{FF2B5EF4-FFF2-40B4-BE49-F238E27FC236}">
                  <a16:creationId xmlns:a16="http://schemas.microsoft.com/office/drawing/2014/main" id="{DCDE1600-86F5-1430-F402-8667C26031EF}"/>
                </a:ext>
              </a:extLst>
            </p:cNvPr>
            <p:cNvSpPr>
              <a:spLocks noChangeShapeType="1"/>
            </p:cNvSpPr>
            <p:nvPr/>
          </p:nvSpPr>
          <p:spPr bwMode="auto">
            <a:xfrm>
              <a:off x="1824"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3721" name="Line 7">
              <a:extLst>
                <a:ext uri="{FF2B5EF4-FFF2-40B4-BE49-F238E27FC236}">
                  <a16:creationId xmlns:a16="http://schemas.microsoft.com/office/drawing/2014/main" id="{78350D5D-39C2-D97E-5A6F-EF7B68B42DB1}"/>
                </a:ext>
              </a:extLst>
            </p:cNvPr>
            <p:cNvSpPr>
              <a:spLocks noChangeShapeType="1"/>
            </p:cNvSpPr>
            <p:nvPr/>
          </p:nvSpPr>
          <p:spPr bwMode="auto">
            <a:xfrm>
              <a:off x="2544"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3722" name="Line 8">
              <a:extLst>
                <a:ext uri="{FF2B5EF4-FFF2-40B4-BE49-F238E27FC236}">
                  <a16:creationId xmlns:a16="http://schemas.microsoft.com/office/drawing/2014/main" id="{BA8F70A4-F317-6FF6-5B71-AF14F6C683F5}"/>
                </a:ext>
              </a:extLst>
            </p:cNvPr>
            <p:cNvSpPr>
              <a:spLocks noChangeShapeType="1"/>
            </p:cNvSpPr>
            <p:nvPr/>
          </p:nvSpPr>
          <p:spPr bwMode="auto">
            <a:xfrm>
              <a:off x="3312"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3723" name="Text Box 9">
              <a:extLst>
                <a:ext uri="{FF2B5EF4-FFF2-40B4-BE49-F238E27FC236}">
                  <a16:creationId xmlns:a16="http://schemas.microsoft.com/office/drawing/2014/main" id="{968B2911-CB8C-9A5C-9B77-9A6F93A4D87E}"/>
                </a:ext>
              </a:extLst>
            </p:cNvPr>
            <p:cNvSpPr txBox="1">
              <a:spLocks noChangeArrowheads="1"/>
            </p:cNvSpPr>
            <p:nvPr/>
          </p:nvSpPr>
          <p:spPr bwMode="auto">
            <a:xfrm>
              <a:off x="240"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状态</a:t>
              </a:r>
            </a:p>
          </p:txBody>
        </p:sp>
        <p:sp>
          <p:nvSpPr>
            <p:cNvPr id="243724" name="Text Box 10">
              <a:extLst>
                <a:ext uri="{FF2B5EF4-FFF2-40B4-BE49-F238E27FC236}">
                  <a16:creationId xmlns:a16="http://schemas.microsoft.com/office/drawing/2014/main" id="{2A4F3096-DCE2-166A-C55D-9F7AABDA9654}"/>
                </a:ext>
              </a:extLst>
            </p:cNvPr>
            <p:cNvSpPr txBox="1">
              <a:spLocks noChangeArrowheads="1"/>
            </p:cNvSpPr>
            <p:nvPr/>
          </p:nvSpPr>
          <p:spPr bwMode="auto">
            <a:xfrm>
              <a:off x="1632"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a:t>
              </a:r>
            </a:p>
          </p:txBody>
        </p:sp>
        <p:sp>
          <p:nvSpPr>
            <p:cNvPr id="243725" name="Text Box 11">
              <a:extLst>
                <a:ext uri="{FF2B5EF4-FFF2-40B4-BE49-F238E27FC236}">
                  <a16:creationId xmlns:a16="http://schemas.microsoft.com/office/drawing/2014/main" id="{03D43293-4504-777A-8275-DA7C4F76A1EA}"/>
                </a:ext>
              </a:extLst>
            </p:cNvPr>
            <p:cNvSpPr txBox="1">
              <a:spLocks noChangeArrowheads="1"/>
            </p:cNvSpPr>
            <p:nvPr/>
          </p:nvSpPr>
          <p:spPr bwMode="auto">
            <a:xfrm>
              <a:off x="2304"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b</a:t>
              </a:r>
            </a:p>
          </p:txBody>
        </p:sp>
        <p:sp>
          <p:nvSpPr>
            <p:cNvPr id="243726" name="Text Box 12">
              <a:extLst>
                <a:ext uri="{FF2B5EF4-FFF2-40B4-BE49-F238E27FC236}">
                  <a16:creationId xmlns:a16="http://schemas.microsoft.com/office/drawing/2014/main" id="{40A0501A-9EEA-8738-8BD5-90E71AD92114}"/>
                </a:ext>
              </a:extLst>
            </p:cNvPr>
            <p:cNvSpPr txBox="1">
              <a:spLocks noChangeArrowheads="1"/>
            </p:cNvSpPr>
            <p:nvPr/>
          </p:nvSpPr>
          <p:spPr bwMode="auto">
            <a:xfrm>
              <a:off x="3264" y="912"/>
              <a:ext cx="23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到达终态所识别的单词</a:t>
              </a:r>
            </a:p>
          </p:txBody>
        </p:sp>
        <p:sp>
          <p:nvSpPr>
            <p:cNvPr id="243727" name="Text Box 13">
              <a:extLst>
                <a:ext uri="{FF2B5EF4-FFF2-40B4-BE49-F238E27FC236}">
                  <a16:creationId xmlns:a16="http://schemas.microsoft.com/office/drawing/2014/main" id="{6C80B0AB-25D6-B658-7D2A-91F87BE754BB}"/>
                </a:ext>
              </a:extLst>
            </p:cNvPr>
            <p:cNvSpPr txBox="1">
              <a:spLocks noChangeArrowheads="1"/>
            </p:cNvSpPr>
            <p:nvPr/>
          </p:nvSpPr>
          <p:spPr bwMode="auto">
            <a:xfrm>
              <a:off x="-288" y="110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初态</a:t>
              </a:r>
            </a:p>
          </p:txBody>
        </p:sp>
        <p:sp>
          <p:nvSpPr>
            <p:cNvPr id="243728" name="Text Box 14">
              <a:extLst>
                <a:ext uri="{FF2B5EF4-FFF2-40B4-BE49-F238E27FC236}">
                  <a16:creationId xmlns:a16="http://schemas.microsoft.com/office/drawing/2014/main" id="{CAD6A743-9F8D-61AE-6F14-E6E675D63B67}"/>
                </a:ext>
              </a:extLst>
            </p:cNvPr>
            <p:cNvSpPr txBox="1">
              <a:spLocks noChangeArrowheads="1"/>
            </p:cNvSpPr>
            <p:nvPr/>
          </p:nvSpPr>
          <p:spPr bwMode="auto">
            <a:xfrm>
              <a:off x="192" y="134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终态</a:t>
              </a:r>
            </a:p>
          </p:txBody>
        </p:sp>
        <p:sp>
          <p:nvSpPr>
            <p:cNvPr id="243729" name="Text Box 15">
              <a:extLst>
                <a:ext uri="{FF2B5EF4-FFF2-40B4-BE49-F238E27FC236}">
                  <a16:creationId xmlns:a16="http://schemas.microsoft.com/office/drawing/2014/main" id="{DA32FC89-1AB3-EDCE-F142-E43052696C6C}"/>
                </a:ext>
              </a:extLst>
            </p:cNvPr>
            <p:cNvSpPr txBox="1">
              <a:spLocks noChangeArrowheads="1"/>
            </p:cNvSpPr>
            <p:nvPr/>
          </p:nvSpPr>
          <p:spPr bwMode="auto">
            <a:xfrm>
              <a:off x="144" y="163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3730" name="Text Box 16">
              <a:extLst>
                <a:ext uri="{FF2B5EF4-FFF2-40B4-BE49-F238E27FC236}">
                  <a16:creationId xmlns:a16="http://schemas.microsoft.com/office/drawing/2014/main" id="{E64BD707-C723-C082-0795-53137CAA689B}"/>
                </a:ext>
              </a:extLst>
            </p:cNvPr>
            <p:cNvSpPr txBox="1">
              <a:spLocks noChangeArrowheads="1"/>
            </p:cNvSpPr>
            <p:nvPr/>
          </p:nvSpPr>
          <p:spPr bwMode="auto">
            <a:xfrm>
              <a:off x="-288" y="201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3731" name="Text Box 17">
              <a:extLst>
                <a:ext uri="{FF2B5EF4-FFF2-40B4-BE49-F238E27FC236}">
                  <a16:creationId xmlns:a16="http://schemas.microsoft.com/office/drawing/2014/main" id="{4B8EC89B-A5BD-0067-E182-40901D37D12D}"/>
                </a:ext>
              </a:extLst>
            </p:cNvPr>
            <p:cNvSpPr txBox="1">
              <a:spLocks noChangeArrowheads="1"/>
            </p:cNvSpPr>
            <p:nvPr/>
          </p:nvSpPr>
          <p:spPr bwMode="auto">
            <a:xfrm>
              <a:off x="-288" y="225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3732" name="Text Box 18">
              <a:extLst>
                <a:ext uri="{FF2B5EF4-FFF2-40B4-BE49-F238E27FC236}">
                  <a16:creationId xmlns:a16="http://schemas.microsoft.com/office/drawing/2014/main" id="{57EE4F16-D73F-39AD-F57F-BCB843989C94}"/>
                </a:ext>
              </a:extLst>
            </p:cNvPr>
            <p:cNvSpPr txBox="1">
              <a:spLocks noChangeArrowheads="1"/>
            </p:cNvSpPr>
            <p:nvPr/>
          </p:nvSpPr>
          <p:spPr bwMode="auto">
            <a:xfrm>
              <a:off x="912" y="1127"/>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{0,1,3,7}</a:t>
              </a:r>
            </a:p>
          </p:txBody>
        </p:sp>
        <p:sp>
          <p:nvSpPr>
            <p:cNvPr id="243733" name="Text Box 19">
              <a:extLst>
                <a:ext uri="{FF2B5EF4-FFF2-40B4-BE49-F238E27FC236}">
                  <a16:creationId xmlns:a16="http://schemas.microsoft.com/office/drawing/2014/main" id="{E9B809AC-342C-D4DE-6D2C-33F4676DC07C}"/>
                </a:ext>
              </a:extLst>
            </p:cNvPr>
            <p:cNvSpPr txBox="1">
              <a:spLocks noChangeArrowheads="1"/>
            </p:cNvSpPr>
            <p:nvPr/>
          </p:nvSpPr>
          <p:spPr bwMode="auto">
            <a:xfrm>
              <a:off x="576"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{2,4,7}</a:t>
              </a:r>
            </a:p>
          </p:txBody>
        </p:sp>
        <p:sp>
          <p:nvSpPr>
            <p:cNvPr id="243734" name="Text Box 20">
              <a:extLst>
                <a:ext uri="{FF2B5EF4-FFF2-40B4-BE49-F238E27FC236}">
                  <a16:creationId xmlns:a16="http://schemas.microsoft.com/office/drawing/2014/main" id="{91E5EB3E-900E-449F-03AC-789A29BE3AF4}"/>
                </a:ext>
              </a:extLst>
            </p:cNvPr>
            <p:cNvSpPr txBox="1">
              <a:spLocks noChangeArrowheads="1"/>
            </p:cNvSpPr>
            <p:nvPr/>
          </p:nvSpPr>
          <p:spPr bwMode="auto">
            <a:xfrm>
              <a:off x="672"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{8}</a:t>
              </a:r>
            </a:p>
          </p:txBody>
        </p:sp>
        <p:sp>
          <p:nvSpPr>
            <p:cNvPr id="243735" name="Text Box 21">
              <a:extLst>
                <a:ext uri="{FF2B5EF4-FFF2-40B4-BE49-F238E27FC236}">
                  <a16:creationId xmlns:a16="http://schemas.microsoft.com/office/drawing/2014/main" id="{F21F86A7-C985-8B52-EDE8-5F688F92DB3B}"/>
                </a:ext>
              </a:extLst>
            </p:cNvPr>
            <p:cNvSpPr txBox="1">
              <a:spLocks noChangeArrowheads="1"/>
            </p:cNvSpPr>
            <p:nvPr/>
          </p:nvSpPr>
          <p:spPr bwMode="auto">
            <a:xfrm>
              <a:off x="672"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3736" name="Text Box 22">
              <a:extLst>
                <a:ext uri="{FF2B5EF4-FFF2-40B4-BE49-F238E27FC236}">
                  <a16:creationId xmlns:a16="http://schemas.microsoft.com/office/drawing/2014/main" id="{308EFC7E-35CF-FC73-6E20-30793CC2725A}"/>
                </a:ext>
              </a:extLst>
            </p:cNvPr>
            <p:cNvSpPr txBox="1">
              <a:spLocks noChangeArrowheads="1"/>
            </p:cNvSpPr>
            <p:nvPr/>
          </p:nvSpPr>
          <p:spPr bwMode="auto">
            <a:xfrm>
              <a:off x="624"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{5,8}</a:t>
              </a:r>
            </a:p>
          </p:txBody>
        </p:sp>
        <p:sp>
          <p:nvSpPr>
            <p:cNvPr id="243737" name="Text Box 23">
              <a:extLst>
                <a:ext uri="{FF2B5EF4-FFF2-40B4-BE49-F238E27FC236}">
                  <a16:creationId xmlns:a16="http://schemas.microsoft.com/office/drawing/2014/main" id="{FE931C2C-E84F-E327-22C1-A67ED771B174}"/>
                </a:ext>
              </a:extLst>
            </p:cNvPr>
            <p:cNvSpPr txBox="1">
              <a:spLocks noChangeArrowheads="1"/>
            </p:cNvSpPr>
            <p:nvPr/>
          </p:nvSpPr>
          <p:spPr bwMode="auto">
            <a:xfrm>
              <a:off x="624"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{6,8}</a:t>
              </a:r>
            </a:p>
          </p:txBody>
        </p:sp>
        <p:sp>
          <p:nvSpPr>
            <p:cNvPr id="243738" name="Text Box 24">
              <a:extLst>
                <a:ext uri="{FF2B5EF4-FFF2-40B4-BE49-F238E27FC236}">
                  <a16:creationId xmlns:a16="http://schemas.microsoft.com/office/drawing/2014/main" id="{B0D9D1A6-AD40-D67F-70AB-27A2899D48E3}"/>
                </a:ext>
              </a:extLst>
            </p:cNvPr>
            <p:cNvSpPr txBox="1">
              <a:spLocks noChangeArrowheads="1"/>
            </p:cNvSpPr>
            <p:nvPr/>
          </p:nvSpPr>
          <p:spPr bwMode="auto">
            <a:xfrm>
              <a:off x="1824" y="1104"/>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{2,4,7}</a:t>
              </a:r>
            </a:p>
          </p:txBody>
        </p:sp>
        <p:sp>
          <p:nvSpPr>
            <p:cNvPr id="243739" name="Text Box 25">
              <a:extLst>
                <a:ext uri="{FF2B5EF4-FFF2-40B4-BE49-F238E27FC236}">
                  <a16:creationId xmlns:a16="http://schemas.microsoft.com/office/drawing/2014/main" id="{B0123D5F-9579-6A75-95AE-2DF4CF7EF631}"/>
                </a:ext>
              </a:extLst>
            </p:cNvPr>
            <p:cNvSpPr txBox="1">
              <a:spLocks noChangeArrowheads="1"/>
            </p:cNvSpPr>
            <p:nvPr/>
          </p:nvSpPr>
          <p:spPr bwMode="auto">
            <a:xfrm>
              <a:off x="1488"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3740" name="Text Box 26">
              <a:extLst>
                <a:ext uri="{FF2B5EF4-FFF2-40B4-BE49-F238E27FC236}">
                  <a16:creationId xmlns:a16="http://schemas.microsoft.com/office/drawing/2014/main" id="{7DC91DD0-DC9F-13AF-7DF4-66FF8E3CA199}"/>
                </a:ext>
              </a:extLst>
            </p:cNvPr>
            <p:cNvSpPr txBox="1">
              <a:spLocks noChangeArrowheads="1"/>
            </p:cNvSpPr>
            <p:nvPr/>
          </p:nvSpPr>
          <p:spPr bwMode="auto">
            <a:xfrm>
              <a:off x="1488"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3741" name="Text Box 27">
              <a:extLst>
                <a:ext uri="{FF2B5EF4-FFF2-40B4-BE49-F238E27FC236}">
                  <a16:creationId xmlns:a16="http://schemas.microsoft.com/office/drawing/2014/main" id="{3E954660-5F54-B9CA-FCD3-9A569563F725}"/>
                </a:ext>
              </a:extLst>
            </p:cNvPr>
            <p:cNvSpPr txBox="1">
              <a:spLocks noChangeArrowheads="1"/>
            </p:cNvSpPr>
            <p:nvPr/>
          </p:nvSpPr>
          <p:spPr bwMode="auto">
            <a:xfrm>
              <a:off x="2256" y="110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3742" name="Text Box 28">
              <a:extLst>
                <a:ext uri="{FF2B5EF4-FFF2-40B4-BE49-F238E27FC236}">
                  <a16:creationId xmlns:a16="http://schemas.microsoft.com/office/drawing/2014/main" id="{54BE156F-040F-3414-3006-260A15A7942D}"/>
                </a:ext>
              </a:extLst>
            </p:cNvPr>
            <p:cNvSpPr txBox="1">
              <a:spLocks noChangeArrowheads="1"/>
            </p:cNvSpPr>
            <p:nvPr/>
          </p:nvSpPr>
          <p:spPr bwMode="auto">
            <a:xfrm>
              <a:off x="2208"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{5,8}</a:t>
              </a:r>
            </a:p>
          </p:txBody>
        </p:sp>
        <p:sp>
          <p:nvSpPr>
            <p:cNvPr id="243743" name="Text Box 29">
              <a:extLst>
                <a:ext uri="{FF2B5EF4-FFF2-40B4-BE49-F238E27FC236}">
                  <a16:creationId xmlns:a16="http://schemas.microsoft.com/office/drawing/2014/main" id="{171DCC2F-8696-F8D0-82C0-80CC9BAB3989}"/>
                </a:ext>
              </a:extLst>
            </p:cNvPr>
            <p:cNvSpPr txBox="1">
              <a:spLocks noChangeArrowheads="1"/>
            </p:cNvSpPr>
            <p:nvPr/>
          </p:nvSpPr>
          <p:spPr bwMode="auto">
            <a:xfrm>
              <a:off x="225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3744" name="Text Box 30">
              <a:extLst>
                <a:ext uri="{FF2B5EF4-FFF2-40B4-BE49-F238E27FC236}">
                  <a16:creationId xmlns:a16="http://schemas.microsoft.com/office/drawing/2014/main" id="{3BBE23BE-15DD-074F-B19E-744F0117F574}"/>
                </a:ext>
              </a:extLst>
            </p:cNvPr>
            <p:cNvSpPr txBox="1">
              <a:spLocks noChangeArrowheads="1"/>
            </p:cNvSpPr>
            <p:nvPr/>
          </p:nvSpPr>
          <p:spPr bwMode="auto">
            <a:xfrm>
              <a:off x="2256"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3745" name="Text Box 31">
              <a:extLst>
                <a:ext uri="{FF2B5EF4-FFF2-40B4-BE49-F238E27FC236}">
                  <a16:creationId xmlns:a16="http://schemas.microsoft.com/office/drawing/2014/main" id="{61127659-6341-4497-589C-93684A99DF54}"/>
                </a:ext>
              </a:extLst>
            </p:cNvPr>
            <p:cNvSpPr txBox="1">
              <a:spLocks noChangeArrowheads="1"/>
            </p:cNvSpPr>
            <p:nvPr/>
          </p:nvSpPr>
          <p:spPr bwMode="auto">
            <a:xfrm>
              <a:off x="2256"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3746" name="Text Box 32">
              <a:extLst>
                <a:ext uri="{FF2B5EF4-FFF2-40B4-BE49-F238E27FC236}">
                  <a16:creationId xmlns:a16="http://schemas.microsoft.com/office/drawing/2014/main" id="{7584F92D-97B1-CE2A-3893-E415D16EA834}"/>
                </a:ext>
              </a:extLst>
            </p:cNvPr>
            <p:cNvSpPr txBox="1">
              <a:spLocks noChangeArrowheads="1"/>
            </p:cNvSpPr>
            <p:nvPr/>
          </p:nvSpPr>
          <p:spPr bwMode="auto">
            <a:xfrm>
              <a:off x="2208"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{6,8}</a:t>
              </a:r>
            </a:p>
          </p:txBody>
        </p:sp>
        <p:sp>
          <p:nvSpPr>
            <p:cNvPr id="243747" name="Text Box 33">
              <a:extLst>
                <a:ext uri="{FF2B5EF4-FFF2-40B4-BE49-F238E27FC236}">
                  <a16:creationId xmlns:a16="http://schemas.microsoft.com/office/drawing/2014/main" id="{A2BDDA12-7FE0-E522-AF3E-D0D16B0D3479}"/>
                </a:ext>
              </a:extLst>
            </p:cNvPr>
            <p:cNvSpPr txBox="1">
              <a:spLocks noChangeArrowheads="1"/>
            </p:cNvSpPr>
            <p:nvPr/>
          </p:nvSpPr>
          <p:spPr bwMode="auto">
            <a:xfrm>
              <a:off x="1536"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3748" name="Text Box 34">
              <a:extLst>
                <a:ext uri="{FF2B5EF4-FFF2-40B4-BE49-F238E27FC236}">
                  <a16:creationId xmlns:a16="http://schemas.microsoft.com/office/drawing/2014/main" id="{CC2BD9EA-FE9A-9AFA-7564-42620D0F8EE3}"/>
                </a:ext>
              </a:extLst>
            </p:cNvPr>
            <p:cNvSpPr txBox="1">
              <a:spLocks noChangeArrowheads="1"/>
            </p:cNvSpPr>
            <p:nvPr/>
          </p:nvSpPr>
          <p:spPr bwMode="auto">
            <a:xfrm>
              <a:off x="1536"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3749" name="Text Box 35">
              <a:extLst>
                <a:ext uri="{FF2B5EF4-FFF2-40B4-BE49-F238E27FC236}">
                  <a16:creationId xmlns:a16="http://schemas.microsoft.com/office/drawing/2014/main" id="{562A98D4-AC05-908E-E798-A9790B29767C}"/>
                </a:ext>
              </a:extLst>
            </p:cNvPr>
            <p:cNvSpPr txBox="1">
              <a:spLocks noChangeArrowheads="1"/>
            </p:cNvSpPr>
            <p:nvPr/>
          </p:nvSpPr>
          <p:spPr bwMode="auto">
            <a:xfrm>
              <a:off x="153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3750" name="Text Box 36">
              <a:extLst>
                <a:ext uri="{FF2B5EF4-FFF2-40B4-BE49-F238E27FC236}">
                  <a16:creationId xmlns:a16="http://schemas.microsoft.com/office/drawing/2014/main" id="{150DC583-389C-E667-CFE9-20694097C30A}"/>
                </a:ext>
              </a:extLst>
            </p:cNvPr>
            <p:cNvSpPr txBox="1">
              <a:spLocks noChangeArrowheads="1"/>
            </p:cNvSpPr>
            <p:nvPr/>
          </p:nvSpPr>
          <p:spPr bwMode="auto">
            <a:xfrm>
              <a:off x="3456"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a:t>
              </a:r>
            </a:p>
          </p:txBody>
        </p:sp>
        <p:sp>
          <p:nvSpPr>
            <p:cNvPr id="243751" name="Text Box 37">
              <a:extLst>
                <a:ext uri="{FF2B5EF4-FFF2-40B4-BE49-F238E27FC236}">
                  <a16:creationId xmlns:a16="http://schemas.microsoft.com/office/drawing/2014/main" id="{E82AE124-3F30-3EE0-5E7D-1EA9DD3AEB7D}"/>
                </a:ext>
              </a:extLst>
            </p:cNvPr>
            <p:cNvSpPr txBox="1">
              <a:spLocks noChangeArrowheads="1"/>
            </p:cNvSpPr>
            <p:nvPr/>
          </p:nvSpPr>
          <p:spPr bwMode="auto">
            <a:xfrm>
              <a:off x="345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  bb</a:t>
              </a:r>
            </a:p>
          </p:txBody>
        </p:sp>
        <p:graphicFrame>
          <p:nvGraphicFramePr>
            <p:cNvPr id="243752" name="Object 2">
              <a:extLst>
                <a:ext uri="{FF2B5EF4-FFF2-40B4-BE49-F238E27FC236}">
                  <a16:creationId xmlns:a16="http://schemas.microsoft.com/office/drawing/2014/main" id="{B9E8182C-D420-F234-0963-0C3633035119}"/>
                </a:ext>
              </a:extLst>
            </p:cNvPr>
            <p:cNvGraphicFramePr>
              <a:graphicFrameLocks noChangeAspect="1"/>
            </p:cNvGraphicFramePr>
            <p:nvPr/>
          </p:nvGraphicFramePr>
          <p:xfrm>
            <a:off x="4065" y="1632"/>
            <a:ext cx="77" cy="96"/>
          </p:xfrm>
          <a:graphic>
            <a:graphicData uri="http://schemas.openxmlformats.org/presentationml/2006/ole">
              <mc:AlternateContent xmlns:mc="http://schemas.openxmlformats.org/markup-compatibility/2006">
                <mc:Choice xmlns:v="urn:schemas-microsoft-com:vml" Requires="v">
                  <p:oleObj name="公式" r:id="rId3" imgW="101424" imgH="126780" progId="Equation.3">
                    <p:embed/>
                  </p:oleObj>
                </mc:Choice>
                <mc:Fallback>
                  <p:oleObj name="公式" r:id="rId3" imgW="101424" imgH="126780" progId="Equation.3">
                    <p:embed/>
                    <p:pic>
                      <p:nvPicPr>
                        <p:cNvPr id="243752" name="Object 2">
                          <a:extLst>
                            <a:ext uri="{FF2B5EF4-FFF2-40B4-BE49-F238E27FC236}">
                              <a16:creationId xmlns:a16="http://schemas.microsoft.com/office/drawing/2014/main" id="{B9E8182C-D420-F234-0963-0C36330351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5" y="1632"/>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3753" name="Object 3">
              <a:extLst>
                <a:ext uri="{FF2B5EF4-FFF2-40B4-BE49-F238E27FC236}">
                  <a16:creationId xmlns:a16="http://schemas.microsoft.com/office/drawing/2014/main" id="{A13B1309-AC02-8A36-3505-D7EB3E842798}"/>
                </a:ext>
              </a:extLst>
            </p:cNvPr>
            <p:cNvGraphicFramePr>
              <a:graphicFrameLocks noChangeAspect="1"/>
            </p:cNvGraphicFramePr>
            <p:nvPr/>
          </p:nvGraphicFramePr>
          <p:xfrm>
            <a:off x="4320" y="1601"/>
            <a:ext cx="101" cy="127"/>
          </p:xfrm>
          <a:graphic>
            <a:graphicData uri="http://schemas.openxmlformats.org/presentationml/2006/ole">
              <mc:AlternateContent xmlns:mc="http://schemas.openxmlformats.org/markup-compatibility/2006">
                <mc:Choice xmlns:v="urn:schemas-microsoft-com:vml" Requires="v">
                  <p:oleObj name="公式" r:id="rId5" imgW="101424" imgH="126780" progId="Equation.3">
                    <p:embed/>
                  </p:oleObj>
                </mc:Choice>
                <mc:Fallback>
                  <p:oleObj name="公式" r:id="rId5" imgW="101424" imgH="126780" progId="Equation.3">
                    <p:embed/>
                    <p:pic>
                      <p:nvPicPr>
                        <p:cNvPr id="243753" name="Object 3">
                          <a:extLst>
                            <a:ext uri="{FF2B5EF4-FFF2-40B4-BE49-F238E27FC236}">
                              <a16:creationId xmlns:a16="http://schemas.microsoft.com/office/drawing/2014/main" id="{A13B1309-AC02-8A36-3505-D7EB3E8427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 y="1601"/>
                          <a:ext cx="101"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3754" name="Text Box 40">
              <a:extLst>
                <a:ext uri="{FF2B5EF4-FFF2-40B4-BE49-F238E27FC236}">
                  <a16:creationId xmlns:a16="http://schemas.microsoft.com/office/drawing/2014/main" id="{E9820B13-E862-D515-25CF-9BDF0C2B36A3}"/>
                </a:ext>
              </a:extLst>
            </p:cNvPr>
            <p:cNvSpPr txBox="1">
              <a:spLocks noChangeArrowheads="1"/>
            </p:cNvSpPr>
            <p:nvPr/>
          </p:nvSpPr>
          <p:spPr bwMode="auto">
            <a:xfrm>
              <a:off x="3456"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  bb</a:t>
              </a:r>
            </a:p>
          </p:txBody>
        </p:sp>
        <p:graphicFrame>
          <p:nvGraphicFramePr>
            <p:cNvPr id="243755" name="Object 4">
              <a:extLst>
                <a:ext uri="{FF2B5EF4-FFF2-40B4-BE49-F238E27FC236}">
                  <a16:creationId xmlns:a16="http://schemas.microsoft.com/office/drawing/2014/main" id="{451B4455-08FD-6352-2C90-6686DBBE2D3F}"/>
                </a:ext>
              </a:extLst>
            </p:cNvPr>
            <p:cNvGraphicFramePr>
              <a:graphicFrameLocks noChangeAspect="1"/>
            </p:cNvGraphicFramePr>
            <p:nvPr/>
          </p:nvGraphicFramePr>
          <p:xfrm>
            <a:off x="4051" y="2112"/>
            <a:ext cx="77" cy="96"/>
          </p:xfrm>
          <a:graphic>
            <a:graphicData uri="http://schemas.openxmlformats.org/presentationml/2006/ole">
              <mc:AlternateContent xmlns:mc="http://schemas.openxmlformats.org/markup-compatibility/2006">
                <mc:Choice xmlns:v="urn:schemas-microsoft-com:vml" Requires="v">
                  <p:oleObj name="公式" r:id="rId6" imgW="101424" imgH="126780" progId="Equation.3">
                    <p:embed/>
                  </p:oleObj>
                </mc:Choice>
                <mc:Fallback>
                  <p:oleObj name="公式" r:id="rId6" imgW="101424" imgH="126780" progId="Equation.3">
                    <p:embed/>
                    <p:pic>
                      <p:nvPicPr>
                        <p:cNvPr id="243755" name="Object 4">
                          <a:extLst>
                            <a:ext uri="{FF2B5EF4-FFF2-40B4-BE49-F238E27FC236}">
                              <a16:creationId xmlns:a16="http://schemas.microsoft.com/office/drawing/2014/main" id="{451B4455-08FD-6352-2C90-6686DBBE2D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 y="2112"/>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3756" name="Object 5">
              <a:extLst>
                <a:ext uri="{FF2B5EF4-FFF2-40B4-BE49-F238E27FC236}">
                  <a16:creationId xmlns:a16="http://schemas.microsoft.com/office/drawing/2014/main" id="{70ECC005-1E88-E767-1FF8-BF7F78E73E3A}"/>
                </a:ext>
              </a:extLst>
            </p:cNvPr>
            <p:cNvGraphicFramePr>
              <a:graphicFrameLocks noChangeAspect="1"/>
            </p:cNvGraphicFramePr>
            <p:nvPr/>
          </p:nvGraphicFramePr>
          <p:xfrm>
            <a:off x="4291" y="2016"/>
            <a:ext cx="77" cy="96"/>
          </p:xfrm>
          <a:graphic>
            <a:graphicData uri="http://schemas.openxmlformats.org/presentationml/2006/ole">
              <mc:AlternateContent xmlns:mc="http://schemas.openxmlformats.org/markup-compatibility/2006">
                <mc:Choice xmlns:v="urn:schemas-microsoft-com:vml" Requires="v">
                  <p:oleObj name="公式" r:id="rId7" imgW="101424" imgH="126780" progId="Equation.3">
                    <p:embed/>
                  </p:oleObj>
                </mc:Choice>
                <mc:Fallback>
                  <p:oleObj name="公式" r:id="rId7" imgW="101424" imgH="126780" progId="Equation.3">
                    <p:embed/>
                    <p:pic>
                      <p:nvPicPr>
                        <p:cNvPr id="243756" name="Object 5">
                          <a:extLst>
                            <a:ext uri="{FF2B5EF4-FFF2-40B4-BE49-F238E27FC236}">
                              <a16:creationId xmlns:a16="http://schemas.microsoft.com/office/drawing/2014/main" id="{70ECC005-1E88-E767-1FF8-BF7F78E73E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 y="2016"/>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3757" name="Text Box 43">
              <a:extLst>
                <a:ext uri="{FF2B5EF4-FFF2-40B4-BE49-F238E27FC236}">
                  <a16:creationId xmlns:a16="http://schemas.microsoft.com/office/drawing/2014/main" id="{7B0C539C-EF71-6472-E80F-535AC8895260}"/>
                </a:ext>
              </a:extLst>
            </p:cNvPr>
            <p:cNvSpPr txBox="1">
              <a:spLocks noChangeArrowheads="1"/>
            </p:cNvSpPr>
            <p:nvPr/>
          </p:nvSpPr>
          <p:spPr bwMode="auto">
            <a:xfrm>
              <a:off x="3408"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abb</a:t>
              </a:r>
            </a:p>
          </p:txBody>
        </p:sp>
      </p:grpSp>
      <p:sp>
        <p:nvSpPr>
          <p:cNvPr id="754732" name="Text Box 44">
            <a:extLst>
              <a:ext uri="{FF2B5EF4-FFF2-40B4-BE49-F238E27FC236}">
                <a16:creationId xmlns:a16="http://schemas.microsoft.com/office/drawing/2014/main" id="{CE061977-94F9-E819-E6D0-CE2D74F1714E}"/>
              </a:ext>
            </a:extLst>
          </p:cNvPr>
          <p:cNvSpPr txBox="1">
            <a:spLocks noChangeArrowheads="1"/>
          </p:cNvSpPr>
          <p:nvPr/>
        </p:nvSpPr>
        <p:spPr bwMode="auto">
          <a:xfrm>
            <a:off x="1981200" y="5105401"/>
            <a:ext cx="8382000" cy="1014413"/>
          </a:xfrm>
          <a:prstGeom prst="rect">
            <a:avLst/>
          </a:prstGeom>
          <a:solidFill>
            <a:srgbClr val="FFFFD5"/>
          </a:solidFill>
          <a:ln w="9525">
            <a:solidFill>
              <a:schemeClr val="tx2"/>
            </a:solidFill>
            <a:miter lim="800000"/>
            <a:headEnd/>
            <a:tailEnd/>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在此</a:t>
            </a:r>
            <a:r>
              <a:rPr kumimoji="1" lang="en-US" altLang="zh-CN" sz="2400" b="1">
                <a:solidFill>
                  <a:srgbClr val="2F2F2F"/>
                </a:solidFill>
                <a:latin typeface="Times New Roman" panose="02020603050405020304" pitchFamily="18" charset="0"/>
                <a:ea typeface="楷体_GB2312"/>
                <a:cs typeface="楷体_GB2312"/>
              </a:rPr>
              <a:t>DFA</a:t>
            </a:r>
            <a:r>
              <a:rPr kumimoji="1" lang="zh-CN" altLang="en-US" sz="2400" b="1">
                <a:solidFill>
                  <a:srgbClr val="2F2F2F"/>
                </a:solidFill>
                <a:latin typeface="Times New Roman" panose="02020603050405020304" pitchFamily="18" charset="0"/>
                <a:ea typeface="楷体_GB2312"/>
                <a:cs typeface="楷体_GB2312"/>
              </a:rPr>
              <a:t>中      初态为</a:t>
            </a:r>
            <a:r>
              <a:rPr kumimoji="1" lang="en-US" altLang="zh-CN" sz="2400" b="1">
                <a:solidFill>
                  <a:srgbClr val="2F2F2F"/>
                </a:solidFill>
                <a:latin typeface="Times New Roman" panose="02020603050405020304" pitchFamily="18" charset="0"/>
                <a:ea typeface="楷体_GB2312"/>
                <a:cs typeface="楷体_GB2312"/>
              </a:rPr>
              <a:t>{0,1,3,7}</a:t>
            </a:r>
          </a:p>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                           </a:t>
            </a:r>
            <a:r>
              <a:rPr kumimoji="1" lang="zh-CN" altLang="en-US" sz="2400" b="1">
                <a:solidFill>
                  <a:srgbClr val="2F2F2F"/>
                </a:solidFill>
                <a:latin typeface="Times New Roman" panose="02020603050405020304" pitchFamily="18" charset="0"/>
                <a:ea typeface="楷体_GB2312"/>
                <a:cs typeface="楷体_GB2312"/>
              </a:rPr>
              <a:t>终态为</a:t>
            </a:r>
            <a:r>
              <a:rPr kumimoji="1" lang="en-US" altLang="zh-CN" sz="2400" b="1">
                <a:solidFill>
                  <a:srgbClr val="2F2F2F"/>
                </a:solidFill>
                <a:latin typeface="Times New Roman" panose="02020603050405020304" pitchFamily="18" charset="0"/>
                <a:ea typeface="楷体_GB2312"/>
                <a:cs typeface="楷体_GB2312"/>
              </a:rPr>
              <a:t>{2,4,7},{8},{5,8},{6,8}</a:t>
            </a:r>
          </a:p>
        </p:txBody>
      </p:sp>
      <p:grpSp>
        <p:nvGrpSpPr>
          <p:cNvPr id="3" name="Group 45">
            <a:extLst>
              <a:ext uri="{FF2B5EF4-FFF2-40B4-BE49-F238E27FC236}">
                <a16:creationId xmlns:a16="http://schemas.microsoft.com/office/drawing/2014/main" id="{E370B7CB-E0BF-1AA8-B256-CF0322AAF6D6}"/>
              </a:ext>
            </a:extLst>
          </p:cNvPr>
          <p:cNvGrpSpPr>
            <a:grpSpLocks/>
          </p:cNvGrpSpPr>
          <p:nvPr/>
        </p:nvGrpSpPr>
        <p:grpSpPr bwMode="auto">
          <a:xfrm>
            <a:off x="5062538" y="0"/>
            <a:ext cx="5461000" cy="2362200"/>
            <a:chOff x="2320" y="3360"/>
            <a:chExt cx="3440" cy="1488"/>
          </a:xfrm>
          <a:noFill/>
        </p:grpSpPr>
        <p:grpSp>
          <p:nvGrpSpPr>
            <p:cNvPr id="4" name="Group 46">
              <a:extLst>
                <a:ext uri="{FF2B5EF4-FFF2-40B4-BE49-F238E27FC236}">
                  <a16:creationId xmlns:a16="http://schemas.microsoft.com/office/drawing/2014/main" id="{FB881EB1-A5B4-07AD-17C3-953738BA3187}"/>
                </a:ext>
              </a:extLst>
            </p:cNvPr>
            <p:cNvGrpSpPr>
              <a:grpSpLocks/>
            </p:cNvGrpSpPr>
            <p:nvPr/>
          </p:nvGrpSpPr>
          <p:grpSpPr bwMode="auto">
            <a:xfrm>
              <a:off x="2320" y="3408"/>
              <a:ext cx="3440" cy="1440"/>
              <a:chOff x="2080" y="2352"/>
              <a:chExt cx="3440" cy="1440"/>
            </a:xfrm>
            <a:grpFill/>
          </p:grpSpPr>
          <p:sp>
            <p:nvSpPr>
              <p:cNvPr id="754735" name="AutoShape 47">
                <a:extLst>
                  <a:ext uri="{FF2B5EF4-FFF2-40B4-BE49-F238E27FC236}">
                    <a16:creationId xmlns:a16="http://schemas.microsoft.com/office/drawing/2014/main" id="{F5723AA7-D7E5-B966-47F2-3560924C6C87}"/>
                  </a:ext>
                </a:extLst>
              </p:cNvPr>
              <p:cNvSpPr>
                <a:spLocks noChangeArrowheads="1"/>
              </p:cNvSpPr>
              <p:nvPr/>
            </p:nvSpPr>
            <p:spPr bwMode="auto">
              <a:xfrm>
                <a:off x="2112" y="2352"/>
                <a:ext cx="3408" cy="1440"/>
              </a:xfrm>
              <a:prstGeom prst="roundRect">
                <a:avLst>
                  <a:gd name="adj" fmla="val 16667"/>
                </a:avLst>
              </a:prstGeom>
              <a:grpFill/>
              <a:ln w="9525">
                <a:solidFill>
                  <a:schemeClr val="tx1"/>
                </a:solidFill>
                <a:round/>
                <a:headEnd/>
                <a:tailEnd/>
              </a:ln>
              <a:effectLst/>
            </p:spPr>
            <p:txBody>
              <a:bodyPr wrap="none" anchor="ctr"/>
              <a:lstStyle/>
              <a:p>
                <a:pPr fontAlgn="base">
                  <a:spcBef>
                    <a:spcPct val="0"/>
                  </a:spcBef>
                  <a:spcAft>
                    <a:spcPct val="0"/>
                  </a:spcAft>
                  <a:defRPr/>
                </a:pPr>
                <a:endParaRPr kumimoji="1" lang="zh-CN" altLang="en-US" sz="2400" b="1">
                  <a:solidFill>
                    <a:srgbClr val="2F2F2F"/>
                  </a:solidFill>
                  <a:latin typeface="Times New Roman" pitchFamily="18" charset="0"/>
                  <a:ea typeface="楷体_GB2312" pitchFamily="49" charset="-122"/>
                </a:endParaRPr>
              </a:p>
            </p:txBody>
          </p:sp>
          <p:sp>
            <p:nvSpPr>
              <p:cNvPr id="754736" name="Oval 48">
                <a:extLst>
                  <a:ext uri="{FF2B5EF4-FFF2-40B4-BE49-F238E27FC236}">
                    <a16:creationId xmlns:a16="http://schemas.microsoft.com/office/drawing/2014/main" id="{2CB7F65B-6D2B-494B-836C-7EBD9175F50D}"/>
                  </a:ext>
                </a:extLst>
              </p:cNvPr>
              <p:cNvSpPr>
                <a:spLocks noChangeArrowheads="1"/>
              </p:cNvSpPr>
              <p:nvPr/>
            </p:nvSpPr>
            <p:spPr bwMode="auto">
              <a:xfrm>
                <a:off x="2544"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0</a:t>
                </a:r>
              </a:p>
            </p:txBody>
          </p:sp>
          <p:sp>
            <p:nvSpPr>
              <p:cNvPr id="754737" name="Oval 49">
                <a:extLst>
                  <a:ext uri="{FF2B5EF4-FFF2-40B4-BE49-F238E27FC236}">
                    <a16:creationId xmlns:a16="http://schemas.microsoft.com/office/drawing/2014/main" id="{A1EC5E5A-812D-B363-2BD2-571944E57445}"/>
                  </a:ext>
                </a:extLst>
              </p:cNvPr>
              <p:cNvSpPr>
                <a:spLocks noChangeArrowheads="1"/>
              </p:cNvSpPr>
              <p:nvPr/>
            </p:nvSpPr>
            <p:spPr bwMode="auto">
              <a:xfrm>
                <a:off x="316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3</a:t>
                </a:r>
              </a:p>
            </p:txBody>
          </p:sp>
          <p:sp>
            <p:nvSpPr>
              <p:cNvPr id="754738" name="Oval 50">
                <a:extLst>
                  <a:ext uri="{FF2B5EF4-FFF2-40B4-BE49-F238E27FC236}">
                    <a16:creationId xmlns:a16="http://schemas.microsoft.com/office/drawing/2014/main" id="{622A44D1-5598-A212-DBC1-2AA5F99AB407}"/>
                  </a:ext>
                </a:extLst>
              </p:cNvPr>
              <p:cNvSpPr>
                <a:spLocks noChangeArrowheads="1"/>
              </p:cNvSpPr>
              <p:nvPr/>
            </p:nvSpPr>
            <p:spPr bwMode="auto">
              <a:xfrm>
                <a:off x="3168" y="244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1</a:t>
                </a:r>
              </a:p>
            </p:txBody>
          </p:sp>
          <p:sp>
            <p:nvSpPr>
              <p:cNvPr id="754739" name="Oval 51">
                <a:extLst>
                  <a:ext uri="{FF2B5EF4-FFF2-40B4-BE49-F238E27FC236}">
                    <a16:creationId xmlns:a16="http://schemas.microsoft.com/office/drawing/2014/main" id="{D96B6E7A-9DA4-A16D-6E2B-5D41A9C3ED3D}"/>
                  </a:ext>
                </a:extLst>
              </p:cNvPr>
              <p:cNvSpPr>
                <a:spLocks noChangeArrowheads="1"/>
              </p:cNvSpPr>
              <p:nvPr/>
            </p:nvSpPr>
            <p:spPr bwMode="auto">
              <a:xfrm>
                <a:off x="3168" y="350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7</a:t>
                </a:r>
              </a:p>
            </p:txBody>
          </p:sp>
          <p:sp>
            <p:nvSpPr>
              <p:cNvPr id="754740" name="Oval 52">
                <a:extLst>
                  <a:ext uri="{FF2B5EF4-FFF2-40B4-BE49-F238E27FC236}">
                    <a16:creationId xmlns:a16="http://schemas.microsoft.com/office/drawing/2014/main" id="{1A59784D-2C29-9DF3-792A-137AD76BBB53}"/>
                  </a:ext>
                </a:extLst>
              </p:cNvPr>
              <p:cNvSpPr>
                <a:spLocks noChangeArrowheads="1"/>
              </p:cNvSpPr>
              <p:nvPr/>
            </p:nvSpPr>
            <p:spPr bwMode="auto">
              <a:xfrm>
                <a:off x="388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4</a:t>
                </a:r>
              </a:p>
            </p:txBody>
          </p:sp>
          <p:sp>
            <p:nvSpPr>
              <p:cNvPr id="754741" name="Oval 53">
                <a:extLst>
                  <a:ext uri="{FF2B5EF4-FFF2-40B4-BE49-F238E27FC236}">
                    <a16:creationId xmlns:a16="http://schemas.microsoft.com/office/drawing/2014/main" id="{30CD3607-1C25-D07D-0427-8D0269C38367}"/>
                  </a:ext>
                </a:extLst>
              </p:cNvPr>
              <p:cNvSpPr>
                <a:spLocks noChangeArrowheads="1"/>
              </p:cNvSpPr>
              <p:nvPr/>
            </p:nvSpPr>
            <p:spPr bwMode="auto">
              <a:xfrm>
                <a:off x="4464"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5</a:t>
                </a:r>
              </a:p>
            </p:txBody>
          </p:sp>
          <p:sp>
            <p:nvSpPr>
              <p:cNvPr id="754742" name="Oval 54">
                <a:extLst>
                  <a:ext uri="{FF2B5EF4-FFF2-40B4-BE49-F238E27FC236}">
                    <a16:creationId xmlns:a16="http://schemas.microsoft.com/office/drawing/2014/main" id="{98F8FF42-418F-4CAD-B53F-63AEEBA85A53}"/>
                  </a:ext>
                </a:extLst>
              </p:cNvPr>
              <p:cNvSpPr>
                <a:spLocks noChangeArrowheads="1"/>
              </p:cNvSpPr>
              <p:nvPr/>
            </p:nvSpPr>
            <p:spPr bwMode="auto">
              <a:xfrm>
                <a:off x="3840" y="2400"/>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43" name="Oval 55">
                <a:extLst>
                  <a:ext uri="{FF2B5EF4-FFF2-40B4-BE49-F238E27FC236}">
                    <a16:creationId xmlns:a16="http://schemas.microsoft.com/office/drawing/2014/main" id="{DE4605FA-FE91-454C-0AF7-9BDB3AA668A8}"/>
                  </a:ext>
                </a:extLst>
              </p:cNvPr>
              <p:cNvSpPr>
                <a:spLocks noChangeArrowheads="1"/>
              </p:cNvSpPr>
              <p:nvPr/>
            </p:nvSpPr>
            <p:spPr bwMode="auto">
              <a:xfrm>
                <a:off x="3888" y="2448"/>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2</a:t>
                </a:r>
              </a:p>
            </p:txBody>
          </p:sp>
          <p:sp>
            <p:nvSpPr>
              <p:cNvPr id="754744" name="Oval 56">
                <a:extLst>
                  <a:ext uri="{FF2B5EF4-FFF2-40B4-BE49-F238E27FC236}">
                    <a16:creationId xmlns:a16="http://schemas.microsoft.com/office/drawing/2014/main" id="{CF090E7D-6723-019D-94BC-A0560412F33E}"/>
                  </a:ext>
                </a:extLst>
              </p:cNvPr>
              <p:cNvSpPr>
                <a:spLocks noChangeArrowheads="1"/>
              </p:cNvSpPr>
              <p:nvPr/>
            </p:nvSpPr>
            <p:spPr bwMode="auto">
              <a:xfrm>
                <a:off x="5040" y="2928"/>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45" name="Oval 57">
                <a:extLst>
                  <a:ext uri="{FF2B5EF4-FFF2-40B4-BE49-F238E27FC236}">
                    <a16:creationId xmlns:a16="http://schemas.microsoft.com/office/drawing/2014/main" id="{EB05C12D-8DF5-71A8-9E7A-1D346FC2E1AC}"/>
                  </a:ext>
                </a:extLst>
              </p:cNvPr>
              <p:cNvSpPr>
                <a:spLocks noChangeArrowheads="1"/>
              </p:cNvSpPr>
              <p:nvPr/>
            </p:nvSpPr>
            <p:spPr bwMode="auto">
              <a:xfrm>
                <a:off x="5088" y="2976"/>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6</a:t>
                </a:r>
              </a:p>
            </p:txBody>
          </p:sp>
          <p:sp>
            <p:nvSpPr>
              <p:cNvPr id="754746" name="Oval 58">
                <a:extLst>
                  <a:ext uri="{FF2B5EF4-FFF2-40B4-BE49-F238E27FC236}">
                    <a16:creationId xmlns:a16="http://schemas.microsoft.com/office/drawing/2014/main" id="{E2E0AEA3-AC3B-077D-4030-11D877D1F34F}"/>
                  </a:ext>
                </a:extLst>
              </p:cNvPr>
              <p:cNvSpPr>
                <a:spLocks noChangeArrowheads="1"/>
              </p:cNvSpPr>
              <p:nvPr/>
            </p:nvSpPr>
            <p:spPr bwMode="auto">
              <a:xfrm>
                <a:off x="3840" y="3456"/>
                <a:ext cx="288" cy="288"/>
              </a:xfrm>
              <a:prstGeom prst="ellipse">
                <a:avLst/>
              </a:prstGeom>
              <a:grpFill/>
              <a:ln w="9525">
                <a:solidFill>
                  <a:schemeClr val="tx1"/>
                </a:solidFill>
                <a:round/>
                <a:headEnd/>
                <a:tailEn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47" name="Oval 59">
                <a:extLst>
                  <a:ext uri="{FF2B5EF4-FFF2-40B4-BE49-F238E27FC236}">
                    <a16:creationId xmlns:a16="http://schemas.microsoft.com/office/drawing/2014/main" id="{640AE45C-EE1D-C50D-1165-6FEA93ABAA75}"/>
                  </a:ext>
                </a:extLst>
              </p:cNvPr>
              <p:cNvSpPr>
                <a:spLocks noChangeArrowheads="1"/>
              </p:cNvSpPr>
              <p:nvPr/>
            </p:nvSpPr>
            <p:spPr bwMode="auto">
              <a:xfrm>
                <a:off x="3888" y="3504"/>
                <a:ext cx="192" cy="192"/>
              </a:xfrm>
              <a:prstGeom prst="ellipse">
                <a:avLst/>
              </a:prstGeom>
              <a:grpFill/>
              <a:ln w="9525">
                <a:solidFill>
                  <a:schemeClr val="tx1"/>
                </a:solidFill>
                <a:round/>
                <a:headEnd/>
                <a:tailEnd/>
              </a:ln>
              <a:effectLst/>
            </p:spPr>
            <p:txBody>
              <a:bodyPr wrap="none" anchor="ctr"/>
              <a:lstStyle/>
              <a:p>
                <a:pPr algn="ctr" fontAlgn="base">
                  <a:spcBef>
                    <a:spcPct val="0"/>
                  </a:spcBef>
                  <a:spcAft>
                    <a:spcPct val="0"/>
                  </a:spcAft>
                  <a:defRPr/>
                </a:pPr>
                <a:r>
                  <a:rPr kumimoji="1" lang="en-US" altLang="zh-CN" sz="2400" b="1">
                    <a:solidFill>
                      <a:srgbClr val="2F2F2F"/>
                    </a:solidFill>
                    <a:latin typeface="Times New Roman" pitchFamily="18" charset="0"/>
                    <a:ea typeface="楷体_GB2312" pitchFamily="49" charset="-122"/>
                  </a:rPr>
                  <a:t>8</a:t>
                </a:r>
              </a:p>
            </p:txBody>
          </p:sp>
          <p:sp>
            <p:nvSpPr>
              <p:cNvPr id="754748" name="Line 60">
                <a:extLst>
                  <a:ext uri="{FF2B5EF4-FFF2-40B4-BE49-F238E27FC236}">
                    <a16:creationId xmlns:a16="http://schemas.microsoft.com/office/drawing/2014/main" id="{6592961E-8D67-4658-4CB2-B6DAA7BE8662}"/>
                  </a:ext>
                </a:extLst>
              </p:cNvPr>
              <p:cNvSpPr>
                <a:spLocks noChangeShapeType="1"/>
              </p:cNvSpPr>
              <p:nvPr/>
            </p:nvSpPr>
            <p:spPr bwMode="auto">
              <a:xfrm>
                <a:off x="2112" y="3072"/>
                <a:ext cx="432"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49" name="Line 61">
                <a:extLst>
                  <a:ext uri="{FF2B5EF4-FFF2-40B4-BE49-F238E27FC236}">
                    <a16:creationId xmlns:a16="http://schemas.microsoft.com/office/drawing/2014/main" id="{4C20070B-5D83-80EF-AAB2-F29D2CEF3693}"/>
                  </a:ext>
                </a:extLst>
              </p:cNvPr>
              <p:cNvSpPr>
                <a:spLocks noChangeShapeType="1"/>
              </p:cNvSpPr>
              <p:nvPr/>
            </p:nvSpPr>
            <p:spPr bwMode="auto">
              <a:xfrm>
                <a:off x="3360" y="2544"/>
                <a:ext cx="480"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0" name="Line 62">
                <a:extLst>
                  <a:ext uri="{FF2B5EF4-FFF2-40B4-BE49-F238E27FC236}">
                    <a16:creationId xmlns:a16="http://schemas.microsoft.com/office/drawing/2014/main" id="{167DAB1B-F246-11A9-8C99-7AD6B6190217}"/>
                  </a:ext>
                </a:extLst>
              </p:cNvPr>
              <p:cNvSpPr>
                <a:spLocks noChangeShapeType="1"/>
              </p:cNvSpPr>
              <p:nvPr/>
            </p:nvSpPr>
            <p:spPr bwMode="auto">
              <a:xfrm>
                <a:off x="3360" y="3072"/>
                <a:ext cx="528"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1" name="Line 63">
                <a:extLst>
                  <a:ext uri="{FF2B5EF4-FFF2-40B4-BE49-F238E27FC236}">
                    <a16:creationId xmlns:a16="http://schemas.microsoft.com/office/drawing/2014/main" id="{EAE6CF9C-CE01-C481-5F3B-E07979EA5DD5}"/>
                  </a:ext>
                </a:extLst>
              </p:cNvPr>
              <p:cNvSpPr>
                <a:spLocks noChangeShapeType="1"/>
              </p:cNvSpPr>
              <p:nvPr/>
            </p:nvSpPr>
            <p:spPr bwMode="auto">
              <a:xfrm>
                <a:off x="3360" y="3600"/>
                <a:ext cx="480"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2" name="Line 64">
                <a:extLst>
                  <a:ext uri="{FF2B5EF4-FFF2-40B4-BE49-F238E27FC236}">
                    <a16:creationId xmlns:a16="http://schemas.microsoft.com/office/drawing/2014/main" id="{1A6F0AE5-0592-93BE-B880-AC8B1E487792}"/>
                  </a:ext>
                </a:extLst>
              </p:cNvPr>
              <p:cNvSpPr>
                <a:spLocks noChangeShapeType="1"/>
              </p:cNvSpPr>
              <p:nvPr/>
            </p:nvSpPr>
            <p:spPr bwMode="auto">
              <a:xfrm>
                <a:off x="4080" y="3072"/>
                <a:ext cx="384"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3" name="Line 65">
                <a:extLst>
                  <a:ext uri="{FF2B5EF4-FFF2-40B4-BE49-F238E27FC236}">
                    <a16:creationId xmlns:a16="http://schemas.microsoft.com/office/drawing/2014/main" id="{C92EE822-650D-0817-0DE6-EA85102695EF}"/>
                  </a:ext>
                </a:extLst>
              </p:cNvPr>
              <p:cNvSpPr>
                <a:spLocks noChangeShapeType="1"/>
              </p:cNvSpPr>
              <p:nvPr/>
            </p:nvSpPr>
            <p:spPr bwMode="auto">
              <a:xfrm>
                <a:off x="4656" y="3072"/>
                <a:ext cx="384"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4" name="Line 66">
                <a:extLst>
                  <a:ext uri="{FF2B5EF4-FFF2-40B4-BE49-F238E27FC236}">
                    <a16:creationId xmlns:a16="http://schemas.microsoft.com/office/drawing/2014/main" id="{F6F0A9D3-6C2B-4FDE-DC6A-646594264168}"/>
                  </a:ext>
                </a:extLst>
              </p:cNvPr>
              <p:cNvSpPr>
                <a:spLocks noChangeShapeType="1"/>
              </p:cNvSpPr>
              <p:nvPr/>
            </p:nvSpPr>
            <p:spPr bwMode="auto">
              <a:xfrm>
                <a:off x="2736" y="3072"/>
                <a:ext cx="432" cy="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5" name="Line 67">
                <a:extLst>
                  <a:ext uri="{FF2B5EF4-FFF2-40B4-BE49-F238E27FC236}">
                    <a16:creationId xmlns:a16="http://schemas.microsoft.com/office/drawing/2014/main" id="{9AA6A674-53BA-3B2E-2403-BFB11A74768F}"/>
                  </a:ext>
                </a:extLst>
              </p:cNvPr>
              <p:cNvSpPr>
                <a:spLocks noChangeShapeType="1"/>
              </p:cNvSpPr>
              <p:nvPr/>
            </p:nvSpPr>
            <p:spPr bwMode="auto">
              <a:xfrm flipV="1">
                <a:off x="2688" y="2496"/>
                <a:ext cx="480" cy="480"/>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6" name="Line 68">
                <a:extLst>
                  <a:ext uri="{FF2B5EF4-FFF2-40B4-BE49-F238E27FC236}">
                    <a16:creationId xmlns:a16="http://schemas.microsoft.com/office/drawing/2014/main" id="{EEBF7CBD-FE54-07FF-E6D9-9B2B7806DADC}"/>
                  </a:ext>
                </a:extLst>
              </p:cNvPr>
              <p:cNvSpPr>
                <a:spLocks noChangeShapeType="1"/>
              </p:cNvSpPr>
              <p:nvPr/>
            </p:nvSpPr>
            <p:spPr bwMode="auto">
              <a:xfrm>
                <a:off x="2688" y="3168"/>
                <a:ext cx="528" cy="384"/>
              </a:xfrm>
              <a:prstGeom prst="line">
                <a:avLst/>
              </a:prstGeom>
              <a:grpFill/>
              <a:ln w="9525">
                <a:solidFill>
                  <a:schemeClr val="tx1"/>
                </a:solidFill>
                <a:round/>
                <a:headEnd/>
                <a:tailEnd type="triangle" w="med" len="med"/>
              </a:ln>
              <a:effectLst/>
            </p:spPr>
            <p:txBody>
              <a:bodyPr wrap="none" anchor="ctr"/>
              <a:lstStyle/>
              <a:p>
                <a:pPr fontAlgn="base">
                  <a:spcBef>
                    <a:spcPct val="0"/>
                  </a:spcBef>
                  <a:spcAft>
                    <a:spcPct val="0"/>
                  </a:spcAft>
                  <a:defRPr/>
                </a:pPr>
                <a:endParaRPr lang="zh-CN" altLang="en-US" sz="2000" b="1">
                  <a:solidFill>
                    <a:srgbClr val="2F2F2F"/>
                  </a:solidFill>
                  <a:latin typeface="宋体" charset="-122"/>
                  <a:ea typeface="宋体" charset="-122"/>
                </a:endParaRPr>
              </a:p>
            </p:txBody>
          </p:sp>
          <p:sp>
            <p:nvSpPr>
              <p:cNvPr id="754757" name="Text Box 69">
                <a:extLst>
                  <a:ext uri="{FF2B5EF4-FFF2-40B4-BE49-F238E27FC236}">
                    <a16:creationId xmlns:a16="http://schemas.microsoft.com/office/drawing/2014/main" id="{61E0A142-31D1-9A69-6441-CAE2608FF104}"/>
                  </a:ext>
                </a:extLst>
              </p:cNvPr>
              <p:cNvSpPr txBox="1">
                <a:spLocks noChangeArrowheads="1"/>
              </p:cNvSpPr>
              <p:nvPr/>
            </p:nvSpPr>
            <p:spPr bwMode="auto">
              <a:xfrm>
                <a:off x="2080" y="2832"/>
                <a:ext cx="500"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start</a:t>
                </a:r>
                <a:endParaRPr kumimoji="1" lang="en-US" altLang="zh-CN" sz="2400" b="1">
                  <a:solidFill>
                    <a:srgbClr val="2F2F2F"/>
                  </a:solidFill>
                  <a:latin typeface="Times New Roman" pitchFamily="18" charset="0"/>
                  <a:ea typeface="楷体_GB2312" pitchFamily="49" charset="-122"/>
                </a:endParaRPr>
              </a:p>
            </p:txBody>
          </p:sp>
          <p:cxnSp>
            <p:nvCxnSpPr>
              <p:cNvPr id="754758" name="AutoShape 70">
                <a:extLst>
                  <a:ext uri="{FF2B5EF4-FFF2-40B4-BE49-F238E27FC236}">
                    <a16:creationId xmlns:a16="http://schemas.microsoft.com/office/drawing/2014/main" id="{525F23A2-9549-33B9-028B-EF7153608B0C}"/>
                  </a:ext>
                </a:extLst>
              </p:cNvPr>
              <p:cNvCxnSpPr>
                <a:cxnSpLocks noChangeShapeType="1"/>
                <a:stCxn id="754746" idx="6"/>
                <a:endCxn id="754746" idx="0"/>
              </p:cNvCxnSpPr>
              <p:nvPr/>
            </p:nvCxnSpPr>
            <p:spPr bwMode="auto">
              <a:xfrm flipH="1" flipV="1">
                <a:off x="3984" y="3456"/>
                <a:ext cx="144" cy="144"/>
              </a:xfrm>
              <a:prstGeom prst="curvedConnector4">
                <a:avLst>
                  <a:gd name="adj1" fmla="val -100000"/>
                  <a:gd name="adj2" fmla="val 200000"/>
                </a:avLst>
              </a:prstGeom>
              <a:grpFill/>
              <a:ln w="9525">
                <a:solidFill>
                  <a:schemeClr val="tx1"/>
                </a:solidFill>
                <a:round/>
                <a:headEnd/>
                <a:tailEnd type="triangle" w="med" len="med"/>
              </a:ln>
              <a:effectLst/>
            </p:spPr>
          </p:cxnSp>
          <p:cxnSp>
            <p:nvCxnSpPr>
              <p:cNvPr id="754759" name="AutoShape 71">
                <a:extLst>
                  <a:ext uri="{FF2B5EF4-FFF2-40B4-BE49-F238E27FC236}">
                    <a16:creationId xmlns:a16="http://schemas.microsoft.com/office/drawing/2014/main" id="{9ACD22D1-A093-5BEE-7A72-E2A9D3B271EA}"/>
                  </a:ext>
                </a:extLst>
              </p:cNvPr>
              <p:cNvCxnSpPr>
                <a:cxnSpLocks noChangeShapeType="1"/>
              </p:cNvCxnSpPr>
              <p:nvPr/>
            </p:nvCxnSpPr>
            <p:spPr bwMode="auto">
              <a:xfrm flipH="1" flipV="1">
                <a:off x="3264" y="3504"/>
                <a:ext cx="101" cy="144"/>
              </a:xfrm>
              <a:prstGeom prst="curvedConnector4">
                <a:avLst>
                  <a:gd name="adj1" fmla="val -144556"/>
                  <a:gd name="adj2" fmla="val 186111"/>
                </a:avLst>
              </a:prstGeom>
              <a:grpFill/>
              <a:ln w="9525">
                <a:solidFill>
                  <a:schemeClr val="tx1"/>
                </a:solidFill>
                <a:round/>
                <a:headEnd/>
                <a:tailEnd type="triangle" w="med" len="med"/>
              </a:ln>
              <a:effectLst/>
            </p:spPr>
          </p:cxnSp>
          <p:sp>
            <p:nvSpPr>
              <p:cNvPr id="754760" name="Text Box 72">
                <a:extLst>
                  <a:ext uri="{FF2B5EF4-FFF2-40B4-BE49-F238E27FC236}">
                    <a16:creationId xmlns:a16="http://schemas.microsoft.com/office/drawing/2014/main" id="{779C6082-2810-C131-C050-8ABCA184DE8B}"/>
                  </a:ext>
                </a:extLst>
              </p:cNvPr>
              <p:cNvSpPr txBox="1">
                <a:spLocks noChangeArrowheads="1"/>
              </p:cNvSpPr>
              <p:nvPr/>
            </p:nvSpPr>
            <p:spPr bwMode="auto">
              <a:xfrm>
                <a:off x="4737" y="2832"/>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4761" name="Text Box 73">
                <a:extLst>
                  <a:ext uri="{FF2B5EF4-FFF2-40B4-BE49-F238E27FC236}">
                    <a16:creationId xmlns:a16="http://schemas.microsoft.com/office/drawing/2014/main" id="{52E63CB3-30FE-A426-F0B2-8EF1990AFBE3}"/>
                  </a:ext>
                </a:extLst>
              </p:cNvPr>
              <p:cNvSpPr txBox="1">
                <a:spLocks noChangeArrowheads="1"/>
              </p:cNvSpPr>
              <p:nvPr/>
            </p:nvSpPr>
            <p:spPr bwMode="auto">
              <a:xfrm>
                <a:off x="4123" y="2832"/>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4762" name="Text Box 74">
                <a:extLst>
                  <a:ext uri="{FF2B5EF4-FFF2-40B4-BE49-F238E27FC236}">
                    <a16:creationId xmlns:a16="http://schemas.microsoft.com/office/drawing/2014/main" id="{2E789305-1BE7-EA50-FC06-CE31AF6A1A8C}"/>
                  </a:ext>
                </a:extLst>
              </p:cNvPr>
              <p:cNvSpPr txBox="1">
                <a:spLocks noChangeArrowheads="1"/>
              </p:cNvSpPr>
              <p:nvPr/>
            </p:nvSpPr>
            <p:spPr bwMode="auto">
              <a:xfrm>
                <a:off x="4219" y="3264"/>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4763" name="Text Box 75">
                <a:extLst>
                  <a:ext uri="{FF2B5EF4-FFF2-40B4-BE49-F238E27FC236}">
                    <a16:creationId xmlns:a16="http://schemas.microsoft.com/office/drawing/2014/main" id="{68215D44-4CD1-AD8F-DB33-669C959D42C9}"/>
                  </a:ext>
                </a:extLst>
              </p:cNvPr>
              <p:cNvSpPr txBox="1">
                <a:spLocks noChangeArrowheads="1"/>
              </p:cNvSpPr>
              <p:nvPr/>
            </p:nvSpPr>
            <p:spPr bwMode="auto">
              <a:xfrm>
                <a:off x="3575" y="3408"/>
                <a:ext cx="223"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b</a:t>
                </a:r>
                <a:endParaRPr kumimoji="1" lang="en-US" altLang="zh-CN" sz="2400" b="1">
                  <a:solidFill>
                    <a:srgbClr val="2F2F2F"/>
                  </a:solidFill>
                  <a:latin typeface="Times New Roman" pitchFamily="18" charset="0"/>
                  <a:ea typeface="楷体_GB2312" pitchFamily="49" charset="-122"/>
                </a:endParaRPr>
              </a:p>
            </p:txBody>
          </p:sp>
          <p:sp>
            <p:nvSpPr>
              <p:cNvPr id="754764" name="Text Box 76">
                <a:extLst>
                  <a:ext uri="{FF2B5EF4-FFF2-40B4-BE49-F238E27FC236}">
                    <a16:creationId xmlns:a16="http://schemas.microsoft.com/office/drawing/2014/main" id="{522C92B8-EFAD-F5B1-F15E-ABC4D4E16FA1}"/>
                  </a:ext>
                </a:extLst>
              </p:cNvPr>
              <p:cNvSpPr txBox="1">
                <a:spLocks noChangeArrowheads="1"/>
              </p:cNvSpPr>
              <p:nvPr/>
            </p:nvSpPr>
            <p:spPr bwMode="auto">
              <a:xfrm>
                <a:off x="3456" y="2832"/>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4765" name="Text Box 77">
                <a:extLst>
                  <a:ext uri="{FF2B5EF4-FFF2-40B4-BE49-F238E27FC236}">
                    <a16:creationId xmlns:a16="http://schemas.microsoft.com/office/drawing/2014/main" id="{65FA605E-1629-83F9-646E-008B1E53163C}"/>
                  </a:ext>
                </a:extLst>
              </p:cNvPr>
              <p:cNvSpPr txBox="1">
                <a:spLocks noChangeArrowheads="1"/>
              </p:cNvSpPr>
              <p:nvPr/>
            </p:nvSpPr>
            <p:spPr bwMode="auto">
              <a:xfrm>
                <a:off x="3307" y="3168"/>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sp>
            <p:nvSpPr>
              <p:cNvPr id="754766" name="Text Box 78">
                <a:extLst>
                  <a:ext uri="{FF2B5EF4-FFF2-40B4-BE49-F238E27FC236}">
                    <a16:creationId xmlns:a16="http://schemas.microsoft.com/office/drawing/2014/main" id="{75D232F6-4996-09A1-01BC-5E8FEB3C8E36}"/>
                  </a:ext>
                </a:extLst>
              </p:cNvPr>
              <p:cNvSpPr txBox="1">
                <a:spLocks noChangeArrowheads="1"/>
              </p:cNvSpPr>
              <p:nvPr/>
            </p:nvSpPr>
            <p:spPr bwMode="auto">
              <a:xfrm>
                <a:off x="2880" y="2831"/>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sp>
            <p:nvSpPr>
              <p:cNvPr id="754767" name="Text Box 79">
                <a:extLst>
                  <a:ext uri="{FF2B5EF4-FFF2-40B4-BE49-F238E27FC236}">
                    <a16:creationId xmlns:a16="http://schemas.microsoft.com/office/drawing/2014/main" id="{CD509A6A-DA35-0CEA-04F9-5D0E86773BFD}"/>
                  </a:ext>
                </a:extLst>
              </p:cNvPr>
              <p:cNvSpPr txBox="1">
                <a:spLocks noChangeArrowheads="1"/>
              </p:cNvSpPr>
              <p:nvPr/>
            </p:nvSpPr>
            <p:spPr bwMode="auto">
              <a:xfrm>
                <a:off x="2838" y="2495"/>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sp>
            <p:nvSpPr>
              <p:cNvPr id="754768" name="Text Box 80">
                <a:extLst>
                  <a:ext uri="{FF2B5EF4-FFF2-40B4-BE49-F238E27FC236}">
                    <a16:creationId xmlns:a16="http://schemas.microsoft.com/office/drawing/2014/main" id="{6CD81E05-D3DA-F20B-5F21-D31680035835}"/>
                  </a:ext>
                </a:extLst>
              </p:cNvPr>
              <p:cNvSpPr txBox="1">
                <a:spLocks noChangeArrowheads="1"/>
              </p:cNvSpPr>
              <p:nvPr/>
            </p:nvSpPr>
            <p:spPr bwMode="auto">
              <a:xfrm>
                <a:off x="2886" y="3263"/>
                <a:ext cx="199" cy="291"/>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zh-CN" sz="2400" b="1">
                    <a:solidFill>
                      <a:srgbClr val="2F2F2F"/>
                    </a:solidFill>
                    <a:latin typeface="Times New Roman" pitchFamily="18" charset="0"/>
                    <a:ea typeface="楷体_GB2312" pitchFamily="49" charset="-122"/>
                  </a:rPr>
                  <a:t>ε</a:t>
                </a:r>
              </a:p>
            </p:txBody>
          </p:sp>
        </p:grpSp>
        <p:sp>
          <p:nvSpPr>
            <p:cNvPr id="754769" name="Text Box 81">
              <a:extLst>
                <a:ext uri="{FF2B5EF4-FFF2-40B4-BE49-F238E27FC236}">
                  <a16:creationId xmlns:a16="http://schemas.microsoft.com/office/drawing/2014/main" id="{8458ADE7-76AE-BAAA-3050-13B2F8373782}"/>
                </a:ext>
              </a:extLst>
            </p:cNvPr>
            <p:cNvSpPr txBox="1">
              <a:spLocks noChangeArrowheads="1"/>
            </p:cNvSpPr>
            <p:nvPr/>
          </p:nvSpPr>
          <p:spPr bwMode="auto">
            <a:xfrm>
              <a:off x="3691" y="3360"/>
              <a:ext cx="212" cy="288"/>
            </a:xfrm>
            <a:prstGeom prst="rect">
              <a:avLst/>
            </a:prstGeom>
            <a:grpFill/>
            <a:ln w="9525">
              <a:noFill/>
              <a:miter lim="800000"/>
              <a:headEnd/>
              <a:tailEnd/>
            </a:ln>
            <a:effectLst/>
          </p:spPr>
          <p:txBody>
            <a:bodyPr wrap="none" anchor="ctr">
              <a:spAutoFit/>
            </a:bodyPr>
            <a:lstStyle/>
            <a:p>
              <a:pPr algn="ctr" fontAlgn="base">
                <a:spcBef>
                  <a:spcPct val="50000"/>
                </a:spcBef>
                <a:spcAft>
                  <a:spcPct val="0"/>
                </a:spcAft>
                <a:defRPr/>
              </a:pPr>
              <a:r>
                <a:rPr kumimoji="1" lang="en-US" altLang="en-US" sz="2400" b="1">
                  <a:solidFill>
                    <a:srgbClr val="2F2F2F"/>
                  </a:solidFill>
                  <a:latin typeface="Times New Roman" pitchFamily="18" charset="0"/>
                  <a:ea typeface="楷体_GB2312" pitchFamily="49" charset="-122"/>
                </a:rPr>
                <a:t>a</a:t>
              </a:r>
              <a:endParaRPr kumimoji="1" lang="en-US" altLang="zh-CN" sz="2400" b="1">
                <a:solidFill>
                  <a:srgbClr val="2F2F2F"/>
                </a:solidFill>
                <a:latin typeface="Times New Roman" pitchFamily="18" charset="0"/>
                <a:ea typeface="楷体_GB2312" pitchFamily="49"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54732"/>
                                        </p:tgtEl>
                                        <p:attrNameLst>
                                          <p:attrName>style.visibility</p:attrName>
                                        </p:attrNameLst>
                                      </p:cBhvr>
                                      <p:to>
                                        <p:strVal val="visible"/>
                                      </p:to>
                                    </p:set>
                                    <p:animEffect transition="in" filter="wipe(left)">
                                      <p:cBhvr>
                                        <p:cTn id="17" dur="500"/>
                                        <p:tgtEl>
                                          <p:spTgt spid="754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732" grpId="0" animBg="1"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FEFCF50-885F-717E-7DB3-D5714901E04A}"/>
              </a:ext>
            </a:extLst>
          </p:cNvPr>
          <p:cNvGrpSpPr>
            <a:grpSpLocks/>
          </p:cNvGrpSpPr>
          <p:nvPr/>
        </p:nvGrpSpPr>
        <p:grpSpPr bwMode="auto">
          <a:xfrm>
            <a:off x="1066800" y="3352800"/>
            <a:ext cx="9296400" cy="2667000"/>
            <a:chOff x="-288" y="864"/>
            <a:chExt cx="5856" cy="1680"/>
          </a:xfrm>
        </p:grpSpPr>
        <p:sp>
          <p:nvSpPr>
            <p:cNvPr id="245785" name="Rectangle 3">
              <a:extLst>
                <a:ext uri="{FF2B5EF4-FFF2-40B4-BE49-F238E27FC236}">
                  <a16:creationId xmlns:a16="http://schemas.microsoft.com/office/drawing/2014/main" id="{F40C6DAE-522E-A82B-EDDB-F1AD3BA60945}"/>
                </a:ext>
              </a:extLst>
            </p:cNvPr>
            <p:cNvSpPr>
              <a:spLocks noChangeArrowheads="1"/>
            </p:cNvSpPr>
            <p:nvPr/>
          </p:nvSpPr>
          <p:spPr bwMode="auto">
            <a:xfrm>
              <a:off x="240" y="864"/>
              <a:ext cx="5280" cy="1632"/>
            </a:xfrm>
            <a:prstGeom prst="rect">
              <a:avLst/>
            </a:prstGeom>
            <a:solidFill>
              <a:srgbClr val="FFFFD5"/>
            </a:solidFill>
            <a:ln w="9525">
              <a:solidFill>
                <a:schemeClr val="tx1"/>
              </a:solidFill>
              <a:miter lim="800000"/>
              <a:headEnd/>
              <a:tailEnd/>
            </a:ln>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algn="ct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45786" name="Line 4">
              <a:extLst>
                <a:ext uri="{FF2B5EF4-FFF2-40B4-BE49-F238E27FC236}">
                  <a16:creationId xmlns:a16="http://schemas.microsoft.com/office/drawing/2014/main" id="{34E179DE-C314-136D-8AB1-0D69362DEABF}"/>
                </a:ext>
              </a:extLst>
            </p:cNvPr>
            <p:cNvSpPr>
              <a:spLocks noChangeShapeType="1"/>
            </p:cNvSpPr>
            <p:nvPr/>
          </p:nvSpPr>
          <p:spPr bwMode="auto">
            <a:xfrm>
              <a:off x="240" y="1152"/>
              <a:ext cx="52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87" name="Line 5">
              <a:extLst>
                <a:ext uri="{FF2B5EF4-FFF2-40B4-BE49-F238E27FC236}">
                  <a16:creationId xmlns:a16="http://schemas.microsoft.com/office/drawing/2014/main" id="{382640AE-3CE9-3381-32B1-FC331E742BF9}"/>
                </a:ext>
              </a:extLst>
            </p:cNvPr>
            <p:cNvSpPr>
              <a:spLocks noChangeShapeType="1"/>
            </p:cNvSpPr>
            <p:nvPr/>
          </p:nvSpPr>
          <p:spPr bwMode="auto">
            <a:xfrm>
              <a:off x="1824"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88" name="Line 6">
              <a:extLst>
                <a:ext uri="{FF2B5EF4-FFF2-40B4-BE49-F238E27FC236}">
                  <a16:creationId xmlns:a16="http://schemas.microsoft.com/office/drawing/2014/main" id="{F32EEBB3-C041-6CEF-B08F-0AA0AF9B82E4}"/>
                </a:ext>
              </a:extLst>
            </p:cNvPr>
            <p:cNvSpPr>
              <a:spLocks noChangeShapeType="1"/>
            </p:cNvSpPr>
            <p:nvPr/>
          </p:nvSpPr>
          <p:spPr bwMode="auto">
            <a:xfrm>
              <a:off x="2544"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89" name="Line 7">
              <a:extLst>
                <a:ext uri="{FF2B5EF4-FFF2-40B4-BE49-F238E27FC236}">
                  <a16:creationId xmlns:a16="http://schemas.microsoft.com/office/drawing/2014/main" id="{7D695BF9-BDF5-D8FC-FCE0-C04CEE78EFAF}"/>
                </a:ext>
              </a:extLst>
            </p:cNvPr>
            <p:cNvSpPr>
              <a:spLocks noChangeShapeType="1"/>
            </p:cNvSpPr>
            <p:nvPr/>
          </p:nvSpPr>
          <p:spPr bwMode="auto">
            <a:xfrm>
              <a:off x="3312" y="864"/>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90" name="Text Box 8">
              <a:extLst>
                <a:ext uri="{FF2B5EF4-FFF2-40B4-BE49-F238E27FC236}">
                  <a16:creationId xmlns:a16="http://schemas.microsoft.com/office/drawing/2014/main" id="{D5A6EBE3-1377-70AD-6EE7-AC2991F4CAA5}"/>
                </a:ext>
              </a:extLst>
            </p:cNvPr>
            <p:cNvSpPr txBox="1">
              <a:spLocks noChangeArrowheads="1"/>
            </p:cNvSpPr>
            <p:nvPr/>
          </p:nvSpPr>
          <p:spPr bwMode="auto">
            <a:xfrm>
              <a:off x="240"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状态</a:t>
              </a:r>
            </a:p>
          </p:txBody>
        </p:sp>
        <p:sp>
          <p:nvSpPr>
            <p:cNvPr id="245791" name="Text Box 9">
              <a:extLst>
                <a:ext uri="{FF2B5EF4-FFF2-40B4-BE49-F238E27FC236}">
                  <a16:creationId xmlns:a16="http://schemas.microsoft.com/office/drawing/2014/main" id="{8589A876-B9D8-DD51-0CDE-4ED02892D5B7}"/>
                </a:ext>
              </a:extLst>
            </p:cNvPr>
            <p:cNvSpPr txBox="1">
              <a:spLocks noChangeArrowheads="1"/>
            </p:cNvSpPr>
            <p:nvPr/>
          </p:nvSpPr>
          <p:spPr bwMode="auto">
            <a:xfrm>
              <a:off x="1632"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a:t>
              </a:r>
            </a:p>
          </p:txBody>
        </p:sp>
        <p:sp>
          <p:nvSpPr>
            <p:cNvPr id="245792" name="Text Box 10">
              <a:extLst>
                <a:ext uri="{FF2B5EF4-FFF2-40B4-BE49-F238E27FC236}">
                  <a16:creationId xmlns:a16="http://schemas.microsoft.com/office/drawing/2014/main" id="{7A7823E4-1A66-48AD-3A29-34132C699F45}"/>
                </a:ext>
              </a:extLst>
            </p:cNvPr>
            <p:cNvSpPr txBox="1">
              <a:spLocks noChangeArrowheads="1"/>
            </p:cNvSpPr>
            <p:nvPr/>
          </p:nvSpPr>
          <p:spPr bwMode="auto">
            <a:xfrm>
              <a:off x="2304" y="91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b</a:t>
              </a:r>
            </a:p>
          </p:txBody>
        </p:sp>
        <p:sp>
          <p:nvSpPr>
            <p:cNvPr id="245793" name="Text Box 11">
              <a:extLst>
                <a:ext uri="{FF2B5EF4-FFF2-40B4-BE49-F238E27FC236}">
                  <a16:creationId xmlns:a16="http://schemas.microsoft.com/office/drawing/2014/main" id="{BE7DFFA4-A2F2-878F-C014-1A5F61DB9B15}"/>
                </a:ext>
              </a:extLst>
            </p:cNvPr>
            <p:cNvSpPr txBox="1">
              <a:spLocks noChangeArrowheads="1"/>
            </p:cNvSpPr>
            <p:nvPr/>
          </p:nvSpPr>
          <p:spPr bwMode="auto">
            <a:xfrm>
              <a:off x="3264" y="912"/>
              <a:ext cx="23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到达终态所识别的单词</a:t>
              </a:r>
            </a:p>
          </p:txBody>
        </p:sp>
        <p:sp>
          <p:nvSpPr>
            <p:cNvPr id="245794" name="Text Box 12">
              <a:extLst>
                <a:ext uri="{FF2B5EF4-FFF2-40B4-BE49-F238E27FC236}">
                  <a16:creationId xmlns:a16="http://schemas.microsoft.com/office/drawing/2014/main" id="{52035F6E-FDB2-E0B8-C00A-96AC0EB7C067}"/>
                </a:ext>
              </a:extLst>
            </p:cNvPr>
            <p:cNvSpPr txBox="1">
              <a:spLocks noChangeArrowheads="1"/>
            </p:cNvSpPr>
            <p:nvPr/>
          </p:nvSpPr>
          <p:spPr bwMode="auto">
            <a:xfrm>
              <a:off x="-288" y="110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初态</a:t>
              </a:r>
            </a:p>
          </p:txBody>
        </p:sp>
        <p:sp>
          <p:nvSpPr>
            <p:cNvPr id="245795" name="Text Box 13">
              <a:extLst>
                <a:ext uri="{FF2B5EF4-FFF2-40B4-BE49-F238E27FC236}">
                  <a16:creationId xmlns:a16="http://schemas.microsoft.com/office/drawing/2014/main" id="{B1FE0990-26E8-1D6C-C974-45F54BC56F23}"/>
                </a:ext>
              </a:extLst>
            </p:cNvPr>
            <p:cNvSpPr txBox="1">
              <a:spLocks noChangeArrowheads="1"/>
            </p:cNvSpPr>
            <p:nvPr/>
          </p:nvSpPr>
          <p:spPr bwMode="auto">
            <a:xfrm>
              <a:off x="192" y="134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终态</a:t>
              </a:r>
            </a:p>
          </p:txBody>
        </p:sp>
        <p:sp>
          <p:nvSpPr>
            <p:cNvPr id="245796" name="Text Box 14">
              <a:extLst>
                <a:ext uri="{FF2B5EF4-FFF2-40B4-BE49-F238E27FC236}">
                  <a16:creationId xmlns:a16="http://schemas.microsoft.com/office/drawing/2014/main" id="{0856DFE4-5BB0-3345-1763-F3F746480DB8}"/>
                </a:ext>
              </a:extLst>
            </p:cNvPr>
            <p:cNvSpPr txBox="1">
              <a:spLocks noChangeArrowheads="1"/>
            </p:cNvSpPr>
            <p:nvPr/>
          </p:nvSpPr>
          <p:spPr bwMode="auto">
            <a:xfrm>
              <a:off x="144" y="163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5797" name="Text Box 15">
              <a:extLst>
                <a:ext uri="{FF2B5EF4-FFF2-40B4-BE49-F238E27FC236}">
                  <a16:creationId xmlns:a16="http://schemas.microsoft.com/office/drawing/2014/main" id="{74A30590-6900-8A32-BAFB-278A86918544}"/>
                </a:ext>
              </a:extLst>
            </p:cNvPr>
            <p:cNvSpPr txBox="1">
              <a:spLocks noChangeArrowheads="1"/>
            </p:cNvSpPr>
            <p:nvPr/>
          </p:nvSpPr>
          <p:spPr bwMode="auto">
            <a:xfrm>
              <a:off x="-288" y="201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5798" name="Text Box 16">
              <a:extLst>
                <a:ext uri="{FF2B5EF4-FFF2-40B4-BE49-F238E27FC236}">
                  <a16:creationId xmlns:a16="http://schemas.microsoft.com/office/drawing/2014/main" id="{23FC010E-F4DD-05AA-BBD3-7392BB81ACAE}"/>
                </a:ext>
              </a:extLst>
            </p:cNvPr>
            <p:cNvSpPr txBox="1">
              <a:spLocks noChangeArrowheads="1"/>
            </p:cNvSpPr>
            <p:nvPr/>
          </p:nvSpPr>
          <p:spPr bwMode="auto">
            <a:xfrm>
              <a:off x="-288" y="225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终态</a:t>
              </a:r>
            </a:p>
          </p:txBody>
        </p:sp>
        <p:sp>
          <p:nvSpPr>
            <p:cNvPr id="245799" name="Text Box 17">
              <a:extLst>
                <a:ext uri="{FF2B5EF4-FFF2-40B4-BE49-F238E27FC236}">
                  <a16:creationId xmlns:a16="http://schemas.microsoft.com/office/drawing/2014/main" id="{BB24FEE0-EE7B-30B4-3A50-8023A0448925}"/>
                </a:ext>
              </a:extLst>
            </p:cNvPr>
            <p:cNvSpPr txBox="1">
              <a:spLocks noChangeArrowheads="1"/>
            </p:cNvSpPr>
            <p:nvPr/>
          </p:nvSpPr>
          <p:spPr bwMode="auto">
            <a:xfrm>
              <a:off x="912" y="1127"/>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{0,1,3,7}</a:t>
              </a:r>
            </a:p>
          </p:txBody>
        </p:sp>
        <p:sp>
          <p:nvSpPr>
            <p:cNvPr id="245800" name="Text Box 18">
              <a:extLst>
                <a:ext uri="{FF2B5EF4-FFF2-40B4-BE49-F238E27FC236}">
                  <a16:creationId xmlns:a16="http://schemas.microsoft.com/office/drawing/2014/main" id="{6E204A4C-895C-8A62-6771-23E9A4278936}"/>
                </a:ext>
              </a:extLst>
            </p:cNvPr>
            <p:cNvSpPr txBox="1">
              <a:spLocks noChangeArrowheads="1"/>
            </p:cNvSpPr>
            <p:nvPr/>
          </p:nvSpPr>
          <p:spPr bwMode="auto">
            <a:xfrm>
              <a:off x="576"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{2,4,7}</a:t>
              </a:r>
            </a:p>
          </p:txBody>
        </p:sp>
        <p:sp>
          <p:nvSpPr>
            <p:cNvPr id="245801" name="Text Box 19">
              <a:extLst>
                <a:ext uri="{FF2B5EF4-FFF2-40B4-BE49-F238E27FC236}">
                  <a16:creationId xmlns:a16="http://schemas.microsoft.com/office/drawing/2014/main" id="{953AF8AC-7F48-727A-A47C-B9D0ECB1758E}"/>
                </a:ext>
              </a:extLst>
            </p:cNvPr>
            <p:cNvSpPr txBox="1">
              <a:spLocks noChangeArrowheads="1"/>
            </p:cNvSpPr>
            <p:nvPr/>
          </p:nvSpPr>
          <p:spPr bwMode="auto">
            <a:xfrm>
              <a:off x="672"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5802" name="Text Box 20">
              <a:extLst>
                <a:ext uri="{FF2B5EF4-FFF2-40B4-BE49-F238E27FC236}">
                  <a16:creationId xmlns:a16="http://schemas.microsoft.com/office/drawing/2014/main" id="{A5650F70-A4C2-578F-16F7-4BE3ED4CABB9}"/>
                </a:ext>
              </a:extLst>
            </p:cNvPr>
            <p:cNvSpPr txBox="1">
              <a:spLocks noChangeArrowheads="1"/>
            </p:cNvSpPr>
            <p:nvPr/>
          </p:nvSpPr>
          <p:spPr bwMode="auto">
            <a:xfrm>
              <a:off x="672"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5803" name="Text Box 21">
              <a:extLst>
                <a:ext uri="{FF2B5EF4-FFF2-40B4-BE49-F238E27FC236}">
                  <a16:creationId xmlns:a16="http://schemas.microsoft.com/office/drawing/2014/main" id="{921F7E75-6A0E-C139-1F1C-280223F93251}"/>
                </a:ext>
              </a:extLst>
            </p:cNvPr>
            <p:cNvSpPr txBox="1">
              <a:spLocks noChangeArrowheads="1"/>
            </p:cNvSpPr>
            <p:nvPr/>
          </p:nvSpPr>
          <p:spPr bwMode="auto">
            <a:xfrm>
              <a:off x="624"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{5,8}</a:t>
              </a:r>
            </a:p>
          </p:txBody>
        </p:sp>
        <p:sp>
          <p:nvSpPr>
            <p:cNvPr id="245804" name="Text Box 22">
              <a:extLst>
                <a:ext uri="{FF2B5EF4-FFF2-40B4-BE49-F238E27FC236}">
                  <a16:creationId xmlns:a16="http://schemas.microsoft.com/office/drawing/2014/main" id="{CA05D871-CC36-599D-D8F9-001D90D7B00E}"/>
                </a:ext>
              </a:extLst>
            </p:cNvPr>
            <p:cNvSpPr txBox="1">
              <a:spLocks noChangeArrowheads="1"/>
            </p:cNvSpPr>
            <p:nvPr/>
          </p:nvSpPr>
          <p:spPr bwMode="auto">
            <a:xfrm>
              <a:off x="624"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{6,8}</a:t>
              </a:r>
            </a:p>
          </p:txBody>
        </p:sp>
        <p:sp>
          <p:nvSpPr>
            <p:cNvPr id="245805" name="Text Box 23">
              <a:extLst>
                <a:ext uri="{FF2B5EF4-FFF2-40B4-BE49-F238E27FC236}">
                  <a16:creationId xmlns:a16="http://schemas.microsoft.com/office/drawing/2014/main" id="{3AF26C10-AAC4-5558-7F08-56313A1B01B6}"/>
                </a:ext>
              </a:extLst>
            </p:cNvPr>
            <p:cNvSpPr txBox="1">
              <a:spLocks noChangeArrowheads="1"/>
            </p:cNvSpPr>
            <p:nvPr/>
          </p:nvSpPr>
          <p:spPr bwMode="auto">
            <a:xfrm>
              <a:off x="1824" y="1104"/>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{2,4,7}</a:t>
              </a:r>
            </a:p>
          </p:txBody>
        </p:sp>
        <p:sp>
          <p:nvSpPr>
            <p:cNvPr id="245806" name="Text Box 24">
              <a:extLst>
                <a:ext uri="{FF2B5EF4-FFF2-40B4-BE49-F238E27FC236}">
                  <a16:creationId xmlns:a16="http://schemas.microsoft.com/office/drawing/2014/main" id="{FB0F2EB6-B2C5-A082-7B0E-05BC1145BACB}"/>
                </a:ext>
              </a:extLst>
            </p:cNvPr>
            <p:cNvSpPr txBox="1">
              <a:spLocks noChangeArrowheads="1"/>
            </p:cNvSpPr>
            <p:nvPr/>
          </p:nvSpPr>
          <p:spPr bwMode="auto">
            <a:xfrm>
              <a:off x="1488"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5807" name="Text Box 25">
              <a:extLst>
                <a:ext uri="{FF2B5EF4-FFF2-40B4-BE49-F238E27FC236}">
                  <a16:creationId xmlns:a16="http://schemas.microsoft.com/office/drawing/2014/main" id="{747C0AF7-8DA2-27D6-7EE8-CB979353E763}"/>
                </a:ext>
              </a:extLst>
            </p:cNvPr>
            <p:cNvSpPr txBox="1">
              <a:spLocks noChangeArrowheads="1"/>
            </p:cNvSpPr>
            <p:nvPr/>
          </p:nvSpPr>
          <p:spPr bwMode="auto">
            <a:xfrm>
              <a:off x="1488"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{7}</a:t>
              </a:r>
            </a:p>
          </p:txBody>
        </p:sp>
        <p:sp>
          <p:nvSpPr>
            <p:cNvPr id="245808" name="Text Box 26">
              <a:extLst>
                <a:ext uri="{FF2B5EF4-FFF2-40B4-BE49-F238E27FC236}">
                  <a16:creationId xmlns:a16="http://schemas.microsoft.com/office/drawing/2014/main" id="{63C7BAAB-A333-6131-A438-3D8584EFCA42}"/>
                </a:ext>
              </a:extLst>
            </p:cNvPr>
            <p:cNvSpPr txBox="1">
              <a:spLocks noChangeArrowheads="1"/>
            </p:cNvSpPr>
            <p:nvPr/>
          </p:nvSpPr>
          <p:spPr bwMode="auto">
            <a:xfrm>
              <a:off x="2256" y="110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5809" name="Text Box 27">
              <a:extLst>
                <a:ext uri="{FF2B5EF4-FFF2-40B4-BE49-F238E27FC236}">
                  <a16:creationId xmlns:a16="http://schemas.microsoft.com/office/drawing/2014/main" id="{CE78A35E-A3BE-16FA-7426-46D2A4F0A8F8}"/>
                </a:ext>
              </a:extLst>
            </p:cNvPr>
            <p:cNvSpPr txBox="1">
              <a:spLocks noChangeArrowheads="1"/>
            </p:cNvSpPr>
            <p:nvPr/>
          </p:nvSpPr>
          <p:spPr bwMode="auto">
            <a:xfrm>
              <a:off x="2208"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{5,8}</a:t>
              </a:r>
            </a:p>
          </p:txBody>
        </p:sp>
        <p:sp>
          <p:nvSpPr>
            <p:cNvPr id="245810" name="Text Box 28">
              <a:extLst>
                <a:ext uri="{FF2B5EF4-FFF2-40B4-BE49-F238E27FC236}">
                  <a16:creationId xmlns:a16="http://schemas.microsoft.com/office/drawing/2014/main" id="{F0FE194C-257B-CB3B-C322-4223563FD883}"/>
                </a:ext>
              </a:extLst>
            </p:cNvPr>
            <p:cNvSpPr txBox="1">
              <a:spLocks noChangeArrowheads="1"/>
            </p:cNvSpPr>
            <p:nvPr/>
          </p:nvSpPr>
          <p:spPr bwMode="auto">
            <a:xfrm>
              <a:off x="225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5811" name="Text Box 29">
              <a:extLst>
                <a:ext uri="{FF2B5EF4-FFF2-40B4-BE49-F238E27FC236}">
                  <a16:creationId xmlns:a16="http://schemas.microsoft.com/office/drawing/2014/main" id="{DEDE26D7-C6FE-818C-2CE6-3F6BE6225BF7}"/>
                </a:ext>
              </a:extLst>
            </p:cNvPr>
            <p:cNvSpPr txBox="1">
              <a:spLocks noChangeArrowheads="1"/>
            </p:cNvSpPr>
            <p:nvPr/>
          </p:nvSpPr>
          <p:spPr bwMode="auto">
            <a:xfrm>
              <a:off x="2256" y="182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5812" name="Text Box 30">
              <a:extLst>
                <a:ext uri="{FF2B5EF4-FFF2-40B4-BE49-F238E27FC236}">
                  <a16:creationId xmlns:a16="http://schemas.microsoft.com/office/drawing/2014/main" id="{A6405328-BBA9-97DB-1BE5-1848B713AE78}"/>
                </a:ext>
              </a:extLst>
            </p:cNvPr>
            <p:cNvSpPr txBox="1">
              <a:spLocks noChangeArrowheads="1"/>
            </p:cNvSpPr>
            <p:nvPr/>
          </p:nvSpPr>
          <p:spPr bwMode="auto">
            <a:xfrm>
              <a:off x="2256"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{8}</a:t>
              </a:r>
            </a:p>
          </p:txBody>
        </p:sp>
        <p:sp>
          <p:nvSpPr>
            <p:cNvPr id="245813" name="Text Box 31">
              <a:extLst>
                <a:ext uri="{FF2B5EF4-FFF2-40B4-BE49-F238E27FC236}">
                  <a16:creationId xmlns:a16="http://schemas.microsoft.com/office/drawing/2014/main" id="{1E4D17BA-B707-C8CF-E52F-56589D7C4F8F}"/>
                </a:ext>
              </a:extLst>
            </p:cNvPr>
            <p:cNvSpPr txBox="1">
              <a:spLocks noChangeArrowheads="1"/>
            </p:cNvSpPr>
            <p:nvPr/>
          </p:nvSpPr>
          <p:spPr bwMode="auto">
            <a:xfrm>
              <a:off x="2208"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{6,8}</a:t>
              </a:r>
            </a:p>
          </p:txBody>
        </p:sp>
        <p:sp>
          <p:nvSpPr>
            <p:cNvPr id="245814" name="Text Box 32">
              <a:extLst>
                <a:ext uri="{FF2B5EF4-FFF2-40B4-BE49-F238E27FC236}">
                  <a16:creationId xmlns:a16="http://schemas.microsoft.com/office/drawing/2014/main" id="{166C2E56-2125-EB1D-CE6B-3EC1A9293244}"/>
                </a:ext>
              </a:extLst>
            </p:cNvPr>
            <p:cNvSpPr txBox="1">
              <a:spLocks noChangeArrowheads="1"/>
            </p:cNvSpPr>
            <p:nvPr/>
          </p:nvSpPr>
          <p:spPr bwMode="auto">
            <a:xfrm>
              <a:off x="1536"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5815" name="Text Box 33">
              <a:extLst>
                <a:ext uri="{FF2B5EF4-FFF2-40B4-BE49-F238E27FC236}">
                  <a16:creationId xmlns:a16="http://schemas.microsoft.com/office/drawing/2014/main" id="{B11898BC-1CFB-DB5E-6EA8-2DE875ECCC9A}"/>
                </a:ext>
              </a:extLst>
            </p:cNvPr>
            <p:cNvSpPr txBox="1">
              <a:spLocks noChangeArrowheads="1"/>
            </p:cNvSpPr>
            <p:nvPr/>
          </p:nvSpPr>
          <p:spPr bwMode="auto">
            <a:xfrm>
              <a:off x="1536"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5816" name="Text Box 34">
              <a:extLst>
                <a:ext uri="{FF2B5EF4-FFF2-40B4-BE49-F238E27FC236}">
                  <a16:creationId xmlns:a16="http://schemas.microsoft.com/office/drawing/2014/main" id="{6C3C72C2-BCB5-00F2-95AF-2C5A57EC1D88}"/>
                </a:ext>
              </a:extLst>
            </p:cNvPr>
            <p:cNvSpPr txBox="1">
              <a:spLocks noChangeArrowheads="1"/>
            </p:cNvSpPr>
            <p:nvPr/>
          </p:nvSpPr>
          <p:spPr bwMode="auto">
            <a:xfrm>
              <a:off x="153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φ</a:t>
              </a:r>
            </a:p>
          </p:txBody>
        </p:sp>
        <p:sp>
          <p:nvSpPr>
            <p:cNvPr id="245817" name="Text Box 35">
              <a:extLst>
                <a:ext uri="{FF2B5EF4-FFF2-40B4-BE49-F238E27FC236}">
                  <a16:creationId xmlns:a16="http://schemas.microsoft.com/office/drawing/2014/main" id="{AB3A8A71-1170-0C0D-5EE5-59D0C282E35B}"/>
                </a:ext>
              </a:extLst>
            </p:cNvPr>
            <p:cNvSpPr txBox="1">
              <a:spLocks noChangeArrowheads="1"/>
            </p:cNvSpPr>
            <p:nvPr/>
          </p:nvSpPr>
          <p:spPr bwMode="auto">
            <a:xfrm>
              <a:off x="3456" y="13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a:t>
              </a:r>
            </a:p>
          </p:txBody>
        </p:sp>
        <p:sp>
          <p:nvSpPr>
            <p:cNvPr id="245818" name="Text Box 36">
              <a:extLst>
                <a:ext uri="{FF2B5EF4-FFF2-40B4-BE49-F238E27FC236}">
                  <a16:creationId xmlns:a16="http://schemas.microsoft.com/office/drawing/2014/main" id="{B59B6B55-EB17-7D71-B0DC-B1C55B1CC925}"/>
                </a:ext>
              </a:extLst>
            </p:cNvPr>
            <p:cNvSpPr txBox="1">
              <a:spLocks noChangeArrowheads="1"/>
            </p:cNvSpPr>
            <p:nvPr/>
          </p:nvSpPr>
          <p:spPr bwMode="auto">
            <a:xfrm>
              <a:off x="3456" y="158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  bb</a:t>
              </a:r>
            </a:p>
          </p:txBody>
        </p:sp>
        <p:graphicFrame>
          <p:nvGraphicFramePr>
            <p:cNvPr id="245819" name="Object 2">
              <a:extLst>
                <a:ext uri="{FF2B5EF4-FFF2-40B4-BE49-F238E27FC236}">
                  <a16:creationId xmlns:a16="http://schemas.microsoft.com/office/drawing/2014/main" id="{71620088-6BC4-915D-EC77-8D0794C222B3}"/>
                </a:ext>
              </a:extLst>
            </p:cNvPr>
            <p:cNvGraphicFramePr>
              <a:graphicFrameLocks noChangeAspect="1"/>
            </p:cNvGraphicFramePr>
            <p:nvPr/>
          </p:nvGraphicFramePr>
          <p:xfrm>
            <a:off x="4065" y="1632"/>
            <a:ext cx="77" cy="96"/>
          </p:xfrm>
          <a:graphic>
            <a:graphicData uri="http://schemas.openxmlformats.org/presentationml/2006/ole">
              <mc:AlternateContent xmlns:mc="http://schemas.openxmlformats.org/markup-compatibility/2006">
                <mc:Choice xmlns:v="urn:schemas-microsoft-com:vml" Requires="v">
                  <p:oleObj name="公式" r:id="rId3" imgW="101424" imgH="126780" progId="Equation.3">
                    <p:embed/>
                  </p:oleObj>
                </mc:Choice>
                <mc:Fallback>
                  <p:oleObj name="公式" r:id="rId3" imgW="101424" imgH="126780" progId="Equation.3">
                    <p:embed/>
                    <p:pic>
                      <p:nvPicPr>
                        <p:cNvPr id="245819" name="Object 2">
                          <a:extLst>
                            <a:ext uri="{FF2B5EF4-FFF2-40B4-BE49-F238E27FC236}">
                              <a16:creationId xmlns:a16="http://schemas.microsoft.com/office/drawing/2014/main" id="{71620088-6BC4-915D-EC77-8D0794C222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5" y="1632"/>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0" name="Object 3">
              <a:extLst>
                <a:ext uri="{FF2B5EF4-FFF2-40B4-BE49-F238E27FC236}">
                  <a16:creationId xmlns:a16="http://schemas.microsoft.com/office/drawing/2014/main" id="{825FC964-AC59-7E11-F510-784C7AB44CD6}"/>
                </a:ext>
              </a:extLst>
            </p:cNvPr>
            <p:cNvGraphicFramePr>
              <a:graphicFrameLocks noChangeAspect="1"/>
            </p:cNvGraphicFramePr>
            <p:nvPr/>
          </p:nvGraphicFramePr>
          <p:xfrm>
            <a:off x="4320" y="1601"/>
            <a:ext cx="101" cy="127"/>
          </p:xfrm>
          <a:graphic>
            <a:graphicData uri="http://schemas.openxmlformats.org/presentationml/2006/ole">
              <mc:AlternateContent xmlns:mc="http://schemas.openxmlformats.org/markup-compatibility/2006">
                <mc:Choice xmlns:v="urn:schemas-microsoft-com:vml" Requires="v">
                  <p:oleObj name="公式" r:id="rId5" imgW="101424" imgH="126780" progId="Equation.3">
                    <p:embed/>
                  </p:oleObj>
                </mc:Choice>
                <mc:Fallback>
                  <p:oleObj name="公式" r:id="rId5" imgW="101424" imgH="126780" progId="Equation.3">
                    <p:embed/>
                    <p:pic>
                      <p:nvPicPr>
                        <p:cNvPr id="245820" name="Object 3">
                          <a:extLst>
                            <a:ext uri="{FF2B5EF4-FFF2-40B4-BE49-F238E27FC236}">
                              <a16:creationId xmlns:a16="http://schemas.microsoft.com/office/drawing/2014/main" id="{825FC964-AC59-7E11-F510-784C7AB44C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 y="1601"/>
                          <a:ext cx="101"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1" name="Text Box 39">
              <a:extLst>
                <a:ext uri="{FF2B5EF4-FFF2-40B4-BE49-F238E27FC236}">
                  <a16:creationId xmlns:a16="http://schemas.microsoft.com/office/drawing/2014/main" id="{6F7DC1FD-7937-8D82-86EB-FE1465DE97CD}"/>
                </a:ext>
              </a:extLst>
            </p:cNvPr>
            <p:cNvSpPr txBox="1">
              <a:spLocks noChangeArrowheads="1"/>
            </p:cNvSpPr>
            <p:nvPr/>
          </p:nvSpPr>
          <p:spPr bwMode="auto">
            <a:xfrm>
              <a:off x="3456" y="201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  bb</a:t>
              </a:r>
            </a:p>
          </p:txBody>
        </p:sp>
        <p:graphicFrame>
          <p:nvGraphicFramePr>
            <p:cNvPr id="245822" name="Object 4">
              <a:extLst>
                <a:ext uri="{FF2B5EF4-FFF2-40B4-BE49-F238E27FC236}">
                  <a16:creationId xmlns:a16="http://schemas.microsoft.com/office/drawing/2014/main" id="{71775A6D-70FD-8432-18D0-9730D4FB7143}"/>
                </a:ext>
              </a:extLst>
            </p:cNvPr>
            <p:cNvGraphicFramePr>
              <a:graphicFrameLocks noChangeAspect="1"/>
            </p:cNvGraphicFramePr>
            <p:nvPr/>
          </p:nvGraphicFramePr>
          <p:xfrm>
            <a:off x="4051" y="2112"/>
            <a:ext cx="77" cy="96"/>
          </p:xfrm>
          <a:graphic>
            <a:graphicData uri="http://schemas.openxmlformats.org/presentationml/2006/ole">
              <mc:AlternateContent xmlns:mc="http://schemas.openxmlformats.org/markup-compatibility/2006">
                <mc:Choice xmlns:v="urn:schemas-microsoft-com:vml" Requires="v">
                  <p:oleObj name="公式" r:id="rId6" imgW="101424" imgH="126780" progId="Equation.3">
                    <p:embed/>
                  </p:oleObj>
                </mc:Choice>
                <mc:Fallback>
                  <p:oleObj name="公式" r:id="rId6" imgW="101424" imgH="126780" progId="Equation.3">
                    <p:embed/>
                    <p:pic>
                      <p:nvPicPr>
                        <p:cNvPr id="245822" name="Object 4">
                          <a:extLst>
                            <a:ext uri="{FF2B5EF4-FFF2-40B4-BE49-F238E27FC236}">
                              <a16:creationId xmlns:a16="http://schemas.microsoft.com/office/drawing/2014/main" id="{71775A6D-70FD-8432-18D0-9730D4FB71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 y="2112"/>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3" name="Object 5">
              <a:extLst>
                <a:ext uri="{FF2B5EF4-FFF2-40B4-BE49-F238E27FC236}">
                  <a16:creationId xmlns:a16="http://schemas.microsoft.com/office/drawing/2014/main" id="{F8A150EC-18CB-4B04-00FE-01528C4AC3F1}"/>
                </a:ext>
              </a:extLst>
            </p:cNvPr>
            <p:cNvGraphicFramePr>
              <a:graphicFrameLocks noChangeAspect="1"/>
            </p:cNvGraphicFramePr>
            <p:nvPr/>
          </p:nvGraphicFramePr>
          <p:xfrm>
            <a:off x="4291" y="2016"/>
            <a:ext cx="77" cy="96"/>
          </p:xfrm>
          <a:graphic>
            <a:graphicData uri="http://schemas.openxmlformats.org/presentationml/2006/ole">
              <mc:AlternateContent xmlns:mc="http://schemas.openxmlformats.org/markup-compatibility/2006">
                <mc:Choice xmlns:v="urn:schemas-microsoft-com:vml" Requires="v">
                  <p:oleObj name="公式" r:id="rId7" imgW="101424" imgH="126780" progId="Equation.3">
                    <p:embed/>
                  </p:oleObj>
                </mc:Choice>
                <mc:Fallback>
                  <p:oleObj name="公式" r:id="rId7" imgW="101424" imgH="126780" progId="Equation.3">
                    <p:embed/>
                    <p:pic>
                      <p:nvPicPr>
                        <p:cNvPr id="245823" name="Object 5">
                          <a:extLst>
                            <a:ext uri="{FF2B5EF4-FFF2-40B4-BE49-F238E27FC236}">
                              <a16:creationId xmlns:a16="http://schemas.microsoft.com/office/drawing/2014/main" id="{F8A150EC-18CB-4B04-00FE-01528C4AC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 y="2016"/>
                          <a:ext cx="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4" name="Text Box 42">
              <a:extLst>
                <a:ext uri="{FF2B5EF4-FFF2-40B4-BE49-F238E27FC236}">
                  <a16:creationId xmlns:a16="http://schemas.microsoft.com/office/drawing/2014/main" id="{FCA2C096-8DBA-532A-4F42-947A8166ACED}"/>
                </a:ext>
              </a:extLst>
            </p:cNvPr>
            <p:cNvSpPr txBox="1">
              <a:spLocks noChangeArrowheads="1"/>
            </p:cNvSpPr>
            <p:nvPr/>
          </p:nvSpPr>
          <p:spPr bwMode="auto">
            <a:xfrm>
              <a:off x="3408" y="2256"/>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           </a:t>
              </a:r>
              <a:r>
                <a:rPr kumimoji="1" lang="en-US" altLang="zh-CN" sz="2400" b="1">
                  <a:solidFill>
                    <a:srgbClr val="2F2F2F"/>
                  </a:solidFill>
                  <a:latin typeface="Times New Roman" panose="02020603050405020304" pitchFamily="18" charset="0"/>
                  <a:ea typeface="楷体_GB2312"/>
                  <a:cs typeface="楷体_GB2312"/>
                </a:rPr>
                <a:t>abb</a:t>
              </a:r>
            </a:p>
          </p:txBody>
        </p:sp>
      </p:grpSp>
      <p:sp>
        <p:nvSpPr>
          <p:cNvPr id="245763" name="Rectangle 43">
            <a:extLst>
              <a:ext uri="{FF2B5EF4-FFF2-40B4-BE49-F238E27FC236}">
                <a16:creationId xmlns:a16="http://schemas.microsoft.com/office/drawing/2014/main" id="{DA19FC5E-87E4-AC71-7A5F-EB16152C6F10}"/>
              </a:ext>
            </a:extLst>
          </p:cNvPr>
          <p:cNvSpPr>
            <a:spLocks noChangeArrowheads="1"/>
          </p:cNvSpPr>
          <p:nvPr/>
        </p:nvSpPr>
        <p:spPr bwMode="auto">
          <a:xfrm>
            <a:off x="1752600" y="685800"/>
            <a:ext cx="3581400" cy="45720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词法分析程序的分析过程</a:t>
            </a:r>
          </a:p>
        </p:txBody>
      </p:sp>
      <p:sp>
        <p:nvSpPr>
          <p:cNvPr id="756780" name="Rectangle 44">
            <a:extLst>
              <a:ext uri="{FF2B5EF4-FFF2-40B4-BE49-F238E27FC236}">
                <a16:creationId xmlns:a16="http://schemas.microsoft.com/office/drawing/2014/main" id="{4353AC20-B345-6B39-7A26-7224C40D6E32}"/>
              </a:ext>
            </a:extLst>
          </p:cNvPr>
          <p:cNvSpPr>
            <a:spLocks noChangeArrowheads="1"/>
          </p:cNvSpPr>
          <p:nvPr/>
        </p:nvSpPr>
        <p:spPr bwMode="auto">
          <a:xfrm>
            <a:off x="2057400" y="1295400"/>
            <a:ext cx="3048000" cy="4572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令输入字符串为</a:t>
            </a:r>
            <a:r>
              <a:rPr kumimoji="1" lang="en-US" altLang="zh-CN" sz="2400" b="1">
                <a:solidFill>
                  <a:srgbClr val="FF0000"/>
                </a:solidFill>
                <a:latin typeface="Times New Roman" panose="02020603050405020304" pitchFamily="18" charset="0"/>
                <a:ea typeface="楷体_GB2312"/>
                <a:cs typeface="楷体_GB2312"/>
              </a:rPr>
              <a:t>aba…</a:t>
            </a:r>
          </a:p>
        </p:txBody>
      </p:sp>
      <p:grpSp>
        <p:nvGrpSpPr>
          <p:cNvPr id="3" name="Group 45">
            <a:extLst>
              <a:ext uri="{FF2B5EF4-FFF2-40B4-BE49-F238E27FC236}">
                <a16:creationId xmlns:a16="http://schemas.microsoft.com/office/drawing/2014/main" id="{0B6AC30B-6861-69B2-E8B5-31CD5836F901}"/>
              </a:ext>
            </a:extLst>
          </p:cNvPr>
          <p:cNvGrpSpPr>
            <a:grpSpLocks/>
          </p:cNvGrpSpPr>
          <p:nvPr/>
        </p:nvGrpSpPr>
        <p:grpSpPr bwMode="auto">
          <a:xfrm>
            <a:off x="6324600" y="609601"/>
            <a:ext cx="3506788" cy="2506663"/>
            <a:chOff x="3024" y="384"/>
            <a:chExt cx="2209" cy="1579"/>
          </a:xfrm>
        </p:grpSpPr>
        <p:sp>
          <p:nvSpPr>
            <p:cNvPr id="245772" name="Text Box 46">
              <a:extLst>
                <a:ext uri="{FF2B5EF4-FFF2-40B4-BE49-F238E27FC236}">
                  <a16:creationId xmlns:a16="http://schemas.microsoft.com/office/drawing/2014/main" id="{DEF338E3-6235-10FC-FDA9-A978E71F8D1B}"/>
                </a:ext>
              </a:extLst>
            </p:cNvPr>
            <p:cNvSpPr txBox="1">
              <a:spLocks noChangeArrowheads="1"/>
            </p:cNvSpPr>
            <p:nvPr/>
          </p:nvSpPr>
          <p:spPr bwMode="auto">
            <a:xfrm>
              <a:off x="3024" y="384"/>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读入字符</a:t>
              </a:r>
            </a:p>
          </p:txBody>
        </p:sp>
        <p:sp>
          <p:nvSpPr>
            <p:cNvPr id="245773" name="Text Box 47">
              <a:extLst>
                <a:ext uri="{FF2B5EF4-FFF2-40B4-BE49-F238E27FC236}">
                  <a16:creationId xmlns:a16="http://schemas.microsoft.com/office/drawing/2014/main" id="{4848F5D7-21D3-82C6-EF93-472C4F58E393}"/>
                </a:ext>
              </a:extLst>
            </p:cNvPr>
            <p:cNvSpPr txBox="1">
              <a:spLocks noChangeArrowheads="1"/>
            </p:cNvSpPr>
            <p:nvPr/>
          </p:nvSpPr>
          <p:spPr bwMode="auto">
            <a:xfrm>
              <a:off x="3809" y="384"/>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进入状态</a:t>
              </a:r>
            </a:p>
          </p:txBody>
        </p:sp>
        <p:grpSp>
          <p:nvGrpSpPr>
            <p:cNvPr id="245774" name="Group 48">
              <a:extLst>
                <a:ext uri="{FF2B5EF4-FFF2-40B4-BE49-F238E27FC236}">
                  <a16:creationId xmlns:a16="http://schemas.microsoft.com/office/drawing/2014/main" id="{2A007607-AA42-B9B1-97C0-CC10C9B2C348}"/>
                </a:ext>
              </a:extLst>
            </p:cNvPr>
            <p:cNvGrpSpPr>
              <a:grpSpLocks/>
            </p:cNvGrpSpPr>
            <p:nvPr/>
          </p:nvGrpSpPr>
          <p:grpSpPr bwMode="auto">
            <a:xfrm>
              <a:off x="3024" y="432"/>
              <a:ext cx="2209" cy="1531"/>
              <a:chOff x="3024" y="432"/>
              <a:chExt cx="2209" cy="1531"/>
            </a:xfrm>
          </p:grpSpPr>
          <p:sp>
            <p:nvSpPr>
              <p:cNvPr id="245775" name="Line 49">
                <a:extLst>
                  <a:ext uri="{FF2B5EF4-FFF2-40B4-BE49-F238E27FC236}">
                    <a16:creationId xmlns:a16="http://schemas.microsoft.com/office/drawing/2014/main" id="{69C5735D-ED39-C024-2560-36412CC9DF5C}"/>
                  </a:ext>
                </a:extLst>
              </p:cNvPr>
              <p:cNvSpPr>
                <a:spLocks noChangeShapeType="1"/>
              </p:cNvSpPr>
              <p:nvPr/>
            </p:nvSpPr>
            <p:spPr bwMode="auto">
              <a:xfrm>
                <a:off x="3122" y="624"/>
                <a:ext cx="1522"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76" name="Line 50">
                <a:extLst>
                  <a:ext uri="{FF2B5EF4-FFF2-40B4-BE49-F238E27FC236}">
                    <a16:creationId xmlns:a16="http://schemas.microsoft.com/office/drawing/2014/main" id="{5781ADA2-1075-7E86-0EAE-ADFBCD11519B}"/>
                  </a:ext>
                </a:extLst>
              </p:cNvPr>
              <p:cNvSpPr>
                <a:spLocks noChangeShapeType="1"/>
              </p:cNvSpPr>
              <p:nvPr/>
            </p:nvSpPr>
            <p:spPr bwMode="auto">
              <a:xfrm>
                <a:off x="3859" y="432"/>
                <a:ext cx="0" cy="1488"/>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sz="2000" b="1">
                  <a:solidFill>
                    <a:srgbClr val="2F2F2F"/>
                  </a:solidFill>
                  <a:latin typeface="宋体" panose="02010600030101010101" pitchFamily="2" charset="-122"/>
                  <a:ea typeface="宋体" panose="02010600030101010101" pitchFamily="2" charset="-122"/>
                </a:endParaRPr>
              </a:p>
            </p:txBody>
          </p:sp>
          <p:sp>
            <p:nvSpPr>
              <p:cNvPr id="245777" name="Text Box 51">
                <a:extLst>
                  <a:ext uri="{FF2B5EF4-FFF2-40B4-BE49-F238E27FC236}">
                    <a16:creationId xmlns:a16="http://schemas.microsoft.com/office/drawing/2014/main" id="{4AB1A53B-F75E-1EB6-50DE-DDC8F31F814D}"/>
                  </a:ext>
                </a:extLst>
              </p:cNvPr>
              <p:cNvSpPr txBox="1">
                <a:spLocks noChangeArrowheads="1"/>
              </p:cNvSpPr>
              <p:nvPr/>
            </p:nvSpPr>
            <p:spPr bwMode="auto">
              <a:xfrm>
                <a:off x="3220" y="576"/>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开始</a:t>
                </a:r>
              </a:p>
            </p:txBody>
          </p:sp>
          <p:sp>
            <p:nvSpPr>
              <p:cNvPr id="245778" name="Text Box 52">
                <a:extLst>
                  <a:ext uri="{FF2B5EF4-FFF2-40B4-BE49-F238E27FC236}">
                    <a16:creationId xmlns:a16="http://schemas.microsoft.com/office/drawing/2014/main" id="{F36CC2D9-F0B6-1A2E-8235-E15B51F4B8DA}"/>
                  </a:ext>
                </a:extLst>
              </p:cNvPr>
              <p:cNvSpPr txBox="1">
                <a:spLocks noChangeArrowheads="1"/>
              </p:cNvSpPr>
              <p:nvPr/>
            </p:nvSpPr>
            <p:spPr bwMode="auto">
              <a:xfrm>
                <a:off x="3024" y="864"/>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      </a:t>
                </a:r>
                <a:r>
                  <a:rPr kumimoji="1" lang="en-US" altLang="zh-CN" sz="2400" b="1">
                    <a:solidFill>
                      <a:srgbClr val="C47546"/>
                    </a:solidFill>
                    <a:latin typeface="Times New Roman" panose="02020603050405020304" pitchFamily="18" charset="0"/>
                    <a:ea typeface="楷体_GB2312"/>
                    <a:cs typeface="楷体_GB2312"/>
                  </a:rPr>
                  <a:t>a</a:t>
                </a:r>
              </a:p>
            </p:txBody>
          </p:sp>
          <p:sp>
            <p:nvSpPr>
              <p:cNvPr id="245779" name="Text Box 53">
                <a:extLst>
                  <a:ext uri="{FF2B5EF4-FFF2-40B4-BE49-F238E27FC236}">
                    <a16:creationId xmlns:a16="http://schemas.microsoft.com/office/drawing/2014/main" id="{AAF97611-5FD2-4522-B14C-350598E86E41}"/>
                  </a:ext>
                </a:extLst>
              </p:cNvPr>
              <p:cNvSpPr txBox="1">
                <a:spLocks noChangeArrowheads="1"/>
              </p:cNvSpPr>
              <p:nvPr/>
            </p:nvSpPr>
            <p:spPr bwMode="auto">
              <a:xfrm>
                <a:off x="3024" y="1152"/>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      </a:t>
                </a:r>
                <a:r>
                  <a:rPr kumimoji="1" lang="en-US" altLang="zh-CN" sz="2400" b="1">
                    <a:solidFill>
                      <a:srgbClr val="C47546"/>
                    </a:solidFill>
                    <a:latin typeface="Times New Roman" panose="02020603050405020304" pitchFamily="18" charset="0"/>
                    <a:ea typeface="楷体_GB2312"/>
                    <a:cs typeface="楷体_GB2312"/>
                  </a:rPr>
                  <a:t>b</a:t>
                </a:r>
              </a:p>
            </p:txBody>
          </p:sp>
          <p:sp>
            <p:nvSpPr>
              <p:cNvPr id="245780" name="Text Box 54">
                <a:extLst>
                  <a:ext uri="{FF2B5EF4-FFF2-40B4-BE49-F238E27FC236}">
                    <a16:creationId xmlns:a16="http://schemas.microsoft.com/office/drawing/2014/main" id="{5B9C0CE9-DA96-5FF7-8E74-EF64C29DA3D6}"/>
                  </a:ext>
                </a:extLst>
              </p:cNvPr>
              <p:cNvSpPr txBox="1">
                <a:spLocks noChangeArrowheads="1"/>
              </p:cNvSpPr>
              <p:nvPr/>
            </p:nvSpPr>
            <p:spPr bwMode="auto">
              <a:xfrm>
                <a:off x="3024" y="1440"/>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      </a:t>
                </a:r>
                <a:r>
                  <a:rPr kumimoji="1" lang="en-US" altLang="zh-CN" sz="2400" b="1">
                    <a:solidFill>
                      <a:srgbClr val="C47546"/>
                    </a:solidFill>
                    <a:latin typeface="Times New Roman" panose="02020603050405020304" pitchFamily="18" charset="0"/>
                    <a:ea typeface="楷体_GB2312"/>
                    <a:cs typeface="楷体_GB2312"/>
                  </a:rPr>
                  <a:t>a</a:t>
                </a:r>
              </a:p>
            </p:txBody>
          </p:sp>
          <p:sp>
            <p:nvSpPr>
              <p:cNvPr id="245781" name="Text Box 55">
                <a:extLst>
                  <a:ext uri="{FF2B5EF4-FFF2-40B4-BE49-F238E27FC236}">
                    <a16:creationId xmlns:a16="http://schemas.microsoft.com/office/drawing/2014/main" id="{D4F5B33D-5727-E8EC-C5E0-8F5202E6C920}"/>
                  </a:ext>
                </a:extLst>
              </p:cNvPr>
              <p:cNvSpPr txBox="1">
                <a:spLocks noChangeArrowheads="1"/>
              </p:cNvSpPr>
              <p:nvPr/>
            </p:nvSpPr>
            <p:spPr bwMode="auto">
              <a:xfrm>
                <a:off x="3809" y="576"/>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C47546"/>
                    </a:solidFill>
                    <a:latin typeface="Times New Roman" panose="02020603050405020304" pitchFamily="18" charset="0"/>
                    <a:ea typeface="楷体_GB2312"/>
                    <a:cs typeface="楷体_GB2312"/>
                  </a:rPr>
                  <a:t>{0,1,3,7}</a:t>
                </a:r>
              </a:p>
            </p:txBody>
          </p:sp>
          <p:sp>
            <p:nvSpPr>
              <p:cNvPr id="245782" name="Text Box 56">
                <a:extLst>
                  <a:ext uri="{FF2B5EF4-FFF2-40B4-BE49-F238E27FC236}">
                    <a16:creationId xmlns:a16="http://schemas.microsoft.com/office/drawing/2014/main" id="{FCE99336-3201-82BE-88C5-FFBCE3E474D9}"/>
                  </a:ext>
                </a:extLst>
              </p:cNvPr>
              <p:cNvSpPr txBox="1">
                <a:spLocks noChangeArrowheads="1"/>
              </p:cNvSpPr>
              <p:nvPr/>
            </p:nvSpPr>
            <p:spPr bwMode="auto">
              <a:xfrm>
                <a:off x="3809" y="864"/>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C47546"/>
                    </a:solidFill>
                    <a:latin typeface="Times New Roman" panose="02020603050405020304" pitchFamily="18" charset="0"/>
                    <a:ea typeface="楷体_GB2312"/>
                    <a:cs typeface="楷体_GB2312"/>
                  </a:rPr>
                  <a:t>{2,4,7}</a:t>
                </a:r>
              </a:p>
            </p:txBody>
          </p:sp>
          <p:sp>
            <p:nvSpPr>
              <p:cNvPr id="245783" name="Text Box 57">
                <a:extLst>
                  <a:ext uri="{FF2B5EF4-FFF2-40B4-BE49-F238E27FC236}">
                    <a16:creationId xmlns:a16="http://schemas.microsoft.com/office/drawing/2014/main" id="{32B3FAD2-60AB-68AB-D42E-6F6D5D83B0B9}"/>
                  </a:ext>
                </a:extLst>
              </p:cNvPr>
              <p:cNvSpPr txBox="1">
                <a:spLocks noChangeArrowheads="1"/>
              </p:cNvSpPr>
              <p:nvPr/>
            </p:nvSpPr>
            <p:spPr bwMode="auto">
              <a:xfrm>
                <a:off x="3809" y="1104"/>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C47546"/>
                    </a:solidFill>
                    <a:latin typeface="Times New Roman" panose="02020603050405020304" pitchFamily="18" charset="0"/>
                    <a:ea typeface="楷体_GB2312"/>
                    <a:cs typeface="楷体_GB2312"/>
                  </a:rPr>
                  <a:t>{5,8}</a:t>
                </a:r>
              </a:p>
            </p:txBody>
          </p:sp>
          <p:sp>
            <p:nvSpPr>
              <p:cNvPr id="245784" name="Text Box 58">
                <a:extLst>
                  <a:ext uri="{FF2B5EF4-FFF2-40B4-BE49-F238E27FC236}">
                    <a16:creationId xmlns:a16="http://schemas.microsoft.com/office/drawing/2014/main" id="{77CCC111-C062-72F1-E92C-347DED749E46}"/>
                  </a:ext>
                </a:extLst>
              </p:cNvPr>
              <p:cNvSpPr txBox="1">
                <a:spLocks noChangeArrowheads="1"/>
              </p:cNvSpPr>
              <p:nvPr/>
            </p:nvSpPr>
            <p:spPr bwMode="auto">
              <a:xfrm>
                <a:off x="3809" y="1440"/>
                <a:ext cx="142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C47546"/>
                    </a:solidFill>
                    <a:latin typeface="Times New Roman" panose="02020603050405020304" pitchFamily="18" charset="0"/>
                    <a:ea typeface="楷体_GB2312"/>
                    <a:cs typeface="楷体_GB2312"/>
                  </a:rPr>
                  <a:t>无后继状态</a:t>
                </a:r>
                <a:r>
                  <a:rPr kumimoji="1" lang="en-US" altLang="zh-CN" sz="2400" b="1">
                    <a:solidFill>
                      <a:srgbClr val="C47546"/>
                    </a:solidFill>
                    <a:latin typeface="Times New Roman" panose="02020603050405020304" pitchFamily="18" charset="0"/>
                    <a:ea typeface="楷体_GB2312"/>
                    <a:cs typeface="楷体_GB2312"/>
                  </a:rPr>
                  <a:t>(</a:t>
                </a:r>
                <a:r>
                  <a:rPr kumimoji="1" lang="zh-CN" altLang="en-US" sz="2400" b="1">
                    <a:solidFill>
                      <a:srgbClr val="C47546"/>
                    </a:solidFill>
                    <a:latin typeface="Times New Roman" panose="02020603050405020304" pitchFamily="18" charset="0"/>
                    <a:ea typeface="楷体_GB2312"/>
                    <a:cs typeface="楷体_GB2312"/>
                  </a:rPr>
                  <a:t>退掉输入字符</a:t>
                </a:r>
                <a:r>
                  <a:rPr kumimoji="1" lang="en-US" altLang="zh-CN" sz="2400" b="1">
                    <a:solidFill>
                      <a:srgbClr val="C47546"/>
                    </a:solidFill>
                    <a:latin typeface="Times New Roman" panose="02020603050405020304" pitchFamily="18" charset="0"/>
                    <a:ea typeface="楷体_GB2312"/>
                    <a:cs typeface="楷体_GB2312"/>
                  </a:rPr>
                  <a:t>a)</a:t>
                </a:r>
              </a:p>
            </p:txBody>
          </p:sp>
        </p:grpSp>
      </p:grpSp>
      <p:sp>
        <p:nvSpPr>
          <p:cNvPr id="756795" name="Text Box 59">
            <a:extLst>
              <a:ext uri="{FF2B5EF4-FFF2-40B4-BE49-F238E27FC236}">
                <a16:creationId xmlns:a16="http://schemas.microsoft.com/office/drawing/2014/main" id="{75A11D58-06C6-D399-0022-AC548BFC79FF}"/>
              </a:ext>
            </a:extLst>
          </p:cNvPr>
          <p:cNvSpPr txBox="1">
            <a:spLocks noChangeArrowheads="1"/>
          </p:cNvSpPr>
          <p:nvPr/>
        </p:nvSpPr>
        <p:spPr bwMode="auto">
          <a:xfrm>
            <a:off x="2209800" y="17526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(1) </a:t>
            </a:r>
            <a:r>
              <a:rPr kumimoji="1" lang="zh-CN" altLang="en-US" sz="2400" b="1">
                <a:solidFill>
                  <a:srgbClr val="2F2F2F"/>
                </a:solidFill>
                <a:latin typeface="Times New Roman" panose="02020603050405020304" pitchFamily="18" charset="0"/>
                <a:ea typeface="楷体_GB2312"/>
                <a:cs typeface="楷体_GB2312"/>
              </a:rPr>
              <a:t>吃进字符</a:t>
            </a:r>
            <a:r>
              <a:rPr kumimoji="1" lang="en-US" altLang="zh-CN" sz="2400" b="1">
                <a:solidFill>
                  <a:srgbClr val="2F2F2F"/>
                </a:solidFill>
                <a:latin typeface="Times New Roman" panose="02020603050405020304" pitchFamily="18" charset="0"/>
                <a:ea typeface="楷体_GB2312"/>
                <a:cs typeface="楷体_GB2312"/>
              </a:rPr>
              <a:t>ab</a:t>
            </a:r>
          </a:p>
        </p:txBody>
      </p:sp>
      <p:sp>
        <p:nvSpPr>
          <p:cNvPr id="756796" name="Text Box 60">
            <a:extLst>
              <a:ext uri="{FF2B5EF4-FFF2-40B4-BE49-F238E27FC236}">
                <a16:creationId xmlns:a16="http://schemas.microsoft.com/office/drawing/2014/main" id="{EE5239C4-F494-E4BA-20BA-BF5B59E28375}"/>
              </a:ext>
            </a:extLst>
          </p:cNvPr>
          <p:cNvSpPr txBox="1">
            <a:spLocks noChangeArrowheads="1"/>
          </p:cNvSpPr>
          <p:nvPr/>
        </p:nvSpPr>
        <p:spPr bwMode="auto">
          <a:xfrm>
            <a:off x="2209800" y="213360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(2) </a:t>
            </a:r>
            <a:r>
              <a:rPr kumimoji="1" lang="zh-CN" altLang="en-US" sz="2400" b="1">
                <a:solidFill>
                  <a:srgbClr val="2F2F2F"/>
                </a:solidFill>
                <a:latin typeface="Times New Roman" panose="02020603050405020304" pitchFamily="18" charset="0"/>
                <a:ea typeface="楷体_GB2312"/>
                <a:cs typeface="楷体_GB2312"/>
              </a:rPr>
              <a:t>按反序检查状态子集</a:t>
            </a:r>
          </a:p>
        </p:txBody>
      </p:sp>
      <p:sp>
        <p:nvSpPr>
          <p:cNvPr id="756797" name="Text Box 61">
            <a:extLst>
              <a:ext uri="{FF2B5EF4-FFF2-40B4-BE49-F238E27FC236}">
                <a16:creationId xmlns:a16="http://schemas.microsoft.com/office/drawing/2014/main" id="{8C12BAFE-39CA-BB56-7BEC-25E0BB4CE87C}"/>
              </a:ext>
            </a:extLst>
          </p:cNvPr>
          <p:cNvSpPr txBox="1">
            <a:spLocks noChangeArrowheads="1"/>
          </p:cNvSpPr>
          <p:nvPr/>
        </p:nvSpPr>
        <p:spPr bwMode="auto">
          <a:xfrm>
            <a:off x="2667000" y="2454276"/>
            <a:ext cx="388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50000"/>
              </a:spcBef>
              <a:spcAft>
                <a:spcPct val="0"/>
              </a:spcAft>
              <a:buClrTx/>
              <a:buSzTx/>
              <a:buNone/>
            </a:pPr>
            <a:r>
              <a:rPr kumimoji="1" lang="zh-CN" altLang="en-US" sz="2400" b="1">
                <a:solidFill>
                  <a:srgbClr val="2F2F2F"/>
                </a:solidFill>
                <a:latin typeface="Times New Roman" panose="02020603050405020304" pitchFamily="18" charset="0"/>
                <a:ea typeface="楷体_GB2312"/>
                <a:cs typeface="楷体_GB2312"/>
              </a:rPr>
              <a:t>检查前一次状态是否含有原</a:t>
            </a:r>
            <a:r>
              <a:rPr kumimoji="1" lang="en-US" altLang="zh-CN" sz="2400" b="1">
                <a:solidFill>
                  <a:srgbClr val="2F2F2F"/>
                </a:solidFill>
                <a:latin typeface="Times New Roman" panose="02020603050405020304" pitchFamily="18" charset="0"/>
                <a:ea typeface="楷体_GB2312"/>
                <a:cs typeface="楷体_GB2312"/>
              </a:rPr>
              <a:t>NFA</a:t>
            </a:r>
            <a:r>
              <a:rPr kumimoji="1" lang="zh-CN" altLang="en-US" sz="2400" b="1">
                <a:solidFill>
                  <a:srgbClr val="2F2F2F"/>
                </a:solidFill>
                <a:latin typeface="Times New Roman" panose="02020603050405020304" pitchFamily="18" charset="0"/>
                <a:ea typeface="楷体_GB2312"/>
                <a:cs typeface="楷体_GB2312"/>
              </a:rPr>
              <a:t>的终止状态</a:t>
            </a:r>
          </a:p>
        </p:txBody>
      </p:sp>
      <p:sp>
        <p:nvSpPr>
          <p:cNvPr id="756798" name="Rectangle 62">
            <a:extLst>
              <a:ext uri="{FF2B5EF4-FFF2-40B4-BE49-F238E27FC236}">
                <a16:creationId xmlns:a16="http://schemas.microsoft.com/office/drawing/2014/main" id="{04E7BB85-2792-33FB-D596-FA132EEF2A81}"/>
              </a:ext>
            </a:extLst>
          </p:cNvPr>
          <p:cNvSpPr>
            <a:spLocks noChangeArrowheads="1"/>
          </p:cNvSpPr>
          <p:nvPr/>
        </p:nvSpPr>
        <p:spPr bwMode="auto">
          <a:xfrm>
            <a:off x="2209800" y="3352800"/>
            <a:ext cx="7848600" cy="8382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即检查</a:t>
            </a:r>
            <a:r>
              <a:rPr kumimoji="1" lang="en-US" altLang="zh-CN" sz="2400" b="1">
                <a:solidFill>
                  <a:srgbClr val="FF0000"/>
                </a:solidFill>
                <a:latin typeface="Times New Roman" panose="02020603050405020304" pitchFamily="18" charset="0"/>
                <a:ea typeface="楷体_GB2312"/>
                <a:cs typeface="楷体_GB2312"/>
              </a:rPr>
              <a:t>{5,8},</a:t>
            </a:r>
            <a:r>
              <a:rPr kumimoji="1" lang="zh-CN" altLang="en-US" sz="2400" b="1">
                <a:solidFill>
                  <a:srgbClr val="FF0000"/>
                </a:solidFill>
                <a:latin typeface="Times New Roman" panose="02020603050405020304" pitchFamily="18" charset="0"/>
                <a:ea typeface="楷体_GB2312"/>
                <a:cs typeface="楷体_GB2312"/>
              </a:rPr>
              <a:t>含有终态</a:t>
            </a:r>
            <a:r>
              <a:rPr kumimoji="1" lang="en-US" altLang="zh-CN" sz="2400" b="1">
                <a:solidFill>
                  <a:srgbClr val="FF0000"/>
                </a:solidFill>
                <a:latin typeface="Times New Roman" panose="02020603050405020304" pitchFamily="18" charset="0"/>
                <a:ea typeface="楷体_GB2312"/>
                <a:cs typeface="楷体_GB2312"/>
              </a:rPr>
              <a:t>8</a:t>
            </a:r>
            <a:r>
              <a:rPr kumimoji="1" lang="zh-CN" altLang="en-US" sz="2400" b="1">
                <a:solidFill>
                  <a:srgbClr val="FF0000"/>
                </a:solidFill>
                <a:latin typeface="Times New Roman" panose="02020603050405020304" pitchFamily="18" charset="0"/>
                <a:ea typeface="楷体_GB2312"/>
                <a:cs typeface="楷体_GB2312"/>
              </a:rPr>
              <a:t>，因此断定所识别的单词</a:t>
            </a:r>
            <a:r>
              <a:rPr kumimoji="1" lang="en-US" altLang="zh-CN" sz="2400" b="1">
                <a:solidFill>
                  <a:srgbClr val="FF0000"/>
                </a:solidFill>
                <a:latin typeface="Times New Roman" panose="02020603050405020304" pitchFamily="18" charset="0"/>
                <a:ea typeface="楷体_GB2312"/>
                <a:cs typeface="楷体_GB2312"/>
              </a:rPr>
              <a:t>ab</a:t>
            </a:r>
            <a:r>
              <a:rPr kumimoji="1" lang="zh-CN" altLang="en-US" sz="2400" b="1">
                <a:solidFill>
                  <a:srgbClr val="FF0000"/>
                </a:solidFill>
                <a:latin typeface="Times New Roman" panose="02020603050405020304" pitchFamily="18" charset="0"/>
                <a:ea typeface="楷体_GB2312"/>
                <a:cs typeface="楷体_GB2312"/>
              </a:rPr>
              <a:t>是属于</a:t>
            </a:r>
          </a:p>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  </a:t>
            </a:r>
            <a:r>
              <a:rPr kumimoji="1" lang="en-US" altLang="zh-CN" sz="2400" b="1">
                <a:solidFill>
                  <a:srgbClr val="FF0000"/>
                </a:solidFill>
                <a:latin typeface="Times New Roman" panose="02020603050405020304" pitchFamily="18" charset="0"/>
                <a:ea typeface="楷体_GB2312"/>
                <a:cs typeface="楷体_GB2312"/>
              </a:rPr>
              <a:t>a*bb*</a:t>
            </a:r>
            <a:r>
              <a:rPr kumimoji="1" lang="zh-CN" altLang="en-US" sz="2400" b="1">
                <a:solidFill>
                  <a:srgbClr val="FF0000"/>
                </a:solidFill>
                <a:latin typeface="Times New Roman" panose="02020603050405020304" pitchFamily="18" charset="0"/>
                <a:ea typeface="楷体_GB2312"/>
                <a:cs typeface="楷体_GB2312"/>
              </a:rPr>
              <a:t>中的一个。</a:t>
            </a:r>
          </a:p>
        </p:txBody>
      </p:sp>
      <p:sp>
        <p:nvSpPr>
          <p:cNvPr id="756799" name="Rectangle 63">
            <a:extLst>
              <a:ext uri="{FF2B5EF4-FFF2-40B4-BE49-F238E27FC236}">
                <a16:creationId xmlns:a16="http://schemas.microsoft.com/office/drawing/2014/main" id="{B68E6065-CF99-DA51-4A63-6F599435AEE3}"/>
              </a:ext>
            </a:extLst>
          </p:cNvPr>
          <p:cNvSpPr>
            <a:spLocks noChangeArrowheads="1"/>
          </p:cNvSpPr>
          <p:nvPr/>
        </p:nvSpPr>
        <p:spPr bwMode="auto">
          <a:xfrm>
            <a:off x="2286000" y="4343400"/>
            <a:ext cx="7848600" cy="838200"/>
          </a:xfrm>
          <a:prstGeom prst="rect">
            <a:avLst/>
          </a:prstGeom>
          <a:solidFill>
            <a:srgbClr val="FFFFD5">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若在状态子集中无</a:t>
            </a:r>
            <a:r>
              <a:rPr kumimoji="1" lang="en-US" altLang="zh-CN" sz="2400" b="1">
                <a:solidFill>
                  <a:srgbClr val="FF0000"/>
                </a:solidFill>
                <a:latin typeface="Times New Roman" panose="02020603050405020304" pitchFamily="18" charset="0"/>
                <a:ea typeface="楷体_GB2312"/>
                <a:cs typeface="楷体_GB2312"/>
              </a:rPr>
              <a:t>NFA</a:t>
            </a:r>
            <a:r>
              <a:rPr kumimoji="1" lang="zh-CN" altLang="en-US" sz="2400" b="1">
                <a:solidFill>
                  <a:srgbClr val="FF0000"/>
                </a:solidFill>
                <a:latin typeface="Times New Roman" panose="02020603050405020304" pitchFamily="18" charset="0"/>
                <a:ea typeface="楷体_GB2312"/>
                <a:cs typeface="楷体_GB2312"/>
              </a:rPr>
              <a:t>的终态，则要从识别的单词再退掉</a:t>
            </a:r>
          </a:p>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一个字符</a:t>
            </a:r>
            <a:r>
              <a:rPr kumimoji="1" lang="en-US" altLang="zh-CN" sz="2400" b="1">
                <a:solidFill>
                  <a:srgbClr val="FF0000"/>
                </a:solidFill>
                <a:latin typeface="Times New Roman" panose="02020603050405020304" pitchFamily="18" charset="0"/>
                <a:ea typeface="楷体_GB2312"/>
                <a:cs typeface="楷体_GB2312"/>
              </a:rPr>
              <a:t>(b)</a:t>
            </a:r>
            <a:r>
              <a:rPr kumimoji="1" lang="zh-CN" altLang="en-US" sz="2400" b="1">
                <a:solidFill>
                  <a:srgbClr val="FF0000"/>
                </a:solidFill>
                <a:latin typeface="Times New Roman" panose="02020603050405020304" pitchFamily="18" charset="0"/>
                <a:ea typeface="楷体_GB2312"/>
                <a:cs typeface="楷体_GB2312"/>
              </a:rPr>
              <a:t>，然后再检查上一个状态子集。</a:t>
            </a:r>
          </a:p>
        </p:txBody>
      </p:sp>
      <p:sp>
        <p:nvSpPr>
          <p:cNvPr id="756800" name="Rectangle 64">
            <a:extLst>
              <a:ext uri="{FF2B5EF4-FFF2-40B4-BE49-F238E27FC236}">
                <a16:creationId xmlns:a16="http://schemas.microsoft.com/office/drawing/2014/main" id="{6618E277-D1FB-17E3-ADD6-6CE6270F1E40}"/>
              </a:ext>
            </a:extLst>
          </p:cNvPr>
          <p:cNvSpPr>
            <a:spLocks noChangeArrowheads="1"/>
          </p:cNvSpPr>
          <p:nvPr/>
        </p:nvSpPr>
        <p:spPr bwMode="auto">
          <a:xfrm>
            <a:off x="2286000" y="5181600"/>
            <a:ext cx="7848600" cy="838200"/>
          </a:xfrm>
          <a:prstGeom prst="rect">
            <a:avLst/>
          </a:prstGeom>
          <a:solidFill>
            <a:srgbClr val="FFFFD5">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FF0000"/>
                </a:solidFill>
                <a:latin typeface="Times New Roman" panose="02020603050405020304" pitchFamily="18" charset="0"/>
                <a:ea typeface="楷体_GB2312"/>
                <a:cs typeface="楷体_GB2312"/>
              </a:rPr>
              <a:t>···</a:t>
            </a:r>
            <a:r>
              <a:rPr kumimoji="1" lang="zh-CN" altLang="en-US" sz="2400" b="1">
                <a:solidFill>
                  <a:srgbClr val="FF0000"/>
                </a:solidFill>
                <a:latin typeface="Times New Roman" panose="02020603050405020304" pitchFamily="18" charset="0"/>
                <a:ea typeface="楷体_GB2312"/>
                <a:cs typeface="楷体_GB2312"/>
              </a:rPr>
              <a:t>若一旦吃进的字符都退完，则识别失败，调用出错程序，</a:t>
            </a:r>
          </a:p>
          <a:p>
            <a:pPr fontAlgn="base">
              <a:spcBef>
                <a:spcPct val="0"/>
              </a:spcBef>
              <a:spcAft>
                <a:spcPct val="0"/>
              </a:spcAft>
              <a:buClrTx/>
              <a:buSzTx/>
              <a:buNone/>
            </a:pPr>
            <a:r>
              <a:rPr kumimoji="1" lang="zh-CN" altLang="en-US" sz="2400" b="1">
                <a:solidFill>
                  <a:srgbClr val="FF0000"/>
                </a:solidFill>
                <a:latin typeface="Times New Roman" panose="02020603050405020304" pitchFamily="18" charset="0"/>
                <a:ea typeface="楷体_GB2312"/>
                <a:cs typeface="楷体_GB2312"/>
              </a:rPr>
              <a:t>一般是跳过一个字符然后重新分析。（应打印出错信息）</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6780"/>
                                        </p:tgtEl>
                                        <p:attrNameLst>
                                          <p:attrName>style.visibility</p:attrName>
                                        </p:attrNameLst>
                                      </p:cBhvr>
                                      <p:to>
                                        <p:strVal val="visible"/>
                                      </p:to>
                                    </p:set>
                                    <p:animEffect transition="in" filter="wipe(left)">
                                      <p:cBhvr>
                                        <p:cTn id="7" dur="500"/>
                                        <p:tgtEl>
                                          <p:spTgt spid="756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To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56795"/>
                                        </p:tgtEl>
                                        <p:attrNameLst>
                                          <p:attrName>style.visibility</p:attrName>
                                        </p:attrNameLst>
                                      </p:cBhvr>
                                      <p:to>
                                        <p:strVal val="visible"/>
                                      </p:to>
                                    </p:set>
                                    <p:animEffect transition="in" filter="wipe(left)">
                                      <p:cBhvr>
                                        <p:cTn id="17" dur="500"/>
                                        <p:tgtEl>
                                          <p:spTgt spid="7567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56796"/>
                                        </p:tgtEl>
                                        <p:attrNameLst>
                                          <p:attrName>style.visibility</p:attrName>
                                        </p:attrNameLst>
                                      </p:cBhvr>
                                      <p:to>
                                        <p:strVal val="visible"/>
                                      </p:to>
                                    </p:set>
                                    <p:animEffect transition="in" filter="wipe(left)">
                                      <p:cBhvr>
                                        <p:cTn id="22" dur="500"/>
                                        <p:tgtEl>
                                          <p:spTgt spid="7567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56797"/>
                                        </p:tgtEl>
                                        <p:attrNameLst>
                                          <p:attrName>style.visibility</p:attrName>
                                        </p:attrNameLst>
                                      </p:cBhvr>
                                      <p:to>
                                        <p:strVal val="visible"/>
                                      </p:to>
                                    </p:set>
                                    <p:animEffect transition="in" filter="wipe(left)">
                                      <p:cBhvr>
                                        <p:cTn id="27" dur="500"/>
                                        <p:tgtEl>
                                          <p:spTgt spid="7567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vertical)">
                                      <p:cBhvr>
                                        <p:cTn id="3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56798"/>
                                        </p:tgtEl>
                                        <p:attrNameLst>
                                          <p:attrName>style.visibility</p:attrName>
                                        </p:attrNameLst>
                                      </p:cBhvr>
                                      <p:to>
                                        <p:strVal val="visible"/>
                                      </p:to>
                                    </p:set>
                                    <p:animEffect transition="in" filter="wipe(left)">
                                      <p:cBhvr>
                                        <p:cTn id="37" dur="500"/>
                                        <p:tgtEl>
                                          <p:spTgt spid="7567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56799"/>
                                        </p:tgtEl>
                                        <p:attrNameLst>
                                          <p:attrName>style.visibility</p:attrName>
                                        </p:attrNameLst>
                                      </p:cBhvr>
                                      <p:to>
                                        <p:strVal val="visible"/>
                                      </p:to>
                                    </p:set>
                                    <p:animEffect transition="in" filter="wipe(left)">
                                      <p:cBhvr>
                                        <p:cTn id="42" dur="500"/>
                                        <p:tgtEl>
                                          <p:spTgt spid="7567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56800"/>
                                        </p:tgtEl>
                                        <p:attrNameLst>
                                          <p:attrName>style.visibility</p:attrName>
                                        </p:attrNameLst>
                                      </p:cBhvr>
                                      <p:to>
                                        <p:strVal val="visible"/>
                                      </p:to>
                                    </p:set>
                                    <p:animEffect transition="in" filter="wipe(left)">
                                      <p:cBhvr>
                                        <p:cTn id="47" dur="500"/>
                                        <p:tgtEl>
                                          <p:spTgt spid="756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80" grpId="0" animBg="1" autoUpdateAnimBg="0"/>
      <p:bldP spid="756795" grpId="0" autoUpdateAnimBg="0"/>
      <p:bldP spid="756796" grpId="0" autoUpdateAnimBg="0"/>
      <p:bldP spid="756797" grpId="0" autoUpdateAnimBg="0"/>
      <p:bldP spid="756798" grpId="0" animBg="1" autoUpdateAnimBg="0"/>
      <p:bldP spid="756799" grpId="0" animBg="1" autoUpdateAnimBg="0"/>
      <p:bldP spid="756800" grpId="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758786" name="Rectangle 2">
            <a:extLst>
              <a:ext uri="{FF2B5EF4-FFF2-40B4-BE49-F238E27FC236}">
                <a16:creationId xmlns:a16="http://schemas.microsoft.com/office/drawing/2014/main" id="{56151141-CDE9-D1A2-6357-C781374D6241}"/>
              </a:ext>
            </a:extLst>
          </p:cNvPr>
          <p:cNvSpPr>
            <a:spLocks noChangeArrowheads="1"/>
          </p:cNvSpPr>
          <p:nvPr/>
        </p:nvSpPr>
        <p:spPr bwMode="auto">
          <a:xfrm>
            <a:off x="1809750" y="1857375"/>
            <a:ext cx="8305800" cy="1066800"/>
          </a:xfrm>
          <a:prstGeom prst="rect">
            <a:avLst/>
          </a:prstGeom>
          <a:noFill/>
          <a:ln w="9525">
            <a:noFill/>
            <a:miter lim="800000"/>
            <a:headEnd/>
            <a:tailEnd/>
          </a:ln>
          <a:effectLst/>
        </p:spPr>
        <p:txBody>
          <a:bodyPr anchor="ctr"/>
          <a:lstStyle/>
          <a:p>
            <a:pPr fontAlgn="base">
              <a:lnSpc>
                <a:spcPct val="200000"/>
              </a:lnSpc>
              <a:spcBef>
                <a:spcPct val="0"/>
              </a:spcBef>
              <a:spcAft>
                <a:spcPct val="0"/>
              </a:spcAft>
              <a:defRPr/>
            </a:pPr>
            <a:r>
              <a:rPr kumimoji="1" lang="en-US" altLang="zh-CN" sz="2400" b="1" dirty="0">
                <a:solidFill>
                  <a:srgbClr val="FF0000"/>
                </a:solidFill>
                <a:latin typeface="Times New Roman" pitchFamily="18" charset="0"/>
                <a:ea typeface="楷体_GB2312" pitchFamily="49" charset="-122"/>
              </a:rPr>
              <a:t>LEX</a:t>
            </a:r>
            <a:r>
              <a:rPr kumimoji="1" lang="zh-CN" altLang="en-US" sz="2400" b="1" dirty="0">
                <a:solidFill>
                  <a:srgbClr val="FF0000"/>
                </a:solidFill>
                <a:latin typeface="Times New Roman" pitchFamily="18" charset="0"/>
                <a:ea typeface="楷体_GB2312" pitchFamily="49" charset="-122"/>
              </a:rPr>
              <a:t>的工作原理</a:t>
            </a:r>
            <a:r>
              <a:rPr kumimoji="1" lang="en-US" altLang="zh-CN" sz="2400" b="1" dirty="0">
                <a:solidFill>
                  <a:srgbClr val="FF0000"/>
                </a:solidFill>
                <a:latin typeface="Times New Roman" pitchFamily="18" charset="0"/>
                <a:ea typeface="楷体_GB2312" pitchFamily="49" charset="-122"/>
              </a:rPr>
              <a:t>:</a:t>
            </a:r>
          </a:p>
          <a:p>
            <a:pPr fontAlgn="base">
              <a:lnSpc>
                <a:spcPct val="200000"/>
              </a:lnSpc>
              <a:spcBef>
                <a:spcPct val="0"/>
              </a:spcBef>
              <a:spcAft>
                <a:spcPct val="0"/>
              </a:spcAft>
              <a:defRPr/>
            </a:pPr>
            <a:r>
              <a:rPr kumimoji="1" lang="zh-CN" altLang="en-US" sz="2400" b="1" dirty="0">
                <a:solidFill>
                  <a:prstClr val="black">
                    <a:lumMod val="95000"/>
                    <a:lumOff val="5000"/>
                  </a:prstClr>
                </a:solidFill>
                <a:latin typeface="Times New Roman" pitchFamily="18" charset="0"/>
                <a:ea typeface="楷体_GB2312" pitchFamily="49" charset="-122"/>
              </a:rPr>
              <a:t>将</a:t>
            </a:r>
            <a:r>
              <a:rPr kumimoji="1" lang="en-US" altLang="zh-CN" sz="2400" b="1" dirty="0">
                <a:solidFill>
                  <a:prstClr val="black">
                    <a:lumMod val="95000"/>
                    <a:lumOff val="5000"/>
                  </a:prstClr>
                </a:solidFill>
                <a:latin typeface="Times New Roman" pitchFamily="18" charset="0"/>
                <a:ea typeface="楷体_GB2312" pitchFamily="49" charset="-122"/>
              </a:rPr>
              <a:t>LEX</a:t>
            </a:r>
            <a:r>
              <a:rPr kumimoji="1" lang="zh-CN" altLang="en-US" sz="2400" b="1" dirty="0">
                <a:solidFill>
                  <a:prstClr val="black">
                    <a:lumMod val="95000"/>
                    <a:lumOff val="5000"/>
                  </a:prstClr>
                </a:solidFill>
                <a:latin typeface="Times New Roman" pitchFamily="18" charset="0"/>
                <a:ea typeface="楷体_GB2312" pitchFamily="49" charset="-122"/>
              </a:rPr>
              <a:t>源程序中的正规式转换成</a:t>
            </a:r>
            <a:r>
              <a:rPr kumimoji="1" lang="en-US" altLang="zh-CN" sz="2400" b="1" dirty="0">
                <a:solidFill>
                  <a:prstClr val="black">
                    <a:lumMod val="95000"/>
                    <a:lumOff val="5000"/>
                  </a:prstClr>
                </a:solidFill>
                <a:latin typeface="Times New Roman" pitchFamily="18" charset="0"/>
                <a:ea typeface="楷体_GB2312" pitchFamily="49" charset="-122"/>
              </a:rPr>
              <a:t>DFA</a:t>
            </a:r>
            <a:r>
              <a:rPr kumimoji="1" lang="zh-CN" altLang="en-US" sz="2400" b="1" dirty="0">
                <a:solidFill>
                  <a:prstClr val="black">
                    <a:lumMod val="95000"/>
                    <a:lumOff val="5000"/>
                  </a:prstClr>
                </a:solidFill>
                <a:latin typeface="Times New Roman" pitchFamily="18" charset="0"/>
                <a:ea typeface="楷体_GB2312" pitchFamily="49" charset="-122"/>
              </a:rPr>
              <a:t>，进一步通过控制程序识别单词</a:t>
            </a: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show="0">
  <p:cSld>
    <p:bg>
      <p:bgPr>
        <a:solidFill>
          <a:srgbClr val="EBF7FF"/>
        </a:solidFill>
        <a:effectLst/>
      </p:bgPr>
    </p:bg>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2E10969D-677E-9105-CAA0-062C4CB081FA}"/>
              </a:ext>
            </a:extLst>
          </p:cNvPr>
          <p:cNvSpPr>
            <a:spLocks noChangeArrowheads="1"/>
          </p:cNvSpPr>
          <p:nvPr/>
        </p:nvSpPr>
        <p:spPr bwMode="auto">
          <a:xfrm>
            <a:off x="1524000" y="457200"/>
            <a:ext cx="4495800" cy="457200"/>
          </a:xfrm>
          <a:prstGeom prst="rect">
            <a:avLst/>
          </a:prstGeom>
          <a:solidFill>
            <a:srgbClr val="33CCCC"/>
          </a:solidFill>
          <a:ln>
            <a:noFill/>
          </a:ln>
          <a:effectLst>
            <a:prstShdw prst="shdw17" dist="17961" dir="2700000">
              <a:srgbClr val="1F7A7A"/>
            </a:prstShdw>
          </a:effectLst>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Bef>
                <a:spcPct val="0"/>
              </a:spcBef>
              <a:spcAft>
                <a:spcPct val="0"/>
              </a:spcAft>
              <a:buClrTx/>
              <a:buSzTx/>
              <a:buNone/>
            </a:pPr>
            <a:r>
              <a:rPr kumimoji="1" lang="en-US" altLang="zh-CN" sz="2400" b="1">
                <a:solidFill>
                  <a:srgbClr val="2F2F2F"/>
                </a:solidFill>
                <a:latin typeface="Times New Roman" panose="02020603050405020304" pitchFamily="18" charset="0"/>
                <a:ea typeface="楷体_GB2312"/>
                <a:cs typeface="楷体_GB2312"/>
              </a:rPr>
              <a:t>Parser Generator</a:t>
            </a:r>
            <a:r>
              <a:rPr kumimoji="1" lang="zh-CN" altLang="en-US" sz="2400" b="1">
                <a:solidFill>
                  <a:srgbClr val="2F2F2F"/>
                </a:solidFill>
                <a:latin typeface="Times New Roman" panose="02020603050405020304" pitchFamily="18" charset="0"/>
                <a:ea typeface="楷体_GB2312"/>
                <a:cs typeface="楷体_GB2312"/>
              </a:rPr>
              <a:t>的使用</a:t>
            </a:r>
          </a:p>
          <a:p>
            <a:pPr fontAlgn="base">
              <a:spcBef>
                <a:spcPct val="0"/>
              </a:spcBef>
              <a:spcAft>
                <a:spcPct val="0"/>
              </a:spcAft>
              <a:buClrTx/>
              <a:buSzTx/>
              <a:buNone/>
            </a:pPr>
            <a:endParaRPr kumimoji="1" lang="zh-CN" altLang="en-US" sz="2400" b="1">
              <a:solidFill>
                <a:srgbClr val="2F2F2F"/>
              </a:solidFill>
              <a:latin typeface="Times New Roman" panose="02020603050405020304" pitchFamily="18" charset="0"/>
              <a:ea typeface="楷体_GB2312"/>
              <a:cs typeface="楷体_GB2312"/>
            </a:endParaRPr>
          </a:p>
        </p:txBody>
      </p:sp>
      <p:sp>
        <p:nvSpPr>
          <p:cNvPr id="249859" name="Text Box 3">
            <a:extLst>
              <a:ext uri="{FF2B5EF4-FFF2-40B4-BE49-F238E27FC236}">
                <a16:creationId xmlns:a16="http://schemas.microsoft.com/office/drawing/2014/main" id="{9C88BEB1-DC13-CB60-FAE4-79F98C328F74}"/>
              </a:ext>
            </a:extLst>
          </p:cNvPr>
          <p:cNvSpPr txBox="1">
            <a:spLocks noChangeArrowheads="1"/>
          </p:cNvSpPr>
          <p:nvPr/>
        </p:nvSpPr>
        <p:spPr bwMode="auto">
          <a:xfrm>
            <a:off x="1981201" y="1371601"/>
            <a:ext cx="8215313" cy="481978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fontAlgn="base">
              <a:spcAft>
                <a:spcPct val="0"/>
              </a:spcAft>
              <a:buClrTx/>
              <a:buSzTx/>
              <a:buNone/>
            </a:pPr>
            <a:r>
              <a:rPr kumimoji="1" lang="zh-CN" altLang="en-US" sz="2400" b="1">
                <a:solidFill>
                  <a:srgbClr val="2F2F2F"/>
                </a:solidFill>
                <a:latin typeface="楷体_GB2312"/>
                <a:ea typeface="楷体_GB2312"/>
                <a:cs typeface="楷体_GB2312"/>
              </a:rPr>
              <a:t>在</a:t>
            </a:r>
            <a:r>
              <a:rPr kumimoji="1" lang="en-US" altLang="zh-CN" sz="2400" b="1">
                <a:solidFill>
                  <a:srgbClr val="2F2F2F"/>
                </a:solidFill>
                <a:latin typeface="楷体_GB2312"/>
                <a:ea typeface="楷体_GB2312"/>
                <a:cs typeface="楷体_GB2312"/>
              </a:rPr>
              <a:t>VC</a:t>
            </a:r>
            <a:r>
              <a:rPr kumimoji="1" lang="zh-CN" altLang="en-US" sz="2400" b="1">
                <a:solidFill>
                  <a:srgbClr val="2F2F2F"/>
                </a:solidFill>
                <a:latin typeface="楷体_GB2312"/>
                <a:ea typeface="楷体_GB2312"/>
                <a:cs typeface="楷体_GB2312"/>
              </a:rPr>
              <a:t>下运行</a:t>
            </a:r>
            <a:r>
              <a:rPr kumimoji="1" lang="en-US" altLang="zh-CN" sz="2400" b="1">
                <a:solidFill>
                  <a:srgbClr val="2F2F2F"/>
                </a:solidFill>
                <a:latin typeface="楷体_GB2312"/>
                <a:ea typeface="楷体_GB2312"/>
                <a:cs typeface="楷体_GB2312"/>
              </a:rPr>
              <a:t>Parser Generator</a:t>
            </a:r>
            <a:r>
              <a:rPr kumimoji="1" lang="zh-CN" altLang="en-US" sz="2400" b="1">
                <a:solidFill>
                  <a:srgbClr val="2F2F2F"/>
                </a:solidFill>
                <a:latin typeface="楷体_GB2312"/>
                <a:ea typeface="楷体_GB2312"/>
                <a:cs typeface="楷体_GB2312"/>
              </a:rPr>
              <a:t>生成的文件需进行如下设置：</a:t>
            </a:r>
          </a:p>
          <a:p>
            <a:pPr fontAlgn="base">
              <a:spcAft>
                <a:spcPct val="0"/>
              </a:spcAft>
              <a:buClrTx/>
              <a:buSzTx/>
              <a:buNone/>
            </a:pPr>
            <a:endParaRPr kumimoji="1" lang="zh-CN" altLang="en-US" sz="2400" b="1">
              <a:solidFill>
                <a:srgbClr val="2F2F2F"/>
              </a:solidFill>
              <a:latin typeface="楷体_GB2312"/>
              <a:ea typeface="楷体_GB2312"/>
              <a:cs typeface="楷体_GB2312"/>
            </a:endParaRPr>
          </a:p>
          <a:p>
            <a:pPr fontAlgn="base">
              <a:spcAft>
                <a:spcPct val="0"/>
              </a:spcAft>
              <a:buClrTx/>
              <a:buSzTx/>
              <a:buNone/>
            </a:pPr>
            <a:r>
              <a:rPr kumimoji="1" lang="en-US" altLang="zh-CN" sz="2400" b="1">
                <a:solidFill>
                  <a:srgbClr val="2F2F2F"/>
                </a:solidFill>
                <a:latin typeface="楷体_GB2312"/>
                <a:ea typeface="楷体_GB2312"/>
                <a:cs typeface="楷体_GB2312"/>
              </a:rPr>
              <a:t>1.VC</a:t>
            </a:r>
            <a:r>
              <a:rPr kumimoji="1" lang="zh-CN" altLang="en-US" sz="2400" b="1">
                <a:solidFill>
                  <a:srgbClr val="2F2F2F"/>
                </a:solidFill>
                <a:latin typeface="楷体_GB2312"/>
                <a:ea typeface="楷体_GB2312"/>
                <a:cs typeface="楷体_GB2312"/>
              </a:rPr>
              <a:t>环境的设置：工具－选择－目录－显示目录为：</a:t>
            </a:r>
          </a:p>
          <a:p>
            <a:pPr fontAlgn="base">
              <a:spcAft>
                <a:spcPct val="0"/>
              </a:spcAft>
              <a:buClrTx/>
              <a:buSzTx/>
              <a:buNone/>
            </a:pPr>
            <a:r>
              <a:rPr kumimoji="1" lang="zh-CN" altLang="en-US" sz="2400" b="1">
                <a:solidFill>
                  <a:srgbClr val="2F2F2F"/>
                </a:solidFill>
                <a:latin typeface="楷体_GB2312"/>
                <a:ea typeface="楷体_GB2312"/>
                <a:cs typeface="楷体_GB2312"/>
              </a:rPr>
              <a:t>　　</a:t>
            </a:r>
            <a:r>
              <a:rPr kumimoji="1" lang="en-US" altLang="zh-CN" sz="2400" b="1">
                <a:solidFill>
                  <a:srgbClr val="3333FF"/>
                </a:solidFill>
                <a:latin typeface="楷体_GB2312"/>
                <a:ea typeface="楷体_GB2312"/>
                <a:cs typeface="楷体_GB2312"/>
              </a:rPr>
              <a:t>Include Files</a:t>
            </a:r>
            <a:r>
              <a:rPr kumimoji="1" lang="zh-CN" altLang="en-US" sz="2400" b="1">
                <a:solidFill>
                  <a:srgbClr val="3333FF"/>
                </a:solidFill>
                <a:latin typeface="楷体_GB2312"/>
                <a:ea typeface="楷体_GB2312"/>
                <a:cs typeface="楷体_GB2312"/>
              </a:rPr>
              <a:t>中加入</a:t>
            </a:r>
            <a:r>
              <a:rPr kumimoji="1" lang="en-US" altLang="zh-CN" sz="2400" b="1">
                <a:solidFill>
                  <a:srgbClr val="3333FF"/>
                </a:solidFill>
                <a:latin typeface="楷体_GB2312"/>
                <a:ea typeface="楷体_GB2312"/>
                <a:cs typeface="楷体_GB2312"/>
              </a:rPr>
              <a:t>D:\PARGEN\INCLUDE </a:t>
            </a:r>
          </a:p>
          <a:p>
            <a:pPr fontAlgn="base">
              <a:spcAft>
                <a:spcPct val="0"/>
              </a:spcAft>
              <a:buClrTx/>
              <a:buSzTx/>
              <a:buNone/>
            </a:pPr>
            <a:r>
              <a:rPr kumimoji="1" lang="zh-CN" altLang="en-US" sz="2400" b="1">
                <a:solidFill>
                  <a:srgbClr val="3333FF"/>
                </a:solidFill>
                <a:latin typeface="楷体_GB2312"/>
                <a:ea typeface="楷体_GB2312"/>
                <a:cs typeface="楷体_GB2312"/>
              </a:rPr>
              <a:t>　　</a:t>
            </a:r>
            <a:r>
              <a:rPr kumimoji="1" lang="en-US" altLang="zh-CN" sz="2400" b="1">
                <a:solidFill>
                  <a:srgbClr val="3333FF"/>
                </a:solidFill>
                <a:latin typeface="楷体_GB2312"/>
                <a:ea typeface="楷体_GB2312"/>
                <a:cs typeface="楷体_GB2312"/>
              </a:rPr>
              <a:t>Library Files</a:t>
            </a:r>
            <a:r>
              <a:rPr kumimoji="1" lang="zh-CN" altLang="en-US" sz="2400" b="1">
                <a:solidFill>
                  <a:srgbClr val="3333FF"/>
                </a:solidFill>
                <a:latin typeface="楷体_GB2312"/>
                <a:ea typeface="楷体_GB2312"/>
                <a:cs typeface="楷体_GB2312"/>
              </a:rPr>
              <a:t>中加入</a:t>
            </a:r>
            <a:r>
              <a:rPr kumimoji="1" lang="en-US" altLang="zh-CN" sz="2400" b="1">
                <a:solidFill>
                  <a:srgbClr val="3333FF"/>
                </a:solidFill>
                <a:latin typeface="楷体_GB2312"/>
                <a:ea typeface="楷体_GB2312"/>
                <a:cs typeface="楷体_GB2312"/>
              </a:rPr>
              <a:t>D:\PARGEN\ LIB\MSDEV </a:t>
            </a:r>
          </a:p>
          <a:p>
            <a:pPr fontAlgn="base">
              <a:spcAft>
                <a:spcPct val="0"/>
              </a:spcAft>
              <a:buClrTx/>
              <a:buSzTx/>
              <a:buNone/>
            </a:pPr>
            <a:r>
              <a:rPr kumimoji="1" lang="zh-CN" altLang="en-US" sz="2400" b="1">
                <a:solidFill>
                  <a:srgbClr val="3333FF"/>
                </a:solidFill>
                <a:latin typeface="楷体_GB2312"/>
                <a:ea typeface="楷体_GB2312"/>
                <a:cs typeface="楷体_GB2312"/>
              </a:rPr>
              <a:t>　　</a:t>
            </a:r>
            <a:r>
              <a:rPr kumimoji="1" lang="en-US" altLang="zh-CN" sz="2400" b="1">
                <a:solidFill>
                  <a:srgbClr val="3333FF"/>
                </a:solidFill>
                <a:latin typeface="楷体_GB2312"/>
                <a:ea typeface="楷体_GB2312"/>
                <a:cs typeface="楷体_GB2312"/>
              </a:rPr>
              <a:t>Source Files</a:t>
            </a:r>
            <a:r>
              <a:rPr kumimoji="1" lang="zh-CN" altLang="en-US" sz="2400" b="1">
                <a:solidFill>
                  <a:srgbClr val="3333FF"/>
                </a:solidFill>
                <a:latin typeface="楷体_GB2312"/>
                <a:ea typeface="楷体_GB2312"/>
                <a:cs typeface="楷体_GB2312"/>
              </a:rPr>
              <a:t>中加入</a:t>
            </a:r>
            <a:r>
              <a:rPr kumimoji="1" lang="en-US" altLang="zh-CN" sz="2400" b="1">
                <a:solidFill>
                  <a:srgbClr val="3333FF"/>
                </a:solidFill>
                <a:latin typeface="楷体_GB2312"/>
                <a:ea typeface="楷体_GB2312"/>
                <a:cs typeface="楷体_GB2312"/>
              </a:rPr>
              <a:t>D:\PARGEN\SOURCE </a:t>
            </a:r>
          </a:p>
          <a:p>
            <a:pPr fontAlgn="base">
              <a:spcAft>
                <a:spcPct val="0"/>
              </a:spcAft>
              <a:buClrTx/>
              <a:buSzTx/>
              <a:buNone/>
            </a:pPr>
            <a:r>
              <a:rPr kumimoji="1" lang="zh-CN" altLang="en-US" sz="2400" b="1">
                <a:solidFill>
                  <a:srgbClr val="3333FF"/>
                </a:solidFill>
                <a:latin typeface="楷体_GB2312"/>
                <a:ea typeface="楷体_GB2312"/>
                <a:cs typeface="楷体_GB2312"/>
              </a:rPr>
              <a:t>　　其中</a:t>
            </a:r>
            <a:r>
              <a:rPr kumimoji="1" lang="en-US" altLang="zh-CN" sz="2400" b="1">
                <a:solidFill>
                  <a:srgbClr val="3333FF"/>
                </a:solidFill>
                <a:latin typeface="楷体_GB2312"/>
                <a:ea typeface="楷体_GB2312"/>
                <a:cs typeface="楷体_GB2312"/>
              </a:rPr>
              <a:t>D:\PARGEN</a:t>
            </a:r>
            <a:r>
              <a:rPr kumimoji="1" lang="zh-CN" altLang="en-US" sz="2400" b="1">
                <a:solidFill>
                  <a:srgbClr val="3333FF"/>
                </a:solidFill>
                <a:latin typeface="楷体_GB2312"/>
                <a:ea typeface="楷体_GB2312"/>
                <a:cs typeface="楷体_GB2312"/>
              </a:rPr>
              <a:t>为</a:t>
            </a:r>
            <a:r>
              <a:rPr kumimoji="1" lang="en-US" altLang="zh-CN" sz="2400" b="1">
                <a:solidFill>
                  <a:srgbClr val="3333FF"/>
                </a:solidFill>
                <a:latin typeface="楷体_GB2312"/>
                <a:ea typeface="楷体_GB2312"/>
                <a:cs typeface="楷体_GB2312"/>
              </a:rPr>
              <a:t>Parser Generator</a:t>
            </a:r>
            <a:r>
              <a:rPr kumimoji="1" lang="zh-CN" altLang="en-US" sz="2400" b="1">
                <a:solidFill>
                  <a:srgbClr val="3333FF"/>
                </a:solidFill>
                <a:latin typeface="楷体_GB2312"/>
                <a:ea typeface="楷体_GB2312"/>
                <a:cs typeface="楷体_GB2312"/>
              </a:rPr>
              <a:t>的安装路径</a:t>
            </a:r>
          </a:p>
          <a:p>
            <a:pPr fontAlgn="base">
              <a:spcAft>
                <a:spcPct val="0"/>
              </a:spcAft>
              <a:buClrTx/>
              <a:buSzTx/>
              <a:buNone/>
            </a:pPr>
            <a:r>
              <a:rPr kumimoji="1" lang="en-US" altLang="zh-CN" sz="2400" b="1">
                <a:solidFill>
                  <a:srgbClr val="2F2F2F"/>
                </a:solidFill>
                <a:latin typeface="楷体_GB2312"/>
                <a:ea typeface="楷体_GB2312"/>
                <a:cs typeface="楷体_GB2312"/>
              </a:rPr>
              <a:t>2.</a:t>
            </a:r>
            <a:r>
              <a:rPr kumimoji="1" lang="zh-CN" altLang="en-US" sz="2400" b="1">
                <a:solidFill>
                  <a:srgbClr val="2F2F2F"/>
                </a:solidFill>
                <a:latin typeface="楷体_GB2312"/>
                <a:ea typeface="楷体_GB2312"/>
                <a:cs typeface="楷体_GB2312"/>
              </a:rPr>
              <a:t>对每个</a:t>
            </a:r>
            <a:r>
              <a:rPr kumimoji="1" lang="en-US" altLang="zh-CN" sz="2400" b="1">
                <a:solidFill>
                  <a:srgbClr val="2F2F2F"/>
                </a:solidFill>
                <a:latin typeface="楷体_GB2312"/>
                <a:ea typeface="楷体_GB2312"/>
                <a:cs typeface="楷体_GB2312"/>
              </a:rPr>
              <a:t>Project</a:t>
            </a:r>
            <a:r>
              <a:rPr kumimoji="1" lang="zh-CN" altLang="en-US" sz="2400" b="1">
                <a:solidFill>
                  <a:srgbClr val="2F2F2F"/>
                </a:solidFill>
                <a:latin typeface="楷体_GB2312"/>
                <a:ea typeface="楷体_GB2312"/>
                <a:cs typeface="楷体_GB2312"/>
              </a:rPr>
              <a:t>都需如下设置：</a:t>
            </a:r>
          </a:p>
          <a:p>
            <a:pPr fontAlgn="base">
              <a:spcAft>
                <a:spcPct val="0"/>
              </a:spcAft>
              <a:buClrTx/>
              <a:buSzTx/>
              <a:buNone/>
            </a:pPr>
            <a:r>
              <a:rPr kumimoji="1" lang="zh-CN" altLang="en-US" sz="2400" b="1">
                <a:solidFill>
                  <a:srgbClr val="2F2F2F"/>
                </a:solidFill>
                <a:latin typeface="楷体_GB2312"/>
                <a:ea typeface="楷体_GB2312"/>
                <a:cs typeface="楷体_GB2312"/>
              </a:rPr>
              <a:t>　工程－设置－</a:t>
            </a:r>
            <a:r>
              <a:rPr kumimoji="1" lang="en-US" altLang="zh-CN" sz="2400" b="1">
                <a:solidFill>
                  <a:srgbClr val="2F2F2F"/>
                </a:solidFill>
                <a:latin typeface="楷体_GB2312"/>
                <a:ea typeface="楷体_GB2312"/>
                <a:cs typeface="楷体_GB2312"/>
              </a:rPr>
              <a:t>C/C++ -</a:t>
            </a:r>
            <a:r>
              <a:rPr kumimoji="1" lang="zh-CN" altLang="en-US" sz="2400" b="1">
                <a:solidFill>
                  <a:srgbClr val="2F2F2F"/>
                </a:solidFill>
                <a:latin typeface="楷体_GB2312"/>
                <a:ea typeface="楷体_GB2312"/>
                <a:cs typeface="楷体_GB2312"/>
              </a:rPr>
              <a:t>预处理程序定义：加入 </a:t>
            </a:r>
            <a:r>
              <a:rPr kumimoji="1" lang="en-US" altLang="zh-CN" sz="2400" b="1">
                <a:solidFill>
                  <a:srgbClr val="3333FF"/>
                </a:solidFill>
                <a:latin typeface="楷体_GB2312"/>
                <a:ea typeface="楷体_GB2312"/>
                <a:cs typeface="楷体_GB2312"/>
              </a:rPr>
              <a:t>,YYDEBUG</a:t>
            </a:r>
          </a:p>
          <a:p>
            <a:pPr fontAlgn="base">
              <a:spcAft>
                <a:spcPct val="0"/>
              </a:spcAft>
              <a:buClrTx/>
              <a:buSzTx/>
              <a:buNone/>
            </a:pPr>
            <a:r>
              <a:rPr kumimoji="1" lang="en-US" altLang="zh-CN" sz="2400" b="1">
                <a:solidFill>
                  <a:srgbClr val="2F2F2F"/>
                </a:solidFill>
                <a:latin typeface="楷体_GB2312"/>
                <a:ea typeface="楷体_GB2312"/>
                <a:cs typeface="楷体_GB2312"/>
              </a:rPr>
              <a:t>  </a:t>
            </a:r>
            <a:r>
              <a:rPr kumimoji="1" lang="zh-CN" altLang="en-US" sz="2400" b="1">
                <a:solidFill>
                  <a:srgbClr val="2F2F2F"/>
                </a:solidFill>
                <a:latin typeface="楷体_GB2312"/>
                <a:ea typeface="楷体_GB2312"/>
                <a:cs typeface="楷体_GB2312"/>
              </a:rPr>
              <a:t>工程－设置－</a:t>
            </a:r>
            <a:r>
              <a:rPr kumimoji="1" lang="en-US" altLang="zh-CN" sz="2400" b="1">
                <a:solidFill>
                  <a:srgbClr val="2F2F2F"/>
                </a:solidFill>
                <a:latin typeface="楷体_GB2312"/>
                <a:ea typeface="楷体_GB2312"/>
                <a:cs typeface="楷体_GB2312"/>
              </a:rPr>
              <a:t>Link </a:t>
            </a:r>
            <a:r>
              <a:rPr kumimoji="1" lang="en-US" altLang="zh-CN" sz="2400" b="1">
                <a:solidFill>
                  <a:srgbClr val="2F2F2F"/>
                </a:solidFill>
                <a:latin typeface="Times New Roman" panose="02020603050405020304" pitchFamily="18" charset="0"/>
                <a:ea typeface="楷体_GB2312"/>
                <a:cs typeface="楷体_GB2312"/>
              </a:rPr>
              <a:t>–</a:t>
            </a:r>
            <a:r>
              <a:rPr kumimoji="1" lang="zh-CN" altLang="en-US" sz="2400" b="1">
                <a:solidFill>
                  <a:srgbClr val="2F2F2F"/>
                </a:solidFill>
                <a:latin typeface="楷体_GB2312"/>
                <a:ea typeface="楷体_GB2312"/>
                <a:cs typeface="楷体_GB2312"/>
              </a:rPr>
              <a:t>对象</a:t>
            </a:r>
            <a:r>
              <a:rPr kumimoji="1" lang="en-US" altLang="zh-CN" sz="2400" b="1">
                <a:solidFill>
                  <a:srgbClr val="2F2F2F"/>
                </a:solidFill>
                <a:latin typeface="楷体_GB2312"/>
                <a:ea typeface="楷体_GB2312"/>
                <a:cs typeface="楷体_GB2312"/>
              </a:rPr>
              <a:t>/</a:t>
            </a:r>
            <a:r>
              <a:rPr kumimoji="1" lang="zh-CN" altLang="en-US" sz="2400" b="1">
                <a:solidFill>
                  <a:srgbClr val="2F2F2F"/>
                </a:solidFill>
                <a:latin typeface="楷体_GB2312"/>
                <a:ea typeface="楷体_GB2312"/>
                <a:cs typeface="楷体_GB2312"/>
              </a:rPr>
              <a:t>库模块：加入 </a:t>
            </a:r>
            <a:r>
              <a:rPr kumimoji="1" lang="en-US" altLang="zh-CN" sz="2400" b="1">
                <a:solidFill>
                  <a:srgbClr val="3333FF"/>
                </a:solidFill>
                <a:latin typeface="楷体_GB2312"/>
                <a:ea typeface="楷体_GB2312"/>
                <a:cs typeface="楷体_GB2312"/>
              </a:rPr>
              <a:t>yld.lib</a:t>
            </a: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EBF7FF"/>
        </a:solidFill>
        <a:effectLst/>
      </p:bgPr>
    </p:bg>
    <p:spTree>
      <p:nvGrpSpPr>
        <p:cNvPr id="1" name=""/>
        <p:cNvGrpSpPr/>
        <p:nvPr/>
      </p:nvGrpSpPr>
      <p:grpSpPr>
        <a:xfrm>
          <a:off x="0" y="0"/>
          <a:ext cx="0" cy="0"/>
          <a:chOff x="0" y="0"/>
          <a:chExt cx="0" cy="0"/>
        </a:xfrm>
      </p:grpSpPr>
      <p:sp>
        <p:nvSpPr>
          <p:cNvPr id="251906" name="标题 1">
            <a:extLst>
              <a:ext uri="{FF2B5EF4-FFF2-40B4-BE49-F238E27FC236}">
                <a16:creationId xmlns:a16="http://schemas.microsoft.com/office/drawing/2014/main" id="{38DBA42D-1DC5-4680-CBA0-B9FC525809AD}"/>
              </a:ext>
            </a:extLst>
          </p:cNvPr>
          <p:cNvSpPr>
            <a:spLocks noGrp="1"/>
          </p:cNvSpPr>
          <p:nvPr>
            <p:ph type="title"/>
          </p:nvPr>
        </p:nvSpPr>
        <p:spPr/>
        <p:txBody>
          <a:bodyPr/>
          <a:lstStyle/>
          <a:p>
            <a:pPr eaLnBrk="1" hangingPunct="1"/>
            <a:endParaRPr lang="zh-CN" altLang="en-US"/>
          </a:p>
        </p:txBody>
      </p:sp>
      <p:sp>
        <p:nvSpPr>
          <p:cNvPr id="251907" name="内容占位符 2">
            <a:extLst>
              <a:ext uri="{FF2B5EF4-FFF2-40B4-BE49-F238E27FC236}">
                <a16:creationId xmlns:a16="http://schemas.microsoft.com/office/drawing/2014/main" id="{73D19327-F2C5-A9E3-67FB-9423B87AB10A}"/>
              </a:ext>
            </a:extLst>
          </p:cNvPr>
          <p:cNvSpPr>
            <a:spLocks noGrp="1"/>
          </p:cNvSpPr>
          <p:nvPr>
            <p:ph idx="1"/>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r>
              <a:rPr lang="en-US" altLang="zh-CN"/>
              <a:t>LEX </a:t>
            </a:r>
            <a:r>
              <a:rPr lang="zh-CN" altLang="en-US"/>
              <a:t>词法分析器的自动产生</a:t>
            </a:r>
          </a:p>
        </p:txBody>
      </p:sp>
      <p:pic>
        <p:nvPicPr>
          <p:cNvPr id="251908" name="Picture 2">
            <a:extLst>
              <a:ext uri="{FF2B5EF4-FFF2-40B4-BE49-F238E27FC236}">
                <a16:creationId xmlns:a16="http://schemas.microsoft.com/office/drawing/2014/main" id="{9A6E574C-6A2C-5FD3-B021-724F050A27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1571625"/>
            <a:ext cx="885825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000" b="1" i="0" u="none" strike="noStrike" cap="none" normalizeH="0" baseline="0" smtClean="0">
            <a:ln>
              <a:noFill/>
            </a:ln>
            <a:solidFill>
              <a:schemeClr val="tx2"/>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000" b="1" i="0" u="none" strike="noStrike" cap="none" normalizeH="0" baseline="0" smtClean="0">
            <a:ln>
              <a:noFill/>
            </a:ln>
            <a:solidFill>
              <a:schemeClr val="tx2"/>
            </a:solidFill>
            <a:effectLst/>
            <a:latin typeface="宋体" pitchFamily="2" charset="-122"/>
            <a:ea typeface="宋体"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5715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rgbClr val="FF0000"/>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5715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rgbClr val="FF0000"/>
            </a:solidFill>
            <a:effectLst/>
            <a:latin typeface="楷体_GB2312" pitchFamily="49" charset="-122"/>
            <a:ea typeface="楷体_GB2312" pitchFamily="49"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6.xml><?xml version="1.0" encoding="utf-8"?>
<a:theme xmlns:a="http://schemas.openxmlformats.org/drawingml/2006/main" name="1_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10838</Words>
  <Application>Microsoft Office PowerPoint</Application>
  <PresentationFormat>宽屏</PresentationFormat>
  <Paragraphs>1786</Paragraphs>
  <Slides>116</Slides>
  <Notes>69</Notes>
  <HiddenSlides>15</HiddenSlides>
  <MMClips>0</MMClips>
  <ScaleCrop>false</ScaleCrop>
  <HeadingPairs>
    <vt:vector size="8" baseType="variant">
      <vt:variant>
        <vt:lpstr>已用的字体</vt:lpstr>
      </vt:variant>
      <vt:variant>
        <vt:i4>17</vt:i4>
      </vt:variant>
      <vt:variant>
        <vt:lpstr>主题</vt:lpstr>
      </vt:variant>
      <vt:variant>
        <vt:i4>6</vt:i4>
      </vt:variant>
      <vt:variant>
        <vt:lpstr>嵌入 OLE 服务器</vt:lpstr>
      </vt:variant>
      <vt:variant>
        <vt:i4>4</vt:i4>
      </vt:variant>
      <vt:variant>
        <vt:lpstr>幻灯片标题</vt:lpstr>
      </vt:variant>
      <vt:variant>
        <vt:i4>116</vt:i4>
      </vt:variant>
    </vt:vector>
  </HeadingPairs>
  <TitlesOfParts>
    <vt:vector size="143" baseType="lpstr">
      <vt:lpstr>等线</vt:lpstr>
      <vt:lpstr>等线 Light</vt:lpstr>
      <vt:lpstr>黑体</vt:lpstr>
      <vt:lpstr>华文彩云</vt:lpstr>
      <vt:lpstr>楷体</vt:lpstr>
      <vt:lpstr>楷体_GB2312</vt:lpstr>
      <vt:lpstr>宋体</vt:lpstr>
      <vt:lpstr>微软雅黑</vt:lpstr>
      <vt:lpstr>Arial</vt:lpstr>
      <vt:lpstr>Courier New</vt:lpstr>
      <vt:lpstr>Franklin Gothic Book</vt:lpstr>
      <vt:lpstr>Franklin Gothic Medium</vt:lpstr>
      <vt:lpstr>Symbol</vt:lpstr>
      <vt:lpstr>Tahoma</vt:lpstr>
      <vt:lpstr>Times New Roman</vt:lpstr>
      <vt:lpstr>Wingdings</vt:lpstr>
      <vt:lpstr>Wingdings 2</vt:lpstr>
      <vt:lpstr>Office 主题​​</vt:lpstr>
      <vt:lpstr>诗情画意</vt:lpstr>
      <vt:lpstr>1_诗情画意</vt:lpstr>
      <vt:lpstr>默认设计模板</vt:lpstr>
      <vt:lpstr>暗香扑面</vt:lpstr>
      <vt:lpstr>1_暗香扑面</vt:lpstr>
      <vt:lpstr>Image</vt:lpstr>
      <vt:lpstr>公式</vt:lpstr>
      <vt:lpstr>Microsoft 公式 3.0</vt:lpstr>
      <vt:lpstr>Visio</vt:lpstr>
      <vt:lpstr>2.3  程序语言的语法描述</vt:lpstr>
      <vt:lpstr>P42</vt:lpstr>
      <vt:lpstr>基本概念和术语</vt:lpstr>
      <vt:lpstr>基本概念和术语</vt:lpstr>
      <vt:lpstr>基本概念和术语</vt:lpstr>
      <vt:lpstr>基本概念和术语</vt:lpstr>
      <vt:lpstr>基本概念和术语</vt:lpstr>
      <vt:lpstr>基本概念和术语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正规式、正规集定义</vt:lpstr>
      <vt:lpstr>PowerPoint 演示文稿</vt:lpstr>
      <vt:lpstr>小    结</vt:lpstr>
      <vt:lpstr>PowerPoint 演示文稿</vt:lpstr>
      <vt:lpstr>PowerPoint 演示文稿</vt:lpstr>
      <vt:lpstr>PowerPoint 演示文稿</vt:lpstr>
      <vt:lpstr>PowerPoint 演示文稿</vt:lpstr>
      <vt:lpstr>PowerPoint 演示文稿</vt:lpstr>
      <vt:lpstr>PowerPoint 演示文稿</vt:lpstr>
      <vt:lpstr>测试</vt:lpstr>
      <vt:lpstr>测试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测试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NFA的确定化</vt:lpstr>
      <vt:lpstr>PowerPoint 演示文稿</vt:lpstr>
      <vt:lpstr>例，对下面的NFA确定化</vt:lpstr>
      <vt:lpstr>例，对下面的NFA确定化</vt:lpstr>
      <vt:lpstr>等价的DFA</vt:lpstr>
      <vt:lpstr>PowerPoint 演示文稿</vt:lpstr>
      <vt:lpstr>PowerPoint 演示文稿</vt:lpstr>
      <vt:lpstr>PowerPoint 演示文稿</vt:lpstr>
      <vt:lpstr>NFA的确定化</vt:lpstr>
      <vt:lpstr>3.3.6 确定有限自动机的化简</vt:lpstr>
      <vt:lpstr>测试：状态的可区分性</vt:lpstr>
      <vt:lpstr>PowerPoint 演示文稿</vt:lpstr>
      <vt:lpstr>PowerPoint 演示文稿</vt:lpstr>
      <vt:lpstr>PowerPoint 演示文稿</vt:lpstr>
      <vt:lpstr>PowerPoint 演示文稿</vt:lpstr>
      <vt:lpstr>PowerPoint 演示文稿</vt:lpstr>
      <vt:lpstr>PowerPoint 演示文稿</vt:lpstr>
      <vt:lpstr>                         例:DFA的化简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第三章 词法分析重点</vt:lpstr>
      <vt:lpstr>PowerPoint 演示文稿</vt:lpstr>
      <vt:lpstr>3.4 词法分析器的自动生成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zhi yin</dc:creator>
  <cp:lastModifiedBy>zhi yin</cp:lastModifiedBy>
  <cp:revision>12</cp:revision>
  <dcterms:created xsi:type="dcterms:W3CDTF">2024-09-04T06:53:13Z</dcterms:created>
  <dcterms:modified xsi:type="dcterms:W3CDTF">2025-09-20T08:28:54Z</dcterms:modified>
</cp:coreProperties>
</file>